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797675" cy="9926638"/>
  <p:embeddedFontLst>
    <p:embeddedFont>
      <p:font typeface="Consolas" panose="020B0609020204030204" pitchFamily="49" charset="0"/>
      <p:regular r:id="rId61"/>
      <p:bold r:id="rId62"/>
      <p:italic r:id="rId63"/>
      <p:boldItalic r:id="rId64"/>
    </p:embeddedFont>
    <p:embeddedFont>
      <p:font typeface="Roboto Mono" pitchFamily="49"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9" roundtripDataSignature="AMtx7mgXaRdAikMntEWwy9KnCDCRazWq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B0B792-F5D5-9A43-8507-307D3B1105A2}" v="49" dt="2026-02-28T05:25:21.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00"/>
    <p:restoredTop sz="94699"/>
  </p:normalViewPr>
  <p:slideViewPr>
    <p:cSldViewPr snapToGrid="0">
      <p:cViewPr varScale="1">
        <p:scale>
          <a:sx n="192" d="100"/>
          <a:sy n="192" d="100"/>
        </p:scale>
        <p:origin x="75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j THULASIDAS" userId="d95e47b6-62ec-43de-81ef-a7c2618fa2c1" providerId="ADAL" clId="{AD284103-20F8-5477-B65E-8E004EFEAAA6}"/>
    <pc:docChg chg="undo redo custSel addSld delSld modSld">
      <pc:chgData name="Manoj THULASIDAS" userId="d95e47b6-62ec-43de-81ef-a7c2618fa2c1" providerId="ADAL" clId="{AD284103-20F8-5477-B65E-8E004EFEAAA6}" dt="2026-02-28T05:40:57.091" v="1798" actId="14100"/>
      <pc:docMkLst>
        <pc:docMk/>
      </pc:docMkLst>
      <pc:sldChg chg="modSp mod">
        <pc:chgData name="Manoj THULASIDAS" userId="d95e47b6-62ec-43de-81ef-a7c2618fa2c1" providerId="ADAL" clId="{AD284103-20F8-5477-B65E-8E004EFEAAA6}" dt="2026-02-28T02:36:15.810" v="963" actId="113"/>
        <pc:sldMkLst>
          <pc:docMk/>
          <pc:sldMk cId="0" sldId="257"/>
        </pc:sldMkLst>
        <pc:spChg chg="mod">
          <ac:chgData name="Manoj THULASIDAS" userId="d95e47b6-62ec-43de-81ef-a7c2618fa2c1" providerId="ADAL" clId="{AD284103-20F8-5477-B65E-8E004EFEAAA6}" dt="2026-02-28T02:36:15.810" v="963" actId="113"/>
          <ac:spMkLst>
            <pc:docMk/>
            <pc:sldMk cId="0" sldId="257"/>
            <ac:spMk id="76" creationId="{00000000-0000-0000-0000-000000000000}"/>
          </ac:spMkLst>
        </pc:spChg>
      </pc:sldChg>
      <pc:sldChg chg="modSp mod">
        <pc:chgData name="Manoj THULASIDAS" userId="d95e47b6-62ec-43de-81ef-a7c2618fa2c1" providerId="ADAL" clId="{AD284103-20F8-5477-B65E-8E004EFEAAA6}" dt="2026-02-28T01:35:36.067" v="459" actId="113"/>
        <pc:sldMkLst>
          <pc:docMk/>
          <pc:sldMk cId="0" sldId="258"/>
        </pc:sldMkLst>
        <pc:spChg chg="mod">
          <ac:chgData name="Manoj THULASIDAS" userId="d95e47b6-62ec-43de-81ef-a7c2618fa2c1" providerId="ADAL" clId="{AD284103-20F8-5477-B65E-8E004EFEAAA6}" dt="2026-02-26T10:34:04.887" v="14" actId="20577"/>
          <ac:spMkLst>
            <pc:docMk/>
            <pc:sldMk cId="0" sldId="258"/>
            <ac:spMk id="82" creationId="{00000000-0000-0000-0000-000000000000}"/>
          </ac:spMkLst>
        </pc:spChg>
        <pc:spChg chg="mod">
          <ac:chgData name="Manoj THULASIDAS" userId="d95e47b6-62ec-43de-81ef-a7c2618fa2c1" providerId="ADAL" clId="{AD284103-20F8-5477-B65E-8E004EFEAAA6}" dt="2026-02-28T01:35:36.067" v="459" actId="113"/>
          <ac:spMkLst>
            <pc:docMk/>
            <pc:sldMk cId="0" sldId="258"/>
            <ac:spMk id="83" creationId="{00000000-0000-0000-0000-000000000000}"/>
          </ac:spMkLst>
        </pc:spChg>
      </pc:sldChg>
      <pc:sldChg chg="modSp mod">
        <pc:chgData name="Manoj THULASIDAS" userId="d95e47b6-62ec-43de-81ef-a7c2618fa2c1" providerId="ADAL" clId="{AD284103-20F8-5477-B65E-8E004EFEAAA6}" dt="2026-02-28T01:18:15.366" v="165" actId="108"/>
        <pc:sldMkLst>
          <pc:docMk/>
          <pc:sldMk cId="0" sldId="259"/>
        </pc:sldMkLst>
        <pc:spChg chg="mod">
          <ac:chgData name="Manoj THULASIDAS" userId="d95e47b6-62ec-43de-81ef-a7c2618fa2c1" providerId="ADAL" clId="{AD284103-20F8-5477-B65E-8E004EFEAAA6}" dt="2026-02-26T10:34:16.651" v="17" actId="20577"/>
          <ac:spMkLst>
            <pc:docMk/>
            <pc:sldMk cId="0" sldId="259"/>
            <ac:spMk id="88" creationId="{00000000-0000-0000-0000-000000000000}"/>
          </ac:spMkLst>
        </pc:spChg>
        <pc:spChg chg="mod">
          <ac:chgData name="Manoj THULASIDAS" userId="d95e47b6-62ec-43de-81ef-a7c2618fa2c1" providerId="ADAL" clId="{AD284103-20F8-5477-B65E-8E004EFEAAA6}" dt="2026-02-28T01:18:15.366" v="165" actId="108"/>
          <ac:spMkLst>
            <pc:docMk/>
            <pc:sldMk cId="0" sldId="259"/>
            <ac:spMk id="89" creationId="{00000000-0000-0000-0000-000000000000}"/>
          </ac:spMkLst>
        </pc:spChg>
      </pc:sldChg>
      <pc:sldChg chg="modSp mod">
        <pc:chgData name="Manoj THULASIDAS" userId="d95e47b6-62ec-43de-81ef-a7c2618fa2c1" providerId="ADAL" clId="{AD284103-20F8-5477-B65E-8E004EFEAAA6}" dt="2026-02-28T02:28:24.726" v="888" actId="113"/>
        <pc:sldMkLst>
          <pc:docMk/>
          <pc:sldMk cId="0" sldId="260"/>
        </pc:sldMkLst>
        <pc:spChg chg="mod">
          <ac:chgData name="Manoj THULASIDAS" userId="d95e47b6-62ec-43de-81ef-a7c2618fa2c1" providerId="ADAL" clId="{AD284103-20F8-5477-B65E-8E004EFEAAA6}" dt="2026-02-26T10:34:24.239" v="20" actId="20577"/>
          <ac:spMkLst>
            <pc:docMk/>
            <pc:sldMk cId="0" sldId="260"/>
            <ac:spMk id="96" creationId="{00000000-0000-0000-0000-000000000000}"/>
          </ac:spMkLst>
        </pc:spChg>
        <pc:spChg chg="mod">
          <ac:chgData name="Manoj THULASIDAS" userId="d95e47b6-62ec-43de-81ef-a7c2618fa2c1" providerId="ADAL" clId="{AD284103-20F8-5477-B65E-8E004EFEAAA6}" dt="2026-02-28T02:28:24.726" v="888" actId="113"/>
          <ac:spMkLst>
            <pc:docMk/>
            <pc:sldMk cId="0" sldId="260"/>
            <ac:spMk id="98" creationId="{00000000-0000-0000-0000-000000000000}"/>
          </ac:spMkLst>
        </pc:spChg>
      </pc:sldChg>
      <pc:sldChg chg="modSp mod">
        <pc:chgData name="Manoj THULASIDAS" userId="d95e47b6-62ec-43de-81ef-a7c2618fa2c1" providerId="ADAL" clId="{AD284103-20F8-5477-B65E-8E004EFEAAA6}" dt="2026-02-28T02:43:06.215" v="1019" actId="113"/>
        <pc:sldMkLst>
          <pc:docMk/>
          <pc:sldMk cId="0" sldId="261"/>
        </pc:sldMkLst>
        <pc:spChg chg="mod">
          <ac:chgData name="Manoj THULASIDAS" userId="d95e47b6-62ec-43de-81ef-a7c2618fa2c1" providerId="ADAL" clId="{AD284103-20F8-5477-B65E-8E004EFEAAA6}" dt="2026-02-28T02:43:06.215" v="1019" actId="113"/>
          <ac:spMkLst>
            <pc:docMk/>
            <pc:sldMk cId="0" sldId="261"/>
            <ac:spMk id="104" creationId="{00000000-0000-0000-0000-000000000000}"/>
          </ac:spMkLst>
        </pc:spChg>
      </pc:sldChg>
      <pc:sldChg chg="modSp mod">
        <pc:chgData name="Manoj THULASIDAS" userId="d95e47b6-62ec-43de-81ef-a7c2618fa2c1" providerId="ADAL" clId="{AD284103-20F8-5477-B65E-8E004EFEAAA6}" dt="2026-02-28T02:37:10.497" v="969" actId="113"/>
        <pc:sldMkLst>
          <pc:docMk/>
          <pc:sldMk cId="0" sldId="262"/>
        </pc:sldMkLst>
        <pc:spChg chg="mod">
          <ac:chgData name="Manoj THULASIDAS" userId="d95e47b6-62ec-43de-81ef-a7c2618fa2c1" providerId="ADAL" clId="{AD284103-20F8-5477-B65E-8E004EFEAAA6}" dt="2026-02-28T01:38:25.250" v="474" actId="21"/>
          <ac:spMkLst>
            <pc:docMk/>
            <pc:sldMk cId="0" sldId="262"/>
            <ac:spMk id="111" creationId="{00000000-0000-0000-0000-000000000000}"/>
          </ac:spMkLst>
        </pc:spChg>
        <pc:spChg chg="mod">
          <ac:chgData name="Manoj THULASIDAS" userId="d95e47b6-62ec-43de-81ef-a7c2618fa2c1" providerId="ADAL" clId="{AD284103-20F8-5477-B65E-8E004EFEAAA6}" dt="2026-02-28T01:38:55.982" v="483" actId="113"/>
          <ac:spMkLst>
            <pc:docMk/>
            <pc:sldMk cId="0" sldId="262"/>
            <ac:spMk id="112" creationId="{00000000-0000-0000-0000-000000000000}"/>
          </ac:spMkLst>
        </pc:spChg>
        <pc:spChg chg="mod">
          <ac:chgData name="Manoj THULASIDAS" userId="d95e47b6-62ec-43de-81ef-a7c2618fa2c1" providerId="ADAL" clId="{AD284103-20F8-5477-B65E-8E004EFEAAA6}" dt="2026-02-28T02:37:10.497" v="969" actId="113"/>
          <ac:spMkLst>
            <pc:docMk/>
            <pc:sldMk cId="0" sldId="262"/>
            <ac:spMk id="113" creationId="{00000000-0000-0000-0000-000000000000}"/>
          </ac:spMkLst>
        </pc:spChg>
      </pc:sldChg>
      <pc:sldChg chg="modSp mod">
        <pc:chgData name="Manoj THULASIDAS" userId="d95e47b6-62ec-43de-81ef-a7c2618fa2c1" providerId="ADAL" clId="{AD284103-20F8-5477-B65E-8E004EFEAAA6}" dt="2026-02-28T01:39:03.334" v="484" actId="403"/>
        <pc:sldMkLst>
          <pc:docMk/>
          <pc:sldMk cId="0" sldId="263"/>
        </pc:sldMkLst>
        <pc:spChg chg="mod">
          <ac:chgData name="Manoj THULASIDAS" userId="d95e47b6-62ec-43de-81ef-a7c2618fa2c1" providerId="ADAL" clId="{AD284103-20F8-5477-B65E-8E004EFEAAA6}" dt="2026-02-28T01:39:03.334" v="484" actId="403"/>
          <ac:spMkLst>
            <pc:docMk/>
            <pc:sldMk cId="0" sldId="263"/>
            <ac:spMk id="121" creationId="{00000000-0000-0000-0000-000000000000}"/>
          </ac:spMkLst>
        </pc:spChg>
      </pc:sldChg>
      <pc:sldChg chg="modSp mod">
        <pc:chgData name="Manoj THULASIDAS" userId="d95e47b6-62ec-43de-81ef-a7c2618fa2c1" providerId="ADAL" clId="{AD284103-20F8-5477-B65E-8E004EFEAAA6}" dt="2026-02-28T01:39:21.424" v="489" actId="113"/>
        <pc:sldMkLst>
          <pc:docMk/>
          <pc:sldMk cId="0" sldId="264"/>
        </pc:sldMkLst>
        <pc:spChg chg="mod">
          <ac:chgData name="Manoj THULASIDAS" userId="d95e47b6-62ec-43de-81ef-a7c2618fa2c1" providerId="ADAL" clId="{AD284103-20F8-5477-B65E-8E004EFEAAA6}" dt="2026-02-28T01:39:21.424" v="489" actId="113"/>
          <ac:spMkLst>
            <pc:docMk/>
            <pc:sldMk cId="0" sldId="264"/>
            <ac:spMk id="126" creationId="{00000000-0000-0000-0000-000000000000}"/>
          </ac:spMkLst>
        </pc:spChg>
        <pc:spChg chg="mod">
          <ac:chgData name="Manoj THULASIDAS" userId="d95e47b6-62ec-43de-81ef-a7c2618fa2c1" providerId="ADAL" clId="{AD284103-20F8-5477-B65E-8E004EFEAAA6}" dt="2026-02-28T01:39:10.390" v="485" actId="403"/>
          <ac:spMkLst>
            <pc:docMk/>
            <pc:sldMk cId="0" sldId="264"/>
            <ac:spMk id="129" creationId="{00000000-0000-0000-0000-000000000000}"/>
          </ac:spMkLst>
        </pc:spChg>
        <pc:spChg chg="mod">
          <ac:chgData name="Manoj THULASIDAS" userId="d95e47b6-62ec-43de-81ef-a7c2618fa2c1" providerId="ADAL" clId="{AD284103-20F8-5477-B65E-8E004EFEAAA6}" dt="2026-02-28T01:36:22.673" v="461"/>
          <ac:spMkLst>
            <pc:docMk/>
            <pc:sldMk cId="0" sldId="264"/>
            <ac:spMk id="130" creationId="{00000000-0000-0000-0000-000000000000}"/>
          </ac:spMkLst>
        </pc:spChg>
      </pc:sldChg>
      <pc:sldChg chg="modSp mod">
        <pc:chgData name="Manoj THULASIDAS" userId="d95e47b6-62ec-43de-81ef-a7c2618fa2c1" providerId="ADAL" clId="{AD284103-20F8-5477-B65E-8E004EFEAAA6}" dt="2026-02-28T02:36:37.304" v="966" actId="113"/>
        <pc:sldMkLst>
          <pc:docMk/>
          <pc:sldMk cId="0" sldId="265"/>
        </pc:sldMkLst>
        <pc:spChg chg="mod">
          <ac:chgData name="Manoj THULASIDAS" userId="d95e47b6-62ec-43de-81ef-a7c2618fa2c1" providerId="ADAL" clId="{AD284103-20F8-5477-B65E-8E004EFEAAA6}" dt="2026-02-28T02:36:37.304" v="966" actId="113"/>
          <ac:spMkLst>
            <pc:docMk/>
            <pc:sldMk cId="0" sldId="265"/>
            <ac:spMk id="136" creationId="{00000000-0000-0000-0000-000000000000}"/>
          </ac:spMkLst>
        </pc:spChg>
        <pc:spChg chg="mod">
          <ac:chgData name="Manoj THULASIDAS" userId="d95e47b6-62ec-43de-81ef-a7c2618fa2c1" providerId="ADAL" clId="{AD284103-20F8-5477-B65E-8E004EFEAAA6}" dt="2026-02-28T01:40:01.045" v="494" actId="1076"/>
          <ac:spMkLst>
            <pc:docMk/>
            <pc:sldMk cId="0" sldId="265"/>
            <ac:spMk id="138" creationId="{00000000-0000-0000-0000-000000000000}"/>
          </ac:spMkLst>
        </pc:spChg>
      </pc:sldChg>
      <pc:sldChg chg="delSp modSp mod">
        <pc:chgData name="Manoj THULASIDAS" userId="d95e47b6-62ec-43de-81ef-a7c2618fa2c1" providerId="ADAL" clId="{AD284103-20F8-5477-B65E-8E004EFEAAA6}" dt="2026-02-28T02:37:22.415" v="971" actId="113"/>
        <pc:sldMkLst>
          <pc:docMk/>
          <pc:sldMk cId="0" sldId="266"/>
        </pc:sldMkLst>
        <pc:spChg chg="del mod">
          <ac:chgData name="Manoj THULASIDAS" userId="d95e47b6-62ec-43de-81ef-a7c2618fa2c1" providerId="ADAL" clId="{AD284103-20F8-5477-B65E-8E004EFEAAA6}" dt="2026-02-28T01:41:16.994" v="509" actId="478"/>
          <ac:spMkLst>
            <pc:docMk/>
            <pc:sldMk cId="0" sldId="266"/>
            <ac:spMk id="146" creationId="{00000000-0000-0000-0000-000000000000}"/>
          </ac:spMkLst>
        </pc:spChg>
        <pc:spChg chg="mod">
          <ac:chgData name="Manoj THULASIDAS" userId="d95e47b6-62ec-43de-81ef-a7c2618fa2c1" providerId="ADAL" clId="{AD284103-20F8-5477-B65E-8E004EFEAAA6}" dt="2026-02-28T01:40:59.839" v="504" actId="2711"/>
          <ac:spMkLst>
            <pc:docMk/>
            <pc:sldMk cId="0" sldId="266"/>
            <ac:spMk id="147" creationId="{00000000-0000-0000-0000-000000000000}"/>
          </ac:spMkLst>
        </pc:spChg>
        <pc:spChg chg="mod">
          <ac:chgData name="Manoj THULASIDAS" userId="d95e47b6-62ec-43de-81ef-a7c2618fa2c1" providerId="ADAL" clId="{AD284103-20F8-5477-B65E-8E004EFEAAA6}" dt="2026-02-28T02:37:22.415" v="971" actId="113"/>
          <ac:spMkLst>
            <pc:docMk/>
            <pc:sldMk cId="0" sldId="266"/>
            <ac:spMk id="148" creationId="{00000000-0000-0000-0000-000000000000}"/>
          </ac:spMkLst>
        </pc:spChg>
      </pc:sldChg>
      <pc:sldChg chg="modSp mod">
        <pc:chgData name="Manoj THULASIDAS" userId="d95e47b6-62ec-43de-81ef-a7c2618fa2c1" providerId="ADAL" clId="{AD284103-20F8-5477-B65E-8E004EFEAAA6}" dt="2026-02-28T01:42:07.610" v="519" actId="2711"/>
        <pc:sldMkLst>
          <pc:docMk/>
          <pc:sldMk cId="0" sldId="267"/>
        </pc:sldMkLst>
        <pc:spChg chg="mod">
          <ac:chgData name="Manoj THULASIDAS" userId="d95e47b6-62ec-43de-81ef-a7c2618fa2c1" providerId="ADAL" clId="{AD284103-20F8-5477-B65E-8E004EFEAAA6}" dt="2026-02-26T10:35:05.562" v="28" actId="255"/>
          <ac:spMkLst>
            <pc:docMk/>
            <pc:sldMk cId="0" sldId="267"/>
            <ac:spMk id="155" creationId="{00000000-0000-0000-0000-000000000000}"/>
          </ac:spMkLst>
        </pc:spChg>
        <pc:spChg chg="mod">
          <ac:chgData name="Manoj THULASIDAS" userId="d95e47b6-62ec-43de-81ef-a7c2618fa2c1" providerId="ADAL" clId="{AD284103-20F8-5477-B65E-8E004EFEAAA6}" dt="2026-02-28T01:42:07.610" v="519" actId="2711"/>
          <ac:spMkLst>
            <pc:docMk/>
            <pc:sldMk cId="0" sldId="267"/>
            <ac:spMk id="156" creationId="{00000000-0000-0000-0000-000000000000}"/>
          </ac:spMkLst>
        </pc:spChg>
        <pc:spChg chg="mod">
          <ac:chgData name="Manoj THULASIDAS" userId="d95e47b6-62ec-43de-81ef-a7c2618fa2c1" providerId="ADAL" clId="{AD284103-20F8-5477-B65E-8E004EFEAAA6}" dt="2026-02-28T01:17:26.781" v="160"/>
          <ac:spMkLst>
            <pc:docMk/>
            <pc:sldMk cId="0" sldId="267"/>
            <ac:spMk id="157" creationId="{00000000-0000-0000-0000-000000000000}"/>
          </ac:spMkLst>
        </pc:spChg>
        <pc:spChg chg="mod">
          <ac:chgData name="Manoj THULASIDAS" userId="d95e47b6-62ec-43de-81ef-a7c2618fa2c1" providerId="ADAL" clId="{AD284103-20F8-5477-B65E-8E004EFEAAA6}" dt="2026-02-28T01:17:26.781" v="160"/>
          <ac:spMkLst>
            <pc:docMk/>
            <pc:sldMk cId="0" sldId="267"/>
            <ac:spMk id="158" creationId="{00000000-0000-0000-0000-000000000000}"/>
          </ac:spMkLst>
        </pc:spChg>
        <pc:spChg chg="mod">
          <ac:chgData name="Manoj THULASIDAS" userId="d95e47b6-62ec-43de-81ef-a7c2618fa2c1" providerId="ADAL" clId="{AD284103-20F8-5477-B65E-8E004EFEAAA6}" dt="2026-02-26T10:36:45.286" v="39" actId="403"/>
          <ac:spMkLst>
            <pc:docMk/>
            <pc:sldMk cId="0" sldId="267"/>
            <ac:spMk id="159" creationId="{00000000-0000-0000-0000-000000000000}"/>
          </ac:spMkLst>
        </pc:spChg>
      </pc:sldChg>
      <pc:sldChg chg="delSp modSp mod">
        <pc:chgData name="Manoj THULASIDAS" userId="d95e47b6-62ec-43de-81ef-a7c2618fa2c1" providerId="ADAL" clId="{AD284103-20F8-5477-B65E-8E004EFEAAA6}" dt="2026-02-28T02:30:07.091" v="904" actId="313"/>
        <pc:sldMkLst>
          <pc:docMk/>
          <pc:sldMk cId="0" sldId="268"/>
        </pc:sldMkLst>
        <pc:spChg chg="mod">
          <ac:chgData name="Manoj THULASIDAS" userId="d95e47b6-62ec-43de-81ef-a7c2618fa2c1" providerId="ADAL" clId="{AD284103-20F8-5477-B65E-8E004EFEAAA6}" dt="2026-02-28T02:30:07.091" v="904" actId="313"/>
          <ac:spMkLst>
            <pc:docMk/>
            <pc:sldMk cId="0" sldId="268"/>
            <ac:spMk id="165" creationId="{00000000-0000-0000-0000-000000000000}"/>
          </ac:spMkLst>
        </pc:spChg>
        <pc:spChg chg="del mod">
          <ac:chgData name="Manoj THULASIDAS" userId="d95e47b6-62ec-43de-81ef-a7c2618fa2c1" providerId="ADAL" clId="{AD284103-20F8-5477-B65E-8E004EFEAAA6}" dt="2026-02-28T01:43:15.827" v="534" actId="478"/>
          <ac:spMkLst>
            <pc:docMk/>
            <pc:sldMk cId="0" sldId="268"/>
            <ac:spMk id="166" creationId="{00000000-0000-0000-0000-000000000000}"/>
          </ac:spMkLst>
        </pc:spChg>
      </pc:sldChg>
      <pc:sldChg chg="modSp mod">
        <pc:chgData name="Manoj THULASIDAS" userId="d95e47b6-62ec-43de-81ef-a7c2618fa2c1" providerId="ADAL" clId="{AD284103-20F8-5477-B65E-8E004EFEAAA6}" dt="2026-02-28T01:44:05.868" v="541" actId="113"/>
        <pc:sldMkLst>
          <pc:docMk/>
          <pc:sldMk cId="0" sldId="269"/>
        </pc:sldMkLst>
        <pc:spChg chg="mod">
          <ac:chgData name="Manoj THULASIDAS" userId="d95e47b6-62ec-43de-81ef-a7c2618fa2c1" providerId="ADAL" clId="{AD284103-20F8-5477-B65E-8E004EFEAAA6}" dt="2026-02-28T01:44:05.868" v="541" actId="113"/>
          <ac:spMkLst>
            <pc:docMk/>
            <pc:sldMk cId="0" sldId="269"/>
            <ac:spMk id="172" creationId="{00000000-0000-0000-0000-000000000000}"/>
          </ac:spMkLst>
        </pc:spChg>
      </pc:sldChg>
      <pc:sldChg chg="modSp mod">
        <pc:chgData name="Manoj THULASIDAS" userId="d95e47b6-62ec-43de-81ef-a7c2618fa2c1" providerId="ADAL" clId="{AD284103-20F8-5477-B65E-8E004EFEAAA6}" dt="2026-02-28T01:58:33.135" v="684" actId="108"/>
        <pc:sldMkLst>
          <pc:docMk/>
          <pc:sldMk cId="0" sldId="271"/>
        </pc:sldMkLst>
        <pc:spChg chg="mod">
          <ac:chgData name="Manoj THULASIDAS" userId="d95e47b6-62ec-43de-81ef-a7c2618fa2c1" providerId="ADAL" clId="{AD284103-20F8-5477-B65E-8E004EFEAAA6}" dt="2026-02-28T01:17:26.781" v="160"/>
          <ac:spMkLst>
            <pc:docMk/>
            <pc:sldMk cId="0" sldId="271"/>
            <ac:spMk id="184" creationId="{00000000-0000-0000-0000-000000000000}"/>
          </ac:spMkLst>
        </pc:spChg>
        <pc:spChg chg="mod">
          <ac:chgData name="Manoj THULASIDAS" userId="d95e47b6-62ec-43de-81ef-a7c2618fa2c1" providerId="ADAL" clId="{AD284103-20F8-5477-B65E-8E004EFEAAA6}" dt="2026-02-28T01:44:22.298" v="543" actId="113"/>
          <ac:spMkLst>
            <pc:docMk/>
            <pc:sldMk cId="0" sldId="271"/>
            <ac:spMk id="185" creationId="{00000000-0000-0000-0000-000000000000}"/>
          </ac:spMkLst>
        </pc:spChg>
        <pc:spChg chg="mod">
          <ac:chgData name="Manoj THULASIDAS" userId="d95e47b6-62ec-43de-81ef-a7c2618fa2c1" providerId="ADAL" clId="{AD284103-20F8-5477-B65E-8E004EFEAAA6}" dt="2026-02-28T01:58:33.135" v="684" actId="108"/>
          <ac:spMkLst>
            <pc:docMk/>
            <pc:sldMk cId="0" sldId="271"/>
            <ac:spMk id="186" creationId="{00000000-0000-0000-0000-000000000000}"/>
          </ac:spMkLst>
        </pc:spChg>
        <pc:spChg chg="mod">
          <ac:chgData name="Manoj THULASIDAS" userId="d95e47b6-62ec-43de-81ef-a7c2618fa2c1" providerId="ADAL" clId="{AD284103-20F8-5477-B65E-8E004EFEAAA6}" dt="2026-02-28T01:58:10.946" v="682" actId="14100"/>
          <ac:spMkLst>
            <pc:docMk/>
            <pc:sldMk cId="0" sldId="271"/>
            <ac:spMk id="187" creationId="{00000000-0000-0000-0000-000000000000}"/>
          </ac:spMkLst>
        </pc:spChg>
        <pc:spChg chg="mod">
          <ac:chgData name="Manoj THULASIDAS" userId="d95e47b6-62ec-43de-81ef-a7c2618fa2c1" providerId="ADAL" clId="{AD284103-20F8-5477-B65E-8E004EFEAAA6}" dt="2026-02-28T01:58:07.162" v="681" actId="14100"/>
          <ac:spMkLst>
            <pc:docMk/>
            <pc:sldMk cId="0" sldId="271"/>
            <ac:spMk id="189" creationId="{00000000-0000-0000-0000-000000000000}"/>
          </ac:spMkLst>
        </pc:spChg>
        <pc:spChg chg="mod">
          <ac:chgData name="Manoj THULASIDAS" userId="d95e47b6-62ec-43de-81ef-a7c2618fa2c1" providerId="ADAL" clId="{AD284103-20F8-5477-B65E-8E004EFEAAA6}" dt="2026-02-28T01:44:51.466" v="546" actId="108"/>
          <ac:spMkLst>
            <pc:docMk/>
            <pc:sldMk cId="0" sldId="271"/>
            <ac:spMk id="191" creationId="{00000000-0000-0000-0000-000000000000}"/>
          </ac:spMkLst>
        </pc:spChg>
        <pc:spChg chg="mod">
          <ac:chgData name="Manoj THULASIDAS" userId="d95e47b6-62ec-43de-81ef-a7c2618fa2c1" providerId="ADAL" clId="{AD284103-20F8-5477-B65E-8E004EFEAAA6}" dt="2026-02-28T01:58:14.615" v="683" actId="14100"/>
          <ac:spMkLst>
            <pc:docMk/>
            <pc:sldMk cId="0" sldId="271"/>
            <ac:spMk id="195" creationId="{00000000-0000-0000-0000-000000000000}"/>
          </ac:spMkLst>
        </pc:spChg>
        <pc:spChg chg="mod">
          <ac:chgData name="Manoj THULASIDAS" userId="d95e47b6-62ec-43de-81ef-a7c2618fa2c1" providerId="ADAL" clId="{AD284103-20F8-5477-B65E-8E004EFEAAA6}" dt="2026-02-28T01:45:00.289" v="550" actId="20577"/>
          <ac:spMkLst>
            <pc:docMk/>
            <pc:sldMk cId="0" sldId="271"/>
            <ac:spMk id="197" creationId="{00000000-0000-0000-0000-000000000000}"/>
          </ac:spMkLst>
        </pc:spChg>
        <pc:cxnChg chg="mod">
          <ac:chgData name="Manoj THULASIDAS" userId="d95e47b6-62ec-43de-81ef-a7c2618fa2c1" providerId="ADAL" clId="{AD284103-20F8-5477-B65E-8E004EFEAAA6}" dt="2026-02-28T01:58:10.946" v="682" actId="14100"/>
          <ac:cxnSpMkLst>
            <pc:docMk/>
            <pc:sldMk cId="0" sldId="271"/>
            <ac:cxnSpMk id="188" creationId="{00000000-0000-0000-0000-000000000000}"/>
          </ac:cxnSpMkLst>
        </pc:cxnChg>
        <pc:cxnChg chg="mod">
          <ac:chgData name="Manoj THULASIDAS" userId="d95e47b6-62ec-43de-81ef-a7c2618fa2c1" providerId="ADAL" clId="{AD284103-20F8-5477-B65E-8E004EFEAAA6}" dt="2026-02-28T01:58:07.162" v="681" actId="14100"/>
          <ac:cxnSpMkLst>
            <pc:docMk/>
            <pc:sldMk cId="0" sldId="271"/>
            <ac:cxnSpMk id="190" creationId="{00000000-0000-0000-0000-000000000000}"/>
          </ac:cxnSpMkLst>
        </pc:cxnChg>
        <pc:cxnChg chg="mod">
          <ac:chgData name="Manoj THULASIDAS" userId="d95e47b6-62ec-43de-81ef-a7c2618fa2c1" providerId="ADAL" clId="{AD284103-20F8-5477-B65E-8E004EFEAAA6}" dt="2026-02-28T01:58:14.615" v="683" actId="14100"/>
          <ac:cxnSpMkLst>
            <pc:docMk/>
            <pc:sldMk cId="0" sldId="271"/>
            <ac:cxnSpMk id="196" creationId="{00000000-0000-0000-0000-000000000000}"/>
          </ac:cxnSpMkLst>
        </pc:cxnChg>
      </pc:sldChg>
      <pc:sldChg chg="modSp mod">
        <pc:chgData name="Manoj THULASIDAS" userId="d95e47b6-62ec-43de-81ef-a7c2618fa2c1" providerId="ADAL" clId="{AD284103-20F8-5477-B65E-8E004EFEAAA6}" dt="2026-02-28T01:47:29.920" v="571" actId="1076"/>
        <pc:sldMkLst>
          <pc:docMk/>
          <pc:sldMk cId="0" sldId="272"/>
        </pc:sldMkLst>
        <pc:spChg chg="mod">
          <ac:chgData name="Manoj THULASIDAS" userId="d95e47b6-62ec-43de-81ef-a7c2618fa2c1" providerId="ADAL" clId="{AD284103-20F8-5477-B65E-8E004EFEAAA6}" dt="2026-02-28T01:46:31.848" v="560" actId="33524"/>
          <ac:spMkLst>
            <pc:docMk/>
            <pc:sldMk cId="0" sldId="272"/>
            <ac:spMk id="203" creationId="{00000000-0000-0000-0000-000000000000}"/>
          </ac:spMkLst>
        </pc:spChg>
        <pc:spChg chg="mod">
          <ac:chgData name="Manoj THULASIDAS" userId="d95e47b6-62ec-43de-81ef-a7c2618fa2c1" providerId="ADAL" clId="{AD284103-20F8-5477-B65E-8E004EFEAAA6}" dt="2026-02-28T01:45:21.300" v="552" actId="113"/>
          <ac:spMkLst>
            <pc:docMk/>
            <pc:sldMk cId="0" sldId="272"/>
            <ac:spMk id="204" creationId="{00000000-0000-0000-0000-000000000000}"/>
          </ac:spMkLst>
        </pc:spChg>
        <pc:spChg chg="mod">
          <ac:chgData name="Manoj THULASIDAS" userId="d95e47b6-62ec-43de-81ef-a7c2618fa2c1" providerId="ADAL" clId="{AD284103-20F8-5477-B65E-8E004EFEAAA6}" dt="2026-02-28T01:47:29.920" v="571" actId="1076"/>
          <ac:spMkLst>
            <pc:docMk/>
            <pc:sldMk cId="0" sldId="272"/>
            <ac:spMk id="205" creationId="{00000000-0000-0000-0000-000000000000}"/>
          </ac:spMkLst>
        </pc:spChg>
        <pc:spChg chg="mod">
          <ac:chgData name="Manoj THULASIDAS" userId="d95e47b6-62ec-43de-81ef-a7c2618fa2c1" providerId="ADAL" clId="{AD284103-20F8-5477-B65E-8E004EFEAAA6}" dt="2026-02-28T01:46:16.817" v="559" actId="14100"/>
          <ac:spMkLst>
            <pc:docMk/>
            <pc:sldMk cId="0" sldId="272"/>
            <ac:spMk id="206" creationId="{00000000-0000-0000-0000-000000000000}"/>
          </ac:spMkLst>
        </pc:spChg>
        <pc:spChg chg="mod">
          <ac:chgData name="Manoj THULASIDAS" userId="d95e47b6-62ec-43de-81ef-a7c2618fa2c1" providerId="ADAL" clId="{AD284103-20F8-5477-B65E-8E004EFEAAA6}" dt="2026-02-28T01:47:11.527" v="566" actId="14100"/>
          <ac:spMkLst>
            <pc:docMk/>
            <pc:sldMk cId="0" sldId="272"/>
            <ac:spMk id="208" creationId="{00000000-0000-0000-0000-000000000000}"/>
          </ac:spMkLst>
        </pc:spChg>
        <pc:spChg chg="mod">
          <ac:chgData name="Manoj THULASIDAS" userId="d95e47b6-62ec-43de-81ef-a7c2618fa2c1" providerId="ADAL" clId="{AD284103-20F8-5477-B65E-8E004EFEAAA6}" dt="2026-02-28T01:47:22.930" v="569" actId="1076"/>
          <ac:spMkLst>
            <pc:docMk/>
            <pc:sldMk cId="0" sldId="272"/>
            <ac:spMk id="210" creationId="{00000000-0000-0000-0000-000000000000}"/>
          </ac:spMkLst>
        </pc:spChg>
        <pc:cxnChg chg="mod">
          <ac:chgData name="Manoj THULASIDAS" userId="d95e47b6-62ec-43de-81ef-a7c2618fa2c1" providerId="ADAL" clId="{AD284103-20F8-5477-B65E-8E004EFEAAA6}" dt="2026-02-28T01:47:29.920" v="571" actId="1076"/>
          <ac:cxnSpMkLst>
            <pc:docMk/>
            <pc:sldMk cId="0" sldId="272"/>
            <ac:cxnSpMk id="207" creationId="{00000000-0000-0000-0000-000000000000}"/>
          </ac:cxnSpMkLst>
        </pc:cxnChg>
        <pc:cxnChg chg="mod">
          <ac:chgData name="Manoj THULASIDAS" userId="d95e47b6-62ec-43de-81ef-a7c2618fa2c1" providerId="ADAL" clId="{AD284103-20F8-5477-B65E-8E004EFEAAA6}" dt="2026-02-28T01:47:22.930" v="569" actId="1076"/>
          <ac:cxnSpMkLst>
            <pc:docMk/>
            <pc:sldMk cId="0" sldId="272"/>
            <ac:cxnSpMk id="209" creationId="{00000000-0000-0000-0000-000000000000}"/>
          </ac:cxnSpMkLst>
        </pc:cxnChg>
      </pc:sldChg>
      <pc:sldChg chg="modSp mod">
        <pc:chgData name="Manoj THULASIDAS" userId="d95e47b6-62ec-43de-81ef-a7c2618fa2c1" providerId="ADAL" clId="{AD284103-20F8-5477-B65E-8E004EFEAAA6}" dt="2026-02-28T02:31:39.238" v="926" actId="113"/>
        <pc:sldMkLst>
          <pc:docMk/>
          <pc:sldMk cId="0" sldId="273"/>
        </pc:sldMkLst>
        <pc:spChg chg="mod">
          <ac:chgData name="Manoj THULASIDAS" userId="d95e47b6-62ec-43de-81ef-a7c2618fa2c1" providerId="ADAL" clId="{AD284103-20F8-5477-B65E-8E004EFEAAA6}" dt="2026-02-28T01:47:56.163" v="575" actId="403"/>
          <ac:spMkLst>
            <pc:docMk/>
            <pc:sldMk cId="0" sldId="273"/>
            <ac:spMk id="217" creationId="{00000000-0000-0000-0000-000000000000}"/>
          </ac:spMkLst>
        </pc:spChg>
        <pc:spChg chg="mod">
          <ac:chgData name="Manoj THULASIDAS" userId="d95e47b6-62ec-43de-81ef-a7c2618fa2c1" providerId="ADAL" clId="{AD284103-20F8-5477-B65E-8E004EFEAAA6}" dt="2026-02-28T02:31:30.328" v="921" actId="113"/>
          <ac:spMkLst>
            <pc:docMk/>
            <pc:sldMk cId="0" sldId="273"/>
            <ac:spMk id="218" creationId="{00000000-0000-0000-0000-000000000000}"/>
          </ac:spMkLst>
        </pc:spChg>
        <pc:spChg chg="mod">
          <ac:chgData name="Manoj THULASIDAS" userId="d95e47b6-62ec-43de-81ef-a7c2618fa2c1" providerId="ADAL" clId="{AD284103-20F8-5477-B65E-8E004EFEAAA6}" dt="2026-02-28T02:31:39.238" v="926" actId="113"/>
          <ac:spMkLst>
            <pc:docMk/>
            <pc:sldMk cId="0" sldId="273"/>
            <ac:spMk id="219" creationId="{00000000-0000-0000-0000-000000000000}"/>
          </ac:spMkLst>
        </pc:spChg>
      </pc:sldChg>
      <pc:sldChg chg="modSp mod">
        <pc:chgData name="Manoj THULASIDAS" userId="d95e47b6-62ec-43de-81ef-a7c2618fa2c1" providerId="ADAL" clId="{AD284103-20F8-5477-B65E-8E004EFEAAA6}" dt="2026-02-28T03:02:14.421" v="1257" actId="313"/>
        <pc:sldMkLst>
          <pc:docMk/>
          <pc:sldMk cId="0" sldId="274"/>
        </pc:sldMkLst>
        <pc:spChg chg="mod">
          <ac:chgData name="Manoj THULASIDAS" userId="d95e47b6-62ec-43de-81ef-a7c2618fa2c1" providerId="ADAL" clId="{AD284103-20F8-5477-B65E-8E004EFEAAA6}" dt="2026-02-28T03:02:14.421" v="1257" actId="313"/>
          <ac:spMkLst>
            <pc:docMk/>
            <pc:sldMk cId="0" sldId="274"/>
            <ac:spMk id="225" creationId="{00000000-0000-0000-0000-000000000000}"/>
          </ac:spMkLst>
        </pc:spChg>
        <pc:spChg chg="mod">
          <ac:chgData name="Manoj THULASIDAS" userId="d95e47b6-62ec-43de-81ef-a7c2618fa2c1" providerId="ADAL" clId="{AD284103-20F8-5477-B65E-8E004EFEAAA6}" dt="2026-02-28T02:00:42.816" v="723" actId="2711"/>
          <ac:spMkLst>
            <pc:docMk/>
            <pc:sldMk cId="0" sldId="274"/>
            <ac:spMk id="229" creationId="{00000000-0000-0000-0000-000000000000}"/>
          </ac:spMkLst>
        </pc:spChg>
        <pc:spChg chg="mod">
          <ac:chgData name="Manoj THULASIDAS" userId="d95e47b6-62ec-43de-81ef-a7c2618fa2c1" providerId="ADAL" clId="{AD284103-20F8-5477-B65E-8E004EFEAAA6}" dt="2026-02-28T02:01:01.488" v="725" actId="1076"/>
          <ac:spMkLst>
            <pc:docMk/>
            <pc:sldMk cId="0" sldId="274"/>
            <ac:spMk id="230" creationId="{00000000-0000-0000-0000-000000000000}"/>
          </ac:spMkLst>
        </pc:spChg>
        <pc:spChg chg="mod">
          <ac:chgData name="Manoj THULASIDAS" userId="d95e47b6-62ec-43de-81ef-a7c2618fa2c1" providerId="ADAL" clId="{AD284103-20F8-5477-B65E-8E004EFEAAA6}" dt="2026-02-28T02:01:13.183" v="728" actId="14100"/>
          <ac:spMkLst>
            <pc:docMk/>
            <pc:sldMk cId="0" sldId="274"/>
            <ac:spMk id="233" creationId="{00000000-0000-0000-0000-000000000000}"/>
          </ac:spMkLst>
        </pc:spChg>
        <pc:spChg chg="mod">
          <ac:chgData name="Manoj THULASIDAS" userId="d95e47b6-62ec-43de-81ef-a7c2618fa2c1" providerId="ADAL" clId="{AD284103-20F8-5477-B65E-8E004EFEAAA6}" dt="2026-02-28T01:48:42.614" v="581" actId="403"/>
          <ac:spMkLst>
            <pc:docMk/>
            <pc:sldMk cId="0" sldId="274"/>
            <ac:spMk id="234" creationId="{00000000-0000-0000-0000-000000000000}"/>
          </ac:spMkLst>
        </pc:spChg>
        <pc:grpChg chg="mod">
          <ac:chgData name="Manoj THULASIDAS" userId="d95e47b6-62ec-43de-81ef-a7c2618fa2c1" providerId="ADAL" clId="{AD284103-20F8-5477-B65E-8E004EFEAAA6}" dt="2026-02-28T02:00:56.674" v="724" actId="14100"/>
          <ac:grpSpMkLst>
            <pc:docMk/>
            <pc:sldMk cId="0" sldId="274"/>
            <ac:grpSpMk id="226" creationId="{00000000-0000-0000-0000-000000000000}"/>
          </ac:grpSpMkLst>
        </pc:grpChg>
        <pc:picChg chg="mod">
          <ac:chgData name="Manoj THULASIDAS" userId="d95e47b6-62ec-43de-81ef-a7c2618fa2c1" providerId="ADAL" clId="{AD284103-20F8-5477-B65E-8E004EFEAAA6}" dt="2026-02-28T02:01:07.124" v="727" actId="1076"/>
          <ac:picMkLst>
            <pc:docMk/>
            <pc:sldMk cId="0" sldId="274"/>
            <ac:picMk id="231" creationId="{00000000-0000-0000-0000-000000000000}"/>
          </ac:picMkLst>
        </pc:picChg>
        <pc:cxnChg chg="mod">
          <ac:chgData name="Manoj THULASIDAS" userId="d95e47b6-62ec-43de-81ef-a7c2618fa2c1" providerId="ADAL" clId="{AD284103-20F8-5477-B65E-8E004EFEAAA6}" dt="2026-02-28T01:59:58.550" v="708" actId="1035"/>
          <ac:cxnSpMkLst>
            <pc:docMk/>
            <pc:sldMk cId="0" sldId="274"/>
            <ac:cxnSpMk id="228" creationId="{00000000-0000-0000-0000-000000000000}"/>
          </ac:cxnSpMkLst>
        </pc:cxnChg>
      </pc:sldChg>
      <pc:sldChg chg="modSp mod">
        <pc:chgData name="Manoj THULASIDAS" userId="d95e47b6-62ec-43de-81ef-a7c2618fa2c1" providerId="ADAL" clId="{AD284103-20F8-5477-B65E-8E004EFEAAA6}" dt="2026-02-28T02:33:33.305" v="942" actId="14100"/>
        <pc:sldMkLst>
          <pc:docMk/>
          <pc:sldMk cId="0" sldId="275"/>
        </pc:sldMkLst>
        <pc:spChg chg="mod">
          <ac:chgData name="Manoj THULASIDAS" userId="d95e47b6-62ec-43de-81ef-a7c2618fa2c1" providerId="ADAL" clId="{AD284103-20F8-5477-B65E-8E004EFEAAA6}" dt="2026-02-28T02:02:50.754" v="754" actId="20577"/>
          <ac:spMkLst>
            <pc:docMk/>
            <pc:sldMk cId="0" sldId="275"/>
            <ac:spMk id="239" creationId="{00000000-0000-0000-0000-000000000000}"/>
          </ac:spMkLst>
        </pc:spChg>
        <pc:spChg chg="mod">
          <ac:chgData name="Manoj THULASIDAS" userId="d95e47b6-62ec-43de-81ef-a7c2618fa2c1" providerId="ADAL" clId="{AD284103-20F8-5477-B65E-8E004EFEAAA6}" dt="2026-02-28T01:17:26.781" v="160"/>
          <ac:spMkLst>
            <pc:docMk/>
            <pc:sldMk cId="0" sldId="275"/>
            <ac:spMk id="240" creationId="{00000000-0000-0000-0000-000000000000}"/>
          </ac:spMkLst>
        </pc:spChg>
        <pc:spChg chg="mod">
          <ac:chgData name="Manoj THULASIDAS" userId="d95e47b6-62ec-43de-81ef-a7c2618fa2c1" providerId="ADAL" clId="{AD284103-20F8-5477-B65E-8E004EFEAAA6}" dt="2026-02-28T02:01:22.961" v="730" actId="14100"/>
          <ac:spMkLst>
            <pc:docMk/>
            <pc:sldMk cId="0" sldId="275"/>
            <ac:spMk id="241" creationId="{00000000-0000-0000-0000-000000000000}"/>
          </ac:spMkLst>
        </pc:spChg>
        <pc:spChg chg="mod">
          <ac:chgData name="Manoj THULASIDAS" userId="d95e47b6-62ec-43de-81ef-a7c2618fa2c1" providerId="ADAL" clId="{AD284103-20F8-5477-B65E-8E004EFEAAA6}" dt="2026-02-28T02:01:58.784" v="737" actId="14100"/>
          <ac:spMkLst>
            <pc:docMk/>
            <pc:sldMk cId="0" sldId="275"/>
            <ac:spMk id="244" creationId="{00000000-0000-0000-0000-000000000000}"/>
          </ac:spMkLst>
        </pc:spChg>
        <pc:spChg chg="mod">
          <ac:chgData name="Manoj THULASIDAS" userId="d95e47b6-62ec-43de-81ef-a7c2618fa2c1" providerId="ADAL" clId="{AD284103-20F8-5477-B65E-8E004EFEAAA6}" dt="2026-02-28T01:52:06.403" v="628" actId="20577"/>
          <ac:spMkLst>
            <pc:docMk/>
            <pc:sldMk cId="0" sldId="275"/>
            <ac:spMk id="246" creationId="{00000000-0000-0000-0000-000000000000}"/>
          </ac:spMkLst>
        </pc:spChg>
        <pc:spChg chg="mod">
          <ac:chgData name="Manoj THULASIDAS" userId="d95e47b6-62ec-43de-81ef-a7c2618fa2c1" providerId="ADAL" clId="{AD284103-20F8-5477-B65E-8E004EFEAAA6}" dt="2026-02-28T02:01:53.596" v="736" actId="14100"/>
          <ac:spMkLst>
            <pc:docMk/>
            <pc:sldMk cId="0" sldId="275"/>
            <ac:spMk id="247" creationId="{00000000-0000-0000-0000-000000000000}"/>
          </ac:spMkLst>
        </pc:spChg>
        <pc:spChg chg="mod">
          <ac:chgData name="Manoj THULASIDAS" userId="d95e47b6-62ec-43de-81ef-a7c2618fa2c1" providerId="ADAL" clId="{AD284103-20F8-5477-B65E-8E004EFEAAA6}" dt="2026-02-28T01:49:52.264" v="604" actId="1076"/>
          <ac:spMkLst>
            <pc:docMk/>
            <pc:sldMk cId="0" sldId="275"/>
            <ac:spMk id="249" creationId="{00000000-0000-0000-0000-000000000000}"/>
          </ac:spMkLst>
        </pc:spChg>
        <pc:spChg chg="mod">
          <ac:chgData name="Manoj THULASIDAS" userId="d95e47b6-62ec-43de-81ef-a7c2618fa2c1" providerId="ADAL" clId="{AD284103-20F8-5477-B65E-8E004EFEAAA6}" dt="2026-02-28T02:02:20.449" v="745" actId="1036"/>
          <ac:spMkLst>
            <pc:docMk/>
            <pc:sldMk cId="0" sldId="275"/>
            <ac:spMk id="251" creationId="{00000000-0000-0000-0000-000000000000}"/>
          </ac:spMkLst>
        </pc:spChg>
        <pc:spChg chg="mod">
          <ac:chgData name="Manoj THULASIDAS" userId="d95e47b6-62ec-43de-81ef-a7c2618fa2c1" providerId="ADAL" clId="{AD284103-20F8-5477-B65E-8E004EFEAAA6}" dt="2026-02-28T02:01:45.728" v="735" actId="14100"/>
          <ac:spMkLst>
            <pc:docMk/>
            <pc:sldMk cId="0" sldId="275"/>
            <ac:spMk id="253" creationId="{00000000-0000-0000-0000-000000000000}"/>
          </ac:spMkLst>
        </pc:spChg>
        <pc:spChg chg="mod">
          <ac:chgData name="Manoj THULASIDAS" userId="d95e47b6-62ec-43de-81ef-a7c2618fa2c1" providerId="ADAL" clId="{AD284103-20F8-5477-B65E-8E004EFEAAA6}" dt="2026-02-28T02:02:06.550" v="740" actId="14100"/>
          <ac:spMkLst>
            <pc:docMk/>
            <pc:sldMk cId="0" sldId="275"/>
            <ac:spMk id="256" creationId="{00000000-0000-0000-0000-000000000000}"/>
          </ac:spMkLst>
        </pc:spChg>
        <pc:spChg chg="mod">
          <ac:chgData name="Manoj THULASIDAS" userId="d95e47b6-62ec-43de-81ef-a7c2618fa2c1" providerId="ADAL" clId="{AD284103-20F8-5477-B65E-8E004EFEAAA6}" dt="2026-02-28T01:51:55.558" v="627" actId="14100"/>
          <ac:spMkLst>
            <pc:docMk/>
            <pc:sldMk cId="0" sldId="275"/>
            <ac:spMk id="258" creationId="{00000000-0000-0000-0000-000000000000}"/>
          </ac:spMkLst>
        </pc:spChg>
        <pc:spChg chg="mod">
          <ac:chgData name="Manoj THULASIDAS" userId="d95e47b6-62ec-43de-81ef-a7c2618fa2c1" providerId="ADAL" clId="{AD284103-20F8-5477-B65E-8E004EFEAAA6}" dt="2026-02-28T01:51:23.321" v="618" actId="108"/>
          <ac:spMkLst>
            <pc:docMk/>
            <pc:sldMk cId="0" sldId="275"/>
            <ac:spMk id="259" creationId="{00000000-0000-0000-0000-000000000000}"/>
          </ac:spMkLst>
        </pc:spChg>
        <pc:spChg chg="mod">
          <ac:chgData name="Manoj THULASIDAS" userId="d95e47b6-62ec-43de-81ef-a7c2618fa2c1" providerId="ADAL" clId="{AD284103-20F8-5477-B65E-8E004EFEAAA6}" dt="2026-02-28T01:50:30.837" v="610" actId="1076"/>
          <ac:spMkLst>
            <pc:docMk/>
            <pc:sldMk cId="0" sldId="275"/>
            <ac:spMk id="260" creationId="{00000000-0000-0000-0000-000000000000}"/>
          </ac:spMkLst>
        </pc:spChg>
        <pc:spChg chg="mod">
          <ac:chgData name="Manoj THULASIDAS" userId="d95e47b6-62ec-43de-81ef-a7c2618fa2c1" providerId="ADAL" clId="{AD284103-20F8-5477-B65E-8E004EFEAAA6}" dt="2026-02-28T01:51:08.715" v="614" actId="108"/>
          <ac:spMkLst>
            <pc:docMk/>
            <pc:sldMk cId="0" sldId="275"/>
            <ac:spMk id="262" creationId="{00000000-0000-0000-0000-000000000000}"/>
          </ac:spMkLst>
        </pc:spChg>
        <pc:spChg chg="mod">
          <ac:chgData name="Manoj THULASIDAS" userId="d95e47b6-62ec-43de-81ef-a7c2618fa2c1" providerId="ADAL" clId="{AD284103-20F8-5477-B65E-8E004EFEAAA6}" dt="2026-02-28T02:33:21.700" v="941" actId="14100"/>
          <ac:spMkLst>
            <pc:docMk/>
            <pc:sldMk cId="0" sldId="275"/>
            <ac:spMk id="263" creationId="{00000000-0000-0000-0000-000000000000}"/>
          </ac:spMkLst>
        </pc:spChg>
        <pc:spChg chg="mod">
          <ac:chgData name="Manoj THULASIDAS" userId="d95e47b6-62ec-43de-81ef-a7c2618fa2c1" providerId="ADAL" clId="{AD284103-20F8-5477-B65E-8E004EFEAAA6}" dt="2026-02-28T01:49:15.885" v="586" actId="403"/>
          <ac:spMkLst>
            <pc:docMk/>
            <pc:sldMk cId="0" sldId="275"/>
            <ac:spMk id="265" creationId="{00000000-0000-0000-0000-000000000000}"/>
          </ac:spMkLst>
        </pc:spChg>
        <pc:spChg chg="mod">
          <ac:chgData name="Manoj THULASIDAS" userId="d95e47b6-62ec-43de-81ef-a7c2618fa2c1" providerId="ADAL" clId="{AD284103-20F8-5477-B65E-8E004EFEAAA6}" dt="2026-02-28T01:50:43.213" v="612" actId="113"/>
          <ac:spMkLst>
            <pc:docMk/>
            <pc:sldMk cId="0" sldId="275"/>
            <ac:spMk id="266" creationId="{00000000-0000-0000-0000-000000000000}"/>
          </ac:spMkLst>
        </pc:spChg>
        <pc:spChg chg="mod">
          <ac:chgData name="Manoj THULASIDAS" userId="d95e47b6-62ec-43de-81ef-a7c2618fa2c1" providerId="ADAL" clId="{AD284103-20F8-5477-B65E-8E004EFEAAA6}" dt="2026-02-28T02:02:30.900" v="747" actId="14100"/>
          <ac:spMkLst>
            <pc:docMk/>
            <pc:sldMk cId="0" sldId="275"/>
            <ac:spMk id="267" creationId="{00000000-0000-0000-0000-000000000000}"/>
          </ac:spMkLst>
        </pc:spChg>
        <pc:cxnChg chg="mod">
          <ac:chgData name="Manoj THULASIDAS" userId="d95e47b6-62ec-43de-81ef-a7c2618fa2c1" providerId="ADAL" clId="{AD284103-20F8-5477-B65E-8E004EFEAAA6}" dt="2026-02-28T02:01:22.961" v="730" actId="14100"/>
          <ac:cxnSpMkLst>
            <pc:docMk/>
            <pc:sldMk cId="0" sldId="275"/>
            <ac:cxnSpMk id="242" creationId="{00000000-0000-0000-0000-000000000000}"/>
          </ac:cxnSpMkLst>
        </pc:cxnChg>
        <pc:cxnChg chg="mod">
          <ac:chgData name="Manoj THULASIDAS" userId="d95e47b6-62ec-43de-81ef-a7c2618fa2c1" providerId="ADAL" clId="{AD284103-20F8-5477-B65E-8E004EFEAAA6}" dt="2026-02-28T02:01:58.784" v="737" actId="14100"/>
          <ac:cxnSpMkLst>
            <pc:docMk/>
            <pc:sldMk cId="0" sldId="275"/>
            <ac:cxnSpMk id="245" creationId="{00000000-0000-0000-0000-000000000000}"/>
          </ac:cxnSpMkLst>
        </pc:cxnChg>
        <pc:cxnChg chg="mod">
          <ac:chgData name="Manoj THULASIDAS" userId="d95e47b6-62ec-43de-81ef-a7c2618fa2c1" providerId="ADAL" clId="{AD284103-20F8-5477-B65E-8E004EFEAAA6}" dt="2026-02-28T02:01:53.596" v="736" actId="14100"/>
          <ac:cxnSpMkLst>
            <pc:docMk/>
            <pc:sldMk cId="0" sldId="275"/>
            <ac:cxnSpMk id="248" creationId="{00000000-0000-0000-0000-000000000000}"/>
          </ac:cxnSpMkLst>
        </pc:cxnChg>
        <pc:cxnChg chg="mod">
          <ac:chgData name="Manoj THULASIDAS" userId="d95e47b6-62ec-43de-81ef-a7c2618fa2c1" providerId="ADAL" clId="{AD284103-20F8-5477-B65E-8E004EFEAAA6}" dt="2026-02-28T01:49:52.264" v="604" actId="1076"/>
          <ac:cxnSpMkLst>
            <pc:docMk/>
            <pc:sldMk cId="0" sldId="275"/>
            <ac:cxnSpMk id="250" creationId="{00000000-0000-0000-0000-000000000000}"/>
          </ac:cxnSpMkLst>
        </pc:cxnChg>
        <pc:cxnChg chg="mod">
          <ac:chgData name="Manoj THULASIDAS" userId="d95e47b6-62ec-43de-81ef-a7c2618fa2c1" providerId="ADAL" clId="{AD284103-20F8-5477-B65E-8E004EFEAAA6}" dt="2026-02-28T02:02:20.449" v="745" actId="1036"/>
          <ac:cxnSpMkLst>
            <pc:docMk/>
            <pc:sldMk cId="0" sldId="275"/>
            <ac:cxnSpMk id="252" creationId="{00000000-0000-0000-0000-000000000000}"/>
          </ac:cxnSpMkLst>
        </pc:cxnChg>
        <pc:cxnChg chg="mod">
          <ac:chgData name="Manoj THULASIDAS" userId="d95e47b6-62ec-43de-81ef-a7c2618fa2c1" providerId="ADAL" clId="{AD284103-20F8-5477-B65E-8E004EFEAAA6}" dt="2026-02-28T02:01:45.728" v="735" actId="14100"/>
          <ac:cxnSpMkLst>
            <pc:docMk/>
            <pc:sldMk cId="0" sldId="275"/>
            <ac:cxnSpMk id="254" creationId="{00000000-0000-0000-0000-000000000000}"/>
          </ac:cxnSpMkLst>
        </pc:cxnChg>
        <pc:cxnChg chg="mod">
          <ac:chgData name="Manoj THULASIDAS" userId="d95e47b6-62ec-43de-81ef-a7c2618fa2c1" providerId="ADAL" clId="{AD284103-20F8-5477-B65E-8E004EFEAAA6}" dt="2026-02-28T02:02:06.550" v="740" actId="14100"/>
          <ac:cxnSpMkLst>
            <pc:docMk/>
            <pc:sldMk cId="0" sldId="275"/>
            <ac:cxnSpMk id="257" creationId="{00000000-0000-0000-0000-000000000000}"/>
          </ac:cxnSpMkLst>
        </pc:cxnChg>
        <pc:cxnChg chg="mod">
          <ac:chgData name="Manoj THULASIDAS" userId="d95e47b6-62ec-43de-81ef-a7c2618fa2c1" providerId="ADAL" clId="{AD284103-20F8-5477-B65E-8E004EFEAAA6}" dt="2026-02-28T01:50:30.837" v="610" actId="1076"/>
          <ac:cxnSpMkLst>
            <pc:docMk/>
            <pc:sldMk cId="0" sldId="275"/>
            <ac:cxnSpMk id="261" creationId="{00000000-0000-0000-0000-000000000000}"/>
          </ac:cxnSpMkLst>
        </pc:cxnChg>
        <pc:cxnChg chg="mod">
          <ac:chgData name="Manoj THULASIDAS" userId="d95e47b6-62ec-43de-81ef-a7c2618fa2c1" providerId="ADAL" clId="{AD284103-20F8-5477-B65E-8E004EFEAAA6}" dt="2026-02-28T02:33:21.700" v="941" actId="14100"/>
          <ac:cxnSpMkLst>
            <pc:docMk/>
            <pc:sldMk cId="0" sldId="275"/>
            <ac:cxnSpMk id="264" creationId="{00000000-0000-0000-0000-000000000000}"/>
          </ac:cxnSpMkLst>
        </pc:cxnChg>
        <pc:cxnChg chg="mod">
          <ac:chgData name="Manoj THULASIDAS" userId="d95e47b6-62ec-43de-81ef-a7c2618fa2c1" providerId="ADAL" clId="{AD284103-20F8-5477-B65E-8E004EFEAAA6}" dt="2026-02-28T02:33:33.305" v="942" actId="14100"/>
          <ac:cxnSpMkLst>
            <pc:docMk/>
            <pc:sldMk cId="0" sldId="275"/>
            <ac:cxnSpMk id="268" creationId="{00000000-0000-0000-0000-000000000000}"/>
          </ac:cxnSpMkLst>
        </pc:cxnChg>
      </pc:sldChg>
      <pc:sldChg chg="modSp mod">
        <pc:chgData name="Manoj THULASIDAS" userId="d95e47b6-62ec-43de-81ef-a7c2618fa2c1" providerId="ADAL" clId="{AD284103-20F8-5477-B65E-8E004EFEAAA6}" dt="2026-02-28T02:03:04.069" v="755" actId="2711"/>
        <pc:sldMkLst>
          <pc:docMk/>
          <pc:sldMk cId="0" sldId="276"/>
        </pc:sldMkLst>
        <pc:spChg chg="mod">
          <ac:chgData name="Manoj THULASIDAS" userId="d95e47b6-62ec-43de-81ef-a7c2618fa2c1" providerId="ADAL" clId="{AD284103-20F8-5477-B65E-8E004EFEAAA6}" dt="2026-02-28T02:03:04.069" v="755" actId="2711"/>
          <ac:spMkLst>
            <pc:docMk/>
            <pc:sldMk cId="0" sldId="276"/>
            <ac:spMk id="273" creationId="{00000000-0000-0000-0000-000000000000}"/>
          </ac:spMkLst>
        </pc:spChg>
        <pc:spChg chg="mod">
          <ac:chgData name="Manoj THULASIDAS" userId="d95e47b6-62ec-43de-81ef-a7c2618fa2c1" providerId="ADAL" clId="{AD284103-20F8-5477-B65E-8E004EFEAAA6}" dt="2026-02-28T01:53:19.006" v="649"/>
          <ac:spMkLst>
            <pc:docMk/>
            <pc:sldMk cId="0" sldId="276"/>
            <ac:spMk id="274" creationId="{00000000-0000-0000-0000-000000000000}"/>
          </ac:spMkLst>
        </pc:spChg>
        <pc:spChg chg="mod">
          <ac:chgData name="Manoj THULASIDAS" userId="d95e47b6-62ec-43de-81ef-a7c2618fa2c1" providerId="ADAL" clId="{AD284103-20F8-5477-B65E-8E004EFEAAA6}" dt="2026-02-28T01:17:26.781" v="160"/>
          <ac:spMkLst>
            <pc:docMk/>
            <pc:sldMk cId="0" sldId="276"/>
            <ac:spMk id="275" creationId="{00000000-0000-0000-0000-000000000000}"/>
          </ac:spMkLst>
        </pc:spChg>
      </pc:sldChg>
      <pc:sldChg chg="modSp mod">
        <pc:chgData name="Manoj THULASIDAS" userId="d95e47b6-62ec-43de-81ef-a7c2618fa2c1" providerId="ADAL" clId="{AD284103-20F8-5477-B65E-8E004EFEAAA6}" dt="2026-02-28T02:35:14.236" v="961"/>
        <pc:sldMkLst>
          <pc:docMk/>
          <pc:sldMk cId="0" sldId="277"/>
        </pc:sldMkLst>
        <pc:spChg chg="mod">
          <ac:chgData name="Manoj THULASIDAS" userId="d95e47b6-62ec-43de-81ef-a7c2618fa2c1" providerId="ADAL" clId="{AD284103-20F8-5477-B65E-8E004EFEAAA6}" dt="2026-02-28T02:35:14.236" v="961"/>
          <ac:spMkLst>
            <pc:docMk/>
            <pc:sldMk cId="0" sldId="277"/>
            <ac:spMk id="281" creationId="{00000000-0000-0000-0000-000000000000}"/>
          </ac:spMkLst>
        </pc:spChg>
        <pc:spChg chg="mod">
          <ac:chgData name="Manoj THULASIDAS" userId="d95e47b6-62ec-43de-81ef-a7c2618fa2c1" providerId="ADAL" clId="{AD284103-20F8-5477-B65E-8E004EFEAAA6}" dt="2026-02-28T02:34:51.030" v="959" actId="113"/>
          <ac:spMkLst>
            <pc:docMk/>
            <pc:sldMk cId="0" sldId="277"/>
            <ac:spMk id="282" creationId="{00000000-0000-0000-0000-000000000000}"/>
          </ac:spMkLst>
        </pc:spChg>
        <pc:spChg chg="mod">
          <ac:chgData name="Manoj THULASIDAS" userId="d95e47b6-62ec-43de-81ef-a7c2618fa2c1" providerId="ADAL" clId="{AD284103-20F8-5477-B65E-8E004EFEAAA6}" dt="2026-02-28T02:35:14.236" v="961"/>
          <ac:spMkLst>
            <pc:docMk/>
            <pc:sldMk cId="0" sldId="277"/>
            <ac:spMk id="284" creationId="{00000000-0000-0000-0000-000000000000}"/>
          </ac:spMkLst>
        </pc:spChg>
        <pc:spChg chg="mod">
          <ac:chgData name="Manoj THULASIDAS" userId="d95e47b6-62ec-43de-81ef-a7c2618fa2c1" providerId="ADAL" clId="{AD284103-20F8-5477-B65E-8E004EFEAAA6}" dt="2026-02-28T02:35:14.236" v="961"/>
          <ac:spMkLst>
            <pc:docMk/>
            <pc:sldMk cId="0" sldId="277"/>
            <ac:spMk id="285" creationId="{00000000-0000-0000-0000-000000000000}"/>
          </ac:spMkLst>
        </pc:spChg>
      </pc:sldChg>
      <pc:sldChg chg="modSp mod">
        <pc:chgData name="Manoj THULASIDAS" userId="d95e47b6-62ec-43de-81ef-a7c2618fa2c1" providerId="ADAL" clId="{AD284103-20F8-5477-B65E-8E004EFEAAA6}" dt="2026-02-28T02:38:42.318" v="976" actId="113"/>
        <pc:sldMkLst>
          <pc:docMk/>
          <pc:sldMk cId="0" sldId="278"/>
        </pc:sldMkLst>
        <pc:spChg chg="mod">
          <ac:chgData name="Manoj THULASIDAS" userId="d95e47b6-62ec-43de-81ef-a7c2618fa2c1" providerId="ADAL" clId="{AD284103-20F8-5477-B65E-8E004EFEAAA6}" dt="2026-02-28T02:35:14.236" v="961"/>
          <ac:spMkLst>
            <pc:docMk/>
            <pc:sldMk cId="0" sldId="278"/>
            <ac:spMk id="291" creationId="{00000000-0000-0000-0000-000000000000}"/>
          </ac:spMkLst>
        </pc:spChg>
        <pc:spChg chg="mod">
          <ac:chgData name="Manoj THULASIDAS" userId="d95e47b6-62ec-43de-81ef-a7c2618fa2c1" providerId="ADAL" clId="{AD284103-20F8-5477-B65E-8E004EFEAAA6}" dt="2026-02-28T02:38:42.318" v="976" actId="113"/>
          <ac:spMkLst>
            <pc:docMk/>
            <pc:sldMk cId="0" sldId="278"/>
            <ac:spMk id="292" creationId="{00000000-0000-0000-0000-000000000000}"/>
          </ac:spMkLst>
        </pc:spChg>
      </pc:sldChg>
      <pc:sldChg chg="modSp mod">
        <pc:chgData name="Manoj THULASIDAS" userId="d95e47b6-62ec-43de-81ef-a7c2618fa2c1" providerId="ADAL" clId="{AD284103-20F8-5477-B65E-8E004EFEAAA6}" dt="2026-02-28T02:40:21.916" v="993" actId="113"/>
        <pc:sldMkLst>
          <pc:docMk/>
          <pc:sldMk cId="0" sldId="279"/>
        </pc:sldMkLst>
        <pc:spChg chg="mod">
          <ac:chgData name="Manoj THULASIDAS" userId="d95e47b6-62ec-43de-81ef-a7c2618fa2c1" providerId="ADAL" clId="{AD284103-20F8-5477-B65E-8E004EFEAAA6}" dt="2026-02-28T02:35:14.236" v="961"/>
          <ac:spMkLst>
            <pc:docMk/>
            <pc:sldMk cId="0" sldId="279"/>
            <ac:spMk id="298" creationId="{00000000-0000-0000-0000-000000000000}"/>
          </ac:spMkLst>
        </pc:spChg>
        <pc:spChg chg="mod">
          <ac:chgData name="Manoj THULASIDAS" userId="d95e47b6-62ec-43de-81ef-a7c2618fa2c1" providerId="ADAL" clId="{AD284103-20F8-5477-B65E-8E004EFEAAA6}" dt="2026-02-28T02:40:21.916" v="993" actId="113"/>
          <ac:spMkLst>
            <pc:docMk/>
            <pc:sldMk cId="0" sldId="279"/>
            <ac:spMk id="299" creationId="{00000000-0000-0000-0000-000000000000}"/>
          </ac:spMkLst>
        </pc:spChg>
        <pc:spChg chg="mod">
          <ac:chgData name="Manoj THULASIDAS" userId="d95e47b6-62ec-43de-81ef-a7c2618fa2c1" providerId="ADAL" clId="{AD284103-20F8-5477-B65E-8E004EFEAAA6}" dt="2026-02-28T02:40:06.915" v="990" actId="20577"/>
          <ac:spMkLst>
            <pc:docMk/>
            <pc:sldMk cId="0" sldId="279"/>
            <ac:spMk id="301" creationId="{00000000-0000-0000-0000-000000000000}"/>
          </ac:spMkLst>
        </pc:spChg>
      </pc:sldChg>
      <pc:sldChg chg="modSp mod">
        <pc:chgData name="Manoj THULASIDAS" userId="d95e47b6-62ec-43de-81ef-a7c2618fa2c1" providerId="ADAL" clId="{AD284103-20F8-5477-B65E-8E004EFEAAA6}" dt="2026-02-28T02:40:40.062" v="1009" actId="20577"/>
        <pc:sldMkLst>
          <pc:docMk/>
          <pc:sldMk cId="0" sldId="280"/>
        </pc:sldMkLst>
        <pc:spChg chg="mod">
          <ac:chgData name="Manoj THULASIDAS" userId="d95e47b6-62ec-43de-81ef-a7c2618fa2c1" providerId="ADAL" clId="{AD284103-20F8-5477-B65E-8E004EFEAAA6}" dt="2026-02-28T02:35:14.236" v="961"/>
          <ac:spMkLst>
            <pc:docMk/>
            <pc:sldMk cId="0" sldId="280"/>
            <ac:spMk id="307" creationId="{00000000-0000-0000-0000-000000000000}"/>
          </ac:spMkLst>
        </pc:spChg>
        <pc:spChg chg="mod">
          <ac:chgData name="Manoj THULASIDAS" userId="d95e47b6-62ec-43de-81ef-a7c2618fa2c1" providerId="ADAL" clId="{AD284103-20F8-5477-B65E-8E004EFEAAA6}" dt="2026-02-28T02:40:40.062" v="1009" actId="20577"/>
          <ac:spMkLst>
            <pc:docMk/>
            <pc:sldMk cId="0" sldId="280"/>
            <ac:spMk id="308" creationId="{00000000-0000-0000-0000-000000000000}"/>
          </ac:spMkLst>
        </pc:spChg>
        <pc:spChg chg="mod">
          <ac:chgData name="Manoj THULASIDAS" userId="d95e47b6-62ec-43de-81ef-a7c2618fa2c1" providerId="ADAL" clId="{AD284103-20F8-5477-B65E-8E004EFEAAA6}" dt="2026-02-28T02:40:34.681" v="996" actId="20577"/>
          <ac:spMkLst>
            <pc:docMk/>
            <pc:sldMk cId="0" sldId="280"/>
            <ac:spMk id="310" creationId="{00000000-0000-0000-0000-000000000000}"/>
          </ac:spMkLst>
        </pc:spChg>
      </pc:sldChg>
      <pc:sldChg chg="modSp mod">
        <pc:chgData name="Manoj THULASIDAS" userId="d95e47b6-62ec-43de-81ef-a7c2618fa2c1" providerId="ADAL" clId="{AD284103-20F8-5477-B65E-8E004EFEAAA6}" dt="2026-02-28T02:45:20.153" v="1049" actId="6549"/>
        <pc:sldMkLst>
          <pc:docMk/>
          <pc:sldMk cId="0" sldId="281"/>
        </pc:sldMkLst>
        <pc:spChg chg="mod">
          <ac:chgData name="Manoj THULASIDAS" userId="d95e47b6-62ec-43de-81ef-a7c2618fa2c1" providerId="ADAL" clId="{AD284103-20F8-5477-B65E-8E004EFEAAA6}" dt="2026-02-28T02:45:20.153" v="1049" actId="6549"/>
          <ac:spMkLst>
            <pc:docMk/>
            <pc:sldMk cId="0" sldId="281"/>
            <ac:spMk id="316" creationId="{00000000-0000-0000-0000-000000000000}"/>
          </ac:spMkLst>
        </pc:spChg>
      </pc:sldChg>
      <pc:sldChg chg="modSp mod">
        <pc:chgData name="Manoj THULASIDAS" userId="d95e47b6-62ec-43de-81ef-a7c2618fa2c1" providerId="ADAL" clId="{AD284103-20F8-5477-B65E-8E004EFEAAA6}" dt="2026-02-28T05:24:38.862" v="1782" actId="20577"/>
        <pc:sldMkLst>
          <pc:docMk/>
          <pc:sldMk cId="0" sldId="282"/>
        </pc:sldMkLst>
        <pc:spChg chg="mod">
          <ac:chgData name="Manoj THULASIDAS" userId="d95e47b6-62ec-43de-81ef-a7c2618fa2c1" providerId="ADAL" clId="{AD284103-20F8-5477-B65E-8E004EFEAAA6}" dt="2026-02-28T02:43:38.270" v="1023" actId="20577"/>
          <ac:spMkLst>
            <pc:docMk/>
            <pc:sldMk cId="0" sldId="282"/>
            <ac:spMk id="321" creationId="{00000000-0000-0000-0000-000000000000}"/>
          </ac:spMkLst>
        </pc:spChg>
        <pc:spChg chg="mod">
          <ac:chgData name="Manoj THULASIDAS" userId="d95e47b6-62ec-43de-81ef-a7c2618fa2c1" providerId="ADAL" clId="{AD284103-20F8-5477-B65E-8E004EFEAAA6}" dt="2026-02-28T05:24:38.862" v="1782" actId="20577"/>
          <ac:spMkLst>
            <pc:docMk/>
            <pc:sldMk cId="0" sldId="282"/>
            <ac:spMk id="323" creationId="{00000000-0000-0000-0000-000000000000}"/>
          </ac:spMkLst>
        </pc:spChg>
      </pc:sldChg>
      <pc:sldChg chg="addSp delSp modSp mod">
        <pc:chgData name="Manoj THULASIDAS" userId="d95e47b6-62ec-43de-81ef-a7c2618fa2c1" providerId="ADAL" clId="{AD284103-20F8-5477-B65E-8E004EFEAAA6}" dt="2026-02-28T05:24:59.096" v="1784" actId="20577"/>
        <pc:sldMkLst>
          <pc:docMk/>
          <pc:sldMk cId="0" sldId="283"/>
        </pc:sldMkLst>
        <pc:spChg chg="mod">
          <ac:chgData name="Manoj THULASIDAS" userId="d95e47b6-62ec-43de-81ef-a7c2618fa2c1" providerId="ADAL" clId="{AD284103-20F8-5477-B65E-8E004EFEAAA6}" dt="2026-02-28T05:24:59.096" v="1784" actId="20577"/>
          <ac:spMkLst>
            <pc:docMk/>
            <pc:sldMk cId="0" sldId="283"/>
            <ac:spMk id="328" creationId="{00000000-0000-0000-0000-000000000000}"/>
          </ac:spMkLst>
        </pc:spChg>
        <pc:spChg chg="add del mod">
          <ac:chgData name="Manoj THULASIDAS" userId="d95e47b6-62ec-43de-81ef-a7c2618fa2c1" providerId="ADAL" clId="{AD284103-20F8-5477-B65E-8E004EFEAAA6}" dt="2026-02-28T02:44:52.723" v="1044" actId="20577"/>
          <ac:spMkLst>
            <pc:docMk/>
            <pc:sldMk cId="0" sldId="283"/>
            <ac:spMk id="330" creationId="{00000000-0000-0000-0000-000000000000}"/>
          </ac:spMkLst>
        </pc:spChg>
      </pc:sldChg>
      <pc:sldChg chg="modSp mod">
        <pc:chgData name="Manoj THULASIDAS" userId="d95e47b6-62ec-43de-81ef-a7c2618fa2c1" providerId="ADAL" clId="{AD284103-20F8-5477-B65E-8E004EFEAAA6}" dt="2026-02-28T05:40:57.091" v="1798" actId="14100"/>
        <pc:sldMkLst>
          <pc:docMk/>
          <pc:sldMk cId="0" sldId="284"/>
        </pc:sldMkLst>
        <pc:spChg chg="mod">
          <ac:chgData name="Manoj THULASIDAS" userId="d95e47b6-62ec-43de-81ef-a7c2618fa2c1" providerId="ADAL" clId="{AD284103-20F8-5477-B65E-8E004EFEAAA6}" dt="2026-02-26T10:38:19.951" v="45" actId="2711"/>
          <ac:spMkLst>
            <pc:docMk/>
            <pc:sldMk cId="0" sldId="284"/>
            <ac:spMk id="335" creationId="{00000000-0000-0000-0000-000000000000}"/>
          </ac:spMkLst>
        </pc:spChg>
        <pc:spChg chg="mod">
          <ac:chgData name="Manoj THULASIDAS" userId="d95e47b6-62ec-43de-81ef-a7c2618fa2c1" providerId="ADAL" clId="{AD284103-20F8-5477-B65E-8E004EFEAAA6}" dt="2026-02-28T02:46:11.781" v="1061" actId="14100"/>
          <ac:spMkLst>
            <pc:docMk/>
            <pc:sldMk cId="0" sldId="284"/>
            <ac:spMk id="336" creationId="{00000000-0000-0000-0000-000000000000}"/>
          </ac:spMkLst>
        </pc:spChg>
        <pc:spChg chg="mod">
          <ac:chgData name="Manoj THULASIDAS" userId="d95e47b6-62ec-43de-81ef-a7c2618fa2c1" providerId="ADAL" clId="{AD284103-20F8-5477-B65E-8E004EFEAAA6}" dt="2026-02-28T05:40:18.399" v="1792" actId="20577"/>
          <ac:spMkLst>
            <pc:docMk/>
            <pc:sldMk cId="0" sldId="284"/>
            <ac:spMk id="337" creationId="{00000000-0000-0000-0000-000000000000}"/>
          </ac:spMkLst>
        </pc:spChg>
        <pc:spChg chg="mod">
          <ac:chgData name="Manoj THULASIDAS" userId="d95e47b6-62ec-43de-81ef-a7c2618fa2c1" providerId="ADAL" clId="{AD284103-20F8-5477-B65E-8E004EFEAAA6}" dt="2026-02-28T05:40:24.930" v="1794" actId="14100"/>
          <ac:spMkLst>
            <pc:docMk/>
            <pc:sldMk cId="0" sldId="284"/>
            <ac:spMk id="338" creationId="{00000000-0000-0000-0000-000000000000}"/>
          </ac:spMkLst>
        </pc:spChg>
        <pc:spChg chg="mod">
          <ac:chgData name="Manoj THULASIDAS" userId="d95e47b6-62ec-43de-81ef-a7c2618fa2c1" providerId="ADAL" clId="{AD284103-20F8-5477-B65E-8E004EFEAAA6}" dt="2026-02-28T02:46:19.666" v="1063" actId="113"/>
          <ac:spMkLst>
            <pc:docMk/>
            <pc:sldMk cId="0" sldId="284"/>
            <ac:spMk id="340" creationId="{00000000-0000-0000-0000-000000000000}"/>
          </ac:spMkLst>
        </pc:spChg>
        <pc:spChg chg="mod">
          <ac:chgData name="Manoj THULASIDAS" userId="d95e47b6-62ec-43de-81ef-a7c2618fa2c1" providerId="ADAL" clId="{AD284103-20F8-5477-B65E-8E004EFEAAA6}" dt="2026-02-28T05:40:27.639" v="1795" actId="14100"/>
          <ac:spMkLst>
            <pc:docMk/>
            <pc:sldMk cId="0" sldId="284"/>
            <ac:spMk id="341" creationId="{00000000-0000-0000-0000-000000000000}"/>
          </ac:spMkLst>
        </pc:spChg>
        <pc:spChg chg="mod">
          <ac:chgData name="Manoj THULASIDAS" userId="d95e47b6-62ec-43de-81ef-a7c2618fa2c1" providerId="ADAL" clId="{AD284103-20F8-5477-B65E-8E004EFEAAA6}" dt="2026-02-28T02:46:27.237" v="1064" actId="108"/>
          <ac:spMkLst>
            <pc:docMk/>
            <pc:sldMk cId="0" sldId="284"/>
            <ac:spMk id="343" creationId="{00000000-0000-0000-0000-000000000000}"/>
          </ac:spMkLst>
        </pc:spChg>
        <pc:spChg chg="mod">
          <ac:chgData name="Manoj THULASIDAS" userId="d95e47b6-62ec-43de-81ef-a7c2618fa2c1" providerId="ADAL" clId="{AD284103-20F8-5477-B65E-8E004EFEAAA6}" dt="2026-02-28T05:40:57.091" v="1798" actId="14100"/>
          <ac:spMkLst>
            <pc:docMk/>
            <pc:sldMk cId="0" sldId="284"/>
            <ac:spMk id="344" creationId="{00000000-0000-0000-0000-000000000000}"/>
          </ac:spMkLst>
        </pc:spChg>
        <pc:spChg chg="mod">
          <ac:chgData name="Manoj THULASIDAS" userId="d95e47b6-62ec-43de-81ef-a7c2618fa2c1" providerId="ADAL" clId="{AD284103-20F8-5477-B65E-8E004EFEAAA6}" dt="2026-02-28T03:29:43.373" v="1629" actId="255"/>
          <ac:spMkLst>
            <pc:docMk/>
            <pc:sldMk cId="0" sldId="284"/>
            <ac:spMk id="347" creationId="{00000000-0000-0000-0000-000000000000}"/>
          </ac:spMkLst>
        </pc:spChg>
        <pc:spChg chg="mod">
          <ac:chgData name="Manoj THULASIDAS" userId="d95e47b6-62ec-43de-81ef-a7c2618fa2c1" providerId="ADAL" clId="{AD284103-20F8-5477-B65E-8E004EFEAAA6}" dt="2026-02-28T01:17:26.781" v="160"/>
          <ac:spMkLst>
            <pc:docMk/>
            <pc:sldMk cId="0" sldId="284"/>
            <ac:spMk id="348" creationId="{00000000-0000-0000-0000-000000000000}"/>
          </ac:spMkLst>
        </pc:spChg>
        <pc:cxnChg chg="mod">
          <ac:chgData name="Manoj THULASIDAS" userId="d95e47b6-62ec-43de-81ef-a7c2618fa2c1" providerId="ADAL" clId="{AD284103-20F8-5477-B65E-8E004EFEAAA6}" dt="2026-02-28T05:40:24.930" v="1794" actId="14100"/>
          <ac:cxnSpMkLst>
            <pc:docMk/>
            <pc:sldMk cId="0" sldId="284"/>
            <ac:cxnSpMk id="339" creationId="{00000000-0000-0000-0000-000000000000}"/>
          </ac:cxnSpMkLst>
        </pc:cxnChg>
        <pc:cxnChg chg="mod">
          <ac:chgData name="Manoj THULASIDAS" userId="d95e47b6-62ec-43de-81ef-a7c2618fa2c1" providerId="ADAL" clId="{AD284103-20F8-5477-B65E-8E004EFEAAA6}" dt="2026-02-28T05:40:27.639" v="1795" actId="14100"/>
          <ac:cxnSpMkLst>
            <pc:docMk/>
            <pc:sldMk cId="0" sldId="284"/>
            <ac:cxnSpMk id="342" creationId="{00000000-0000-0000-0000-000000000000}"/>
          </ac:cxnSpMkLst>
        </pc:cxnChg>
        <pc:cxnChg chg="mod">
          <ac:chgData name="Manoj THULASIDAS" userId="d95e47b6-62ec-43de-81ef-a7c2618fa2c1" providerId="ADAL" clId="{AD284103-20F8-5477-B65E-8E004EFEAAA6}" dt="2026-02-28T05:40:57.091" v="1798" actId="14100"/>
          <ac:cxnSpMkLst>
            <pc:docMk/>
            <pc:sldMk cId="0" sldId="284"/>
            <ac:cxnSpMk id="345" creationId="{00000000-0000-0000-0000-000000000000}"/>
          </ac:cxnSpMkLst>
        </pc:cxnChg>
      </pc:sldChg>
      <pc:sldChg chg="modSp mod">
        <pc:chgData name="Manoj THULASIDAS" userId="d95e47b6-62ec-43de-81ef-a7c2618fa2c1" providerId="ADAL" clId="{AD284103-20F8-5477-B65E-8E004EFEAAA6}" dt="2026-02-28T05:25:05.275" v="1785" actId="20577"/>
        <pc:sldMkLst>
          <pc:docMk/>
          <pc:sldMk cId="0" sldId="285"/>
        </pc:sldMkLst>
        <pc:spChg chg="mod">
          <ac:chgData name="Manoj THULASIDAS" userId="d95e47b6-62ec-43de-81ef-a7c2618fa2c1" providerId="ADAL" clId="{AD284103-20F8-5477-B65E-8E004EFEAAA6}" dt="2026-02-28T05:25:05.275" v="1785" actId="20577"/>
          <ac:spMkLst>
            <pc:docMk/>
            <pc:sldMk cId="0" sldId="285"/>
            <ac:spMk id="353" creationId="{00000000-0000-0000-0000-000000000000}"/>
          </ac:spMkLst>
        </pc:spChg>
        <pc:spChg chg="mod">
          <ac:chgData name="Manoj THULASIDAS" userId="d95e47b6-62ec-43de-81ef-a7c2618fa2c1" providerId="ADAL" clId="{AD284103-20F8-5477-B65E-8E004EFEAAA6}" dt="2026-02-28T01:17:26.781" v="160"/>
          <ac:spMkLst>
            <pc:docMk/>
            <pc:sldMk cId="0" sldId="285"/>
            <ac:spMk id="354" creationId="{00000000-0000-0000-0000-000000000000}"/>
          </ac:spMkLst>
        </pc:spChg>
        <pc:spChg chg="mod">
          <ac:chgData name="Manoj THULASIDAS" userId="d95e47b6-62ec-43de-81ef-a7c2618fa2c1" providerId="ADAL" clId="{AD284103-20F8-5477-B65E-8E004EFEAAA6}" dt="2026-02-28T02:48:02.476" v="1091" actId="20577"/>
          <ac:spMkLst>
            <pc:docMk/>
            <pc:sldMk cId="0" sldId="285"/>
            <ac:spMk id="360" creationId="{00000000-0000-0000-0000-000000000000}"/>
          </ac:spMkLst>
        </pc:spChg>
        <pc:spChg chg="mod">
          <ac:chgData name="Manoj THULASIDAS" userId="d95e47b6-62ec-43de-81ef-a7c2618fa2c1" providerId="ADAL" clId="{AD284103-20F8-5477-B65E-8E004EFEAAA6}" dt="2026-02-28T02:47:37.800" v="1087" actId="20577"/>
          <ac:spMkLst>
            <pc:docMk/>
            <pc:sldMk cId="0" sldId="285"/>
            <ac:spMk id="361" creationId="{00000000-0000-0000-0000-000000000000}"/>
          </ac:spMkLst>
        </pc:spChg>
        <pc:spChg chg="mod">
          <ac:chgData name="Manoj THULASIDAS" userId="d95e47b6-62ec-43de-81ef-a7c2618fa2c1" providerId="ADAL" clId="{AD284103-20F8-5477-B65E-8E004EFEAAA6}" dt="2026-02-28T01:17:26.781" v="160"/>
          <ac:spMkLst>
            <pc:docMk/>
            <pc:sldMk cId="0" sldId="285"/>
            <ac:spMk id="362" creationId="{00000000-0000-0000-0000-000000000000}"/>
          </ac:spMkLst>
        </pc:spChg>
      </pc:sldChg>
      <pc:sldChg chg="modSp mod">
        <pc:chgData name="Manoj THULASIDAS" userId="d95e47b6-62ec-43de-81ef-a7c2618fa2c1" providerId="ADAL" clId="{AD284103-20F8-5477-B65E-8E004EFEAAA6}" dt="2026-02-28T05:25:25.585" v="1789" actId="6549"/>
        <pc:sldMkLst>
          <pc:docMk/>
          <pc:sldMk cId="0" sldId="286"/>
        </pc:sldMkLst>
        <pc:spChg chg="mod">
          <ac:chgData name="Manoj THULASIDAS" userId="d95e47b6-62ec-43de-81ef-a7c2618fa2c1" providerId="ADAL" clId="{AD284103-20F8-5477-B65E-8E004EFEAAA6}" dt="2026-02-28T05:25:25.585" v="1789" actId="6549"/>
          <ac:spMkLst>
            <pc:docMk/>
            <pc:sldMk cId="0" sldId="286"/>
            <ac:spMk id="367" creationId="{00000000-0000-0000-0000-000000000000}"/>
          </ac:spMkLst>
        </pc:spChg>
        <pc:spChg chg="mod">
          <ac:chgData name="Manoj THULASIDAS" userId="d95e47b6-62ec-43de-81ef-a7c2618fa2c1" providerId="ADAL" clId="{AD284103-20F8-5477-B65E-8E004EFEAAA6}" dt="2026-02-28T02:48:20.557" v="1094" actId="20577"/>
          <ac:spMkLst>
            <pc:docMk/>
            <pc:sldMk cId="0" sldId="286"/>
            <ac:spMk id="368" creationId="{00000000-0000-0000-0000-000000000000}"/>
          </ac:spMkLst>
        </pc:spChg>
        <pc:spChg chg="mod">
          <ac:chgData name="Manoj THULASIDAS" userId="d95e47b6-62ec-43de-81ef-a7c2618fa2c1" providerId="ADAL" clId="{AD284103-20F8-5477-B65E-8E004EFEAAA6}" dt="2026-02-28T02:48:26.741" v="1096" actId="14100"/>
          <ac:spMkLst>
            <pc:docMk/>
            <pc:sldMk cId="0" sldId="286"/>
            <ac:spMk id="369" creationId="{00000000-0000-0000-0000-000000000000}"/>
          </ac:spMkLst>
        </pc:spChg>
        <pc:spChg chg="mod">
          <ac:chgData name="Manoj THULASIDAS" userId="d95e47b6-62ec-43de-81ef-a7c2618fa2c1" providerId="ADAL" clId="{AD284103-20F8-5477-B65E-8E004EFEAAA6}" dt="2026-02-28T02:49:14.698" v="1105" actId="20577"/>
          <ac:spMkLst>
            <pc:docMk/>
            <pc:sldMk cId="0" sldId="286"/>
            <ac:spMk id="371" creationId="{00000000-0000-0000-0000-000000000000}"/>
          </ac:spMkLst>
        </pc:spChg>
        <pc:spChg chg="mod">
          <ac:chgData name="Manoj THULASIDAS" userId="d95e47b6-62ec-43de-81ef-a7c2618fa2c1" providerId="ADAL" clId="{AD284103-20F8-5477-B65E-8E004EFEAAA6}" dt="2026-02-28T02:48:23.807" v="1095" actId="14100"/>
          <ac:spMkLst>
            <pc:docMk/>
            <pc:sldMk cId="0" sldId="286"/>
            <ac:spMk id="372" creationId="{00000000-0000-0000-0000-000000000000}"/>
          </ac:spMkLst>
        </pc:spChg>
        <pc:spChg chg="mod">
          <ac:chgData name="Manoj THULASIDAS" userId="d95e47b6-62ec-43de-81ef-a7c2618fa2c1" providerId="ADAL" clId="{AD284103-20F8-5477-B65E-8E004EFEAAA6}" dt="2026-02-28T02:48:55.753" v="1100" actId="108"/>
          <ac:spMkLst>
            <pc:docMk/>
            <pc:sldMk cId="0" sldId="286"/>
            <ac:spMk id="374" creationId="{00000000-0000-0000-0000-000000000000}"/>
          </ac:spMkLst>
        </pc:spChg>
        <pc:spChg chg="mod">
          <ac:chgData name="Manoj THULASIDAS" userId="d95e47b6-62ec-43de-81ef-a7c2618fa2c1" providerId="ADAL" clId="{AD284103-20F8-5477-B65E-8E004EFEAAA6}" dt="2026-02-28T02:48:29.344" v="1097" actId="14100"/>
          <ac:spMkLst>
            <pc:docMk/>
            <pc:sldMk cId="0" sldId="286"/>
            <ac:spMk id="375" creationId="{00000000-0000-0000-0000-000000000000}"/>
          </ac:spMkLst>
        </pc:spChg>
        <pc:spChg chg="mod">
          <ac:chgData name="Manoj THULASIDAS" userId="d95e47b6-62ec-43de-81ef-a7c2618fa2c1" providerId="ADAL" clId="{AD284103-20F8-5477-B65E-8E004EFEAAA6}" dt="2026-02-28T02:49:22.276" v="1110" actId="20577"/>
          <ac:spMkLst>
            <pc:docMk/>
            <pc:sldMk cId="0" sldId="286"/>
            <ac:spMk id="377" creationId="{00000000-0000-0000-0000-000000000000}"/>
          </ac:spMkLst>
        </pc:spChg>
        <pc:spChg chg="mod">
          <ac:chgData name="Manoj THULASIDAS" userId="d95e47b6-62ec-43de-81ef-a7c2618fa2c1" providerId="ADAL" clId="{AD284103-20F8-5477-B65E-8E004EFEAAA6}" dt="2026-02-28T03:02:24.311" v="1258" actId="313"/>
          <ac:spMkLst>
            <pc:docMk/>
            <pc:sldMk cId="0" sldId="286"/>
            <ac:spMk id="378" creationId="{00000000-0000-0000-0000-000000000000}"/>
          </ac:spMkLst>
        </pc:spChg>
        <pc:spChg chg="mod">
          <ac:chgData name="Manoj THULASIDAS" userId="d95e47b6-62ec-43de-81ef-a7c2618fa2c1" providerId="ADAL" clId="{AD284103-20F8-5477-B65E-8E004EFEAAA6}" dt="2026-02-28T01:17:26.781" v="160"/>
          <ac:spMkLst>
            <pc:docMk/>
            <pc:sldMk cId="0" sldId="286"/>
            <ac:spMk id="379" creationId="{00000000-0000-0000-0000-000000000000}"/>
          </ac:spMkLst>
        </pc:spChg>
        <pc:cxnChg chg="mod">
          <ac:chgData name="Manoj THULASIDAS" userId="d95e47b6-62ec-43de-81ef-a7c2618fa2c1" providerId="ADAL" clId="{AD284103-20F8-5477-B65E-8E004EFEAAA6}" dt="2026-02-28T02:48:26.741" v="1096" actId="14100"/>
          <ac:cxnSpMkLst>
            <pc:docMk/>
            <pc:sldMk cId="0" sldId="286"/>
            <ac:cxnSpMk id="370" creationId="{00000000-0000-0000-0000-000000000000}"/>
          </ac:cxnSpMkLst>
        </pc:cxnChg>
        <pc:cxnChg chg="mod">
          <ac:chgData name="Manoj THULASIDAS" userId="d95e47b6-62ec-43de-81ef-a7c2618fa2c1" providerId="ADAL" clId="{AD284103-20F8-5477-B65E-8E004EFEAAA6}" dt="2026-02-28T02:48:23.807" v="1095" actId="14100"/>
          <ac:cxnSpMkLst>
            <pc:docMk/>
            <pc:sldMk cId="0" sldId="286"/>
            <ac:cxnSpMk id="373" creationId="{00000000-0000-0000-0000-000000000000}"/>
          </ac:cxnSpMkLst>
        </pc:cxnChg>
        <pc:cxnChg chg="mod">
          <ac:chgData name="Manoj THULASIDAS" userId="d95e47b6-62ec-43de-81ef-a7c2618fa2c1" providerId="ADAL" clId="{AD284103-20F8-5477-B65E-8E004EFEAAA6}" dt="2026-02-28T02:48:29.344" v="1097" actId="14100"/>
          <ac:cxnSpMkLst>
            <pc:docMk/>
            <pc:sldMk cId="0" sldId="286"/>
            <ac:cxnSpMk id="376" creationId="{00000000-0000-0000-0000-000000000000}"/>
          </ac:cxnSpMkLst>
        </pc:cxnChg>
      </pc:sldChg>
      <pc:sldChg chg="modSp mod">
        <pc:chgData name="Manoj THULASIDAS" userId="d95e47b6-62ec-43de-81ef-a7c2618fa2c1" providerId="ADAL" clId="{AD284103-20F8-5477-B65E-8E004EFEAAA6}" dt="2026-02-28T02:50:04.005" v="1116" actId="20577"/>
        <pc:sldMkLst>
          <pc:docMk/>
          <pc:sldMk cId="0" sldId="287"/>
        </pc:sldMkLst>
        <pc:spChg chg="mod">
          <ac:chgData name="Manoj THULASIDAS" userId="d95e47b6-62ec-43de-81ef-a7c2618fa2c1" providerId="ADAL" clId="{AD284103-20F8-5477-B65E-8E004EFEAAA6}" dt="2026-02-26T10:38:37.368" v="47" actId="2711"/>
          <ac:spMkLst>
            <pc:docMk/>
            <pc:sldMk cId="0" sldId="287"/>
            <ac:spMk id="384" creationId="{00000000-0000-0000-0000-000000000000}"/>
          </ac:spMkLst>
        </pc:spChg>
        <pc:spChg chg="mod">
          <ac:chgData name="Manoj THULASIDAS" userId="d95e47b6-62ec-43de-81ef-a7c2618fa2c1" providerId="ADAL" clId="{AD284103-20F8-5477-B65E-8E004EFEAAA6}" dt="2026-02-28T02:50:04.005" v="1116" actId="20577"/>
          <ac:spMkLst>
            <pc:docMk/>
            <pc:sldMk cId="0" sldId="287"/>
            <ac:spMk id="386" creationId="{00000000-0000-0000-0000-000000000000}"/>
          </ac:spMkLst>
        </pc:spChg>
      </pc:sldChg>
      <pc:sldChg chg="modSp mod">
        <pc:chgData name="Manoj THULASIDAS" userId="d95e47b6-62ec-43de-81ef-a7c2618fa2c1" providerId="ADAL" clId="{AD284103-20F8-5477-B65E-8E004EFEAAA6}" dt="2026-02-28T02:51:39.825" v="1139" actId="20577"/>
        <pc:sldMkLst>
          <pc:docMk/>
          <pc:sldMk cId="0" sldId="288"/>
        </pc:sldMkLst>
        <pc:spChg chg="mod">
          <ac:chgData name="Manoj THULASIDAS" userId="d95e47b6-62ec-43de-81ef-a7c2618fa2c1" providerId="ADAL" clId="{AD284103-20F8-5477-B65E-8E004EFEAAA6}" dt="2026-02-26T10:38:45.390" v="48" actId="2711"/>
          <ac:spMkLst>
            <pc:docMk/>
            <pc:sldMk cId="0" sldId="288"/>
            <ac:spMk id="391" creationId="{00000000-0000-0000-0000-000000000000}"/>
          </ac:spMkLst>
        </pc:spChg>
        <pc:spChg chg="mod">
          <ac:chgData name="Manoj THULASIDAS" userId="d95e47b6-62ec-43de-81ef-a7c2618fa2c1" providerId="ADAL" clId="{AD284103-20F8-5477-B65E-8E004EFEAAA6}" dt="2026-02-28T01:17:26.781" v="160"/>
          <ac:spMkLst>
            <pc:docMk/>
            <pc:sldMk cId="0" sldId="288"/>
            <ac:spMk id="392" creationId="{00000000-0000-0000-0000-000000000000}"/>
          </ac:spMkLst>
        </pc:spChg>
        <pc:spChg chg="mod">
          <ac:chgData name="Manoj THULASIDAS" userId="d95e47b6-62ec-43de-81ef-a7c2618fa2c1" providerId="ADAL" clId="{AD284103-20F8-5477-B65E-8E004EFEAAA6}" dt="2026-02-28T02:50:40.035" v="1121" actId="1076"/>
          <ac:spMkLst>
            <pc:docMk/>
            <pc:sldMk cId="0" sldId="288"/>
            <ac:spMk id="393" creationId="{00000000-0000-0000-0000-000000000000}"/>
          </ac:spMkLst>
        </pc:spChg>
        <pc:spChg chg="mod">
          <ac:chgData name="Manoj THULASIDAS" userId="d95e47b6-62ec-43de-81ef-a7c2618fa2c1" providerId="ADAL" clId="{AD284103-20F8-5477-B65E-8E004EFEAAA6}" dt="2026-02-28T02:51:07.393" v="1127" actId="108"/>
          <ac:spMkLst>
            <pc:docMk/>
            <pc:sldMk cId="0" sldId="288"/>
            <ac:spMk id="395" creationId="{00000000-0000-0000-0000-000000000000}"/>
          </ac:spMkLst>
        </pc:spChg>
        <pc:spChg chg="mod">
          <ac:chgData name="Manoj THULASIDAS" userId="d95e47b6-62ec-43de-81ef-a7c2618fa2c1" providerId="ADAL" clId="{AD284103-20F8-5477-B65E-8E004EFEAAA6}" dt="2026-02-28T02:50:53.458" v="1124" actId="14100"/>
          <ac:spMkLst>
            <pc:docMk/>
            <pc:sldMk cId="0" sldId="288"/>
            <ac:spMk id="396" creationId="{00000000-0000-0000-0000-000000000000}"/>
          </ac:spMkLst>
        </pc:spChg>
        <pc:spChg chg="mod">
          <ac:chgData name="Manoj THULASIDAS" userId="d95e47b6-62ec-43de-81ef-a7c2618fa2c1" providerId="ADAL" clId="{AD284103-20F8-5477-B65E-8E004EFEAAA6}" dt="2026-02-28T02:51:39.825" v="1139" actId="20577"/>
          <ac:spMkLst>
            <pc:docMk/>
            <pc:sldMk cId="0" sldId="288"/>
            <ac:spMk id="398" creationId="{00000000-0000-0000-0000-000000000000}"/>
          </ac:spMkLst>
        </pc:spChg>
        <pc:spChg chg="mod">
          <ac:chgData name="Manoj THULASIDAS" userId="d95e47b6-62ec-43de-81ef-a7c2618fa2c1" providerId="ADAL" clId="{AD284103-20F8-5477-B65E-8E004EFEAAA6}" dt="2026-02-28T02:51:00.128" v="1126" actId="14100"/>
          <ac:spMkLst>
            <pc:docMk/>
            <pc:sldMk cId="0" sldId="288"/>
            <ac:spMk id="399" creationId="{00000000-0000-0000-0000-000000000000}"/>
          </ac:spMkLst>
        </pc:spChg>
        <pc:spChg chg="mod">
          <ac:chgData name="Manoj THULASIDAS" userId="d95e47b6-62ec-43de-81ef-a7c2618fa2c1" providerId="ADAL" clId="{AD284103-20F8-5477-B65E-8E004EFEAAA6}" dt="2026-02-28T02:50:34.778" v="1120" actId="20577"/>
          <ac:spMkLst>
            <pc:docMk/>
            <pc:sldMk cId="0" sldId="288"/>
            <ac:spMk id="402" creationId="{00000000-0000-0000-0000-000000000000}"/>
          </ac:spMkLst>
        </pc:spChg>
        <pc:spChg chg="mod">
          <ac:chgData name="Manoj THULASIDAS" userId="d95e47b6-62ec-43de-81ef-a7c2618fa2c1" providerId="ADAL" clId="{AD284103-20F8-5477-B65E-8E004EFEAAA6}" dt="2026-02-28T01:17:26.781" v="160"/>
          <ac:spMkLst>
            <pc:docMk/>
            <pc:sldMk cId="0" sldId="288"/>
            <ac:spMk id="403" creationId="{00000000-0000-0000-0000-000000000000}"/>
          </ac:spMkLst>
        </pc:spChg>
        <pc:cxnChg chg="mod">
          <ac:chgData name="Manoj THULASIDAS" userId="d95e47b6-62ec-43de-81ef-a7c2618fa2c1" providerId="ADAL" clId="{AD284103-20F8-5477-B65E-8E004EFEAAA6}" dt="2026-02-28T02:50:40.035" v="1121" actId="1076"/>
          <ac:cxnSpMkLst>
            <pc:docMk/>
            <pc:sldMk cId="0" sldId="288"/>
            <ac:cxnSpMk id="394" creationId="{00000000-0000-0000-0000-000000000000}"/>
          </ac:cxnSpMkLst>
        </pc:cxnChg>
        <pc:cxnChg chg="mod">
          <ac:chgData name="Manoj THULASIDAS" userId="d95e47b6-62ec-43de-81ef-a7c2618fa2c1" providerId="ADAL" clId="{AD284103-20F8-5477-B65E-8E004EFEAAA6}" dt="2026-02-28T02:50:53.458" v="1124" actId="14100"/>
          <ac:cxnSpMkLst>
            <pc:docMk/>
            <pc:sldMk cId="0" sldId="288"/>
            <ac:cxnSpMk id="397" creationId="{00000000-0000-0000-0000-000000000000}"/>
          </ac:cxnSpMkLst>
        </pc:cxnChg>
        <pc:cxnChg chg="mod">
          <ac:chgData name="Manoj THULASIDAS" userId="d95e47b6-62ec-43de-81ef-a7c2618fa2c1" providerId="ADAL" clId="{AD284103-20F8-5477-B65E-8E004EFEAAA6}" dt="2026-02-28T02:51:00.128" v="1126" actId="14100"/>
          <ac:cxnSpMkLst>
            <pc:docMk/>
            <pc:sldMk cId="0" sldId="288"/>
            <ac:cxnSpMk id="400" creationId="{00000000-0000-0000-0000-000000000000}"/>
          </ac:cxnSpMkLst>
        </pc:cxnChg>
      </pc:sldChg>
      <pc:sldChg chg="modSp mod">
        <pc:chgData name="Manoj THULASIDAS" userId="d95e47b6-62ec-43de-81ef-a7c2618fa2c1" providerId="ADAL" clId="{AD284103-20F8-5477-B65E-8E004EFEAAA6}" dt="2026-02-28T03:29:49.873" v="1630" actId="113"/>
        <pc:sldMkLst>
          <pc:docMk/>
          <pc:sldMk cId="0" sldId="289"/>
        </pc:sldMkLst>
        <pc:spChg chg="mod">
          <ac:chgData name="Manoj THULASIDAS" userId="d95e47b6-62ec-43de-81ef-a7c2618fa2c1" providerId="ADAL" clId="{AD284103-20F8-5477-B65E-8E004EFEAAA6}" dt="2026-02-26T10:47:29.806" v="141" actId="20577"/>
          <ac:spMkLst>
            <pc:docMk/>
            <pc:sldMk cId="0" sldId="289"/>
            <ac:spMk id="408" creationId="{00000000-0000-0000-0000-000000000000}"/>
          </ac:spMkLst>
        </pc:spChg>
        <pc:spChg chg="mod">
          <ac:chgData name="Manoj THULASIDAS" userId="d95e47b6-62ec-43de-81ef-a7c2618fa2c1" providerId="ADAL" clId="{AD284103-20F8-5477-B65E-8E004EFEAAA6}" dt="2026-02-28T01:23:14.566" v="231" actId="108"/>
          <ac:spMkLst>
            <pc:docMk/>
            <pc:sldMk cId="0" sldId="289"/>
            <ac:spMk id="409" creationId="{00000000-0000-0000-0000-000000000000}"/>
          </ac:spMkLst>
        </pc:spChg>
        <pc:spChg chg="mod">
          <ac:chgData name="Manoj THULASIDAS" userId="d95e47b6-62ec-43de-81ef-a7c2618fa2c1" providerId="ADAL" clId="{AD284103-20F8-5477-B65E-8E004EFEAAA6}" dt="2026-02-28T01:17:26.781" v="160"/>
          <ac:spMkLst>
            <pc:docMk/>
            <pc:sldMk cId="0" sldId="289"/>
            <ac:spMk id="410" creationId="{00000000-0000-0000-0000-000000000000}"/>
          </ac:spMkLst>
        </pc:spChg>
        <pc:spChg chg="mod">
          <ac:chgData name="Manoj THULASIDAS" userId="d95e47b6-62ec-43de-81ef-a7c2618fa2c1" providerId="ADAL" clId="{AD284103-20F8-5477-B65E-8E004EFEAAA6}" dt="2026-02-28T02:52:00.972" v="1141" actId="14100"/>
          <ac:spMkLst>
            <pc:docMk/>
            <pc:sldMk cId="0" sldId="289"/>
            <ac:spMk id="411" creationId="{00000000-0000-0000-0000-000000000000}"/>
          </ac:spMkLst>
        </pc:spChg>
        <pc:spChg chg="mod">
          <ac:chgData name="Manoj THULASIDAS" userId="d95e47b6-62ec-43de-81ef-a7c2618fa2c1" providerId="ADAL" clId="{AD284103-20F8-5477-B65E-8E004EFEAAA6}" dt="2026-02-28T01:23:20.986" v="234" actId="108"/>
          <ac:spMkLst>
            <pc:docMk/>
            <pc:sldMk cId="0" sldId="289"/>
            <ac:spMk id="413" creationId="{00000000-0000-0000-0000-000000000000}"/>
          </ac:spMkLst>
        </pc:spChg>
        <pc:spChg chg="mod">
          <ac:chgData name="Manoj THULASIDAS" userId="d95e47b6-62ec-43de-81ef-a7c2618fa2c1" providerId="ADAL" clId="{AD284103-20F8-5477-B65E-8E004EFEAAA6}" dt="2026-02-28T02:52:11.110" v="1142" actId="14100"/>
          <ac:spMkLst>
            <pc:docMk/>
            <pc:sldMk cId="0" sldId="289"/>
            <ac:spMk id="414" creationId="{00000000-0000-0000-0000-000000000000}"/>
          </ac:spMkLst>
        </pc:spChg>
        <pc:spChg chg="mod">
          <ac:chgData name="Manoj THULASIDAS" userId="d95e47b6-62ec-43de-81ef-a7c2618fa2c1" providerId="ADAL" clId="{AD284103-20F8-5477-B65E-8E004EFEAAA6}" dt="2026-02-28T01:23:29.355" v="236" actId="108"/>
          <ac:spMkLst>
            <pc:docMk/>
            <pc:sldMk cId="0" sldId="289"/>
            <ac:spMk id="416" creationId="{00000000-0000-0000-0000-000000000000}"/>
          </ac:spMkLst>
        </pc:spChg>
        <pc:spChg chg="mod">
          <ac:chgData name="Manoj THULASIDAS" userId="d95e47b6-62ec-43de-81ef-a7c2618fa2c1" providerId="ADAL" clId="{AD284103-20F8-5477-B65E-8E004EFEAAA6}" dt="2026-02-28T02:52:23.090" v="1144" actId="14100"/>
          <ac:spMkLst>
            <pc:docMk/>
            <pc:sldMk cId="0" sldId="289"/>
            <ac:spMk id="417" creationId="{00000000-0000-0000-0000-000000000000}"/>
          </ac:spMkLst>
        </pc:spChg>
        <pc:spChg chg="mod">
          <ac:chgData name="Manoj THULASIDAS" userId="d95e47b6-62ec-43de-81ef-a7c2618fa2c1" providerId="ADAL" clId="{AD284103-20F8-5477-B65E-8E004EFEAAA6}" dt="2026-02-28T02:52:36.852" v="1145" actId="108"/>
          <ac:spMkLst>
            <pc:docMk/>
            <pc:sldMk cId="0" sldId="289"/>
            <ac:spMk id="419" creationId="{00000000-0000-0000-0000-000000000000}"/>
          </ac:spMkLst>
        </pc:spChg>
        <pc:spChg chg="mod">
          <ac:chgData name="Manoj THULASIDAS" userId="d95e47b6-62ec-43de-81ef-a7c2618fa2c1" providerId="ADAL" clId="{AD284103-20F8-5477-B65E-8E004EFEAAA6}" dt="2026-02-28T03:29:49.873" v="1630" actId="113"/>
          <ac:spMkLst>
            <pc:docMk/>
            <pc:sldMk cId="0" sldId="289"/>
            <ac:spMk id="420" creationId="{00000000-0000-0000-0000-000000000000}"/>
          </ac:spMkLst>
        </pc:spChg>
        <pc:spChg chg="mod">
          <ac:chgData name="Manoj THULASIDAS" userId="d95e47b6-62ec-43de-81ef-a7c2618fa2c1" providerId="ADAL" clId="{AD284103-20F8-5477-B65E-8E004EFEAAA6}" dt="2026-02-28T01:17:26.781" v="160"/>
          <ac:spMkLst>
            <pc:docMk/>
            <pc:sldMk cId="0" sldId="289"/>
            <ac:spMk id="421" creationId="{00000000-0000-0000-0000-000000000000}"/>
          </ac:spMkLst>
        </pc:spChg>
        <pc:cxnChg chg="mod">
          <ac:chgData name="Manoj THULASIDAS" userId="d95e47b6-62ec-43de-81ef-a7c2618fa2c1" providerId="ADAL" clId="{AD284103-20F8-5477-B65E-8E004EFEAAA6}" dt="2026-02-28T02:52:00.972" v="1141" actId="14100"/>
          <ac:cxnSpMkLst>
            <pc:docMk/>
            <pc:sldMk cId="0" sldId="289"/>
            <ac:cxnSpMk id="412" creationId="{00000000-0000-0000-0000-000000000000}"/>
          </ac:cxnSpMkLst>
        </pc:cxnChg>
        <pc:cxnChg chg="mod">
          <ac:chgData name="Manoj THULASIDAS" userId="d95e47b6-62ec-43de-81ef-a7c2618fa2c1" providerId="ADAL" clId="{AD284103-20F8-5477-B65E-8E004EFEAAA6}" dt="2026-02-28T02:52:11.110" v="1142" actId="14100"/>
          <ac:cxnSpMkLst>
            <pc:docMk/>
            <pc:sldMk cId="0" sldId="289"/>
            <ac:cxnSpMk id="415" creationId="{00000000-0000-0000-0000-000000000000}"/>
          </ac:cxnSpMkLst>
        </pc:cxnChg>
        <pc:cxnChg chg="mod">
          <ac:chgData name="Manoj THULASIDAS" userId="d95e47b6-62ec-43de-81ef-a7c2618fa2c1" providerId="ADAL" clId="{AD284103-20F8-5477-B65E-8E004EFEAAA6}" dt="2026-02-28T02:52:23.090" v="1144" actId="14100"/>
          <ac:cxnSpMkLst>
            <pc:docMk/>
            <pc:sldMk cId="0" sldId="289"/>
            <ac:cxnSpMk id="418" creationId="{00000000-0000-0000-0000-000000000000}"/>
          </ac:cxnSpMkLst>
        </pc:cxnChg>
      </pc:sldChg>
      <pc:sldChg chg="modSp mod">
        <pc:chgData name="Manoj THULASIDAS" userId="d95e47b6-62ec-43de-81ef-a7c2618fa2c1" providerId="ADAL" clId="{AD284103-20F8-5477-B65E-8E004EFEAAA6}" dt="2026-02-28T02:53:39.849" v="1156" actId="113"/>
        <pc:sldMkLst>
          <pc:docMk/>
          <pc:sldMk cId="0" sldId="290"/>
        </pc:sldMkLst>
        <pc:spChg chg="mod">
          <ac:chgData name="Manoj THULASIDAS" userId="d95e47b6-62ec-43de-81ef-a7c2618fa2c1" providerId="ADAL" clId="{AD284103-20F8-5477-B65E-8E004EFEAAA6}" dt="2026-02-26T10:47:22.665" v="139"/>
          <ac:spMkLst>
            <pc:docMk/>
            <pc:sldMk cId="0" sldId="290"/>
            <ac:spMk id="426" creationId="{00000000-0000-0000-0000-000000000000}"/>
          </ac:spMkLst>
        </pc:spChg>
        <pc:spChg chg="mod">
          <ac:chgData name="Manoj THULASIDAS" userId="d95e47b6-62ec-43de-81ef-a7c2618fa2c1" providerId="ADAL" clId="{AD284103-20F8-5477-B65E-8E004EFEAAA6}" dt="2026-02-28T02:53:35.368" v="1154" actId="113"/>
          <ac:spMkLst>
            <pc:docMk/>
            <pc:sldMk cId="0" sldId="290"/>
            <ac:spMk id="437" creationId="{00000000-0000-0000-0000-000000000000}"/>
          </ac:spMkLst>
        </pc:spChg>
        <pc:spChg chg="mod">
          <ac:chgData name="Manoj THULASIDAS" userId="d95e47b6-62ec-43de-81ef-a7c2618fa2c1" providerId="ADAL" clId="{AD284103-20F8-5477-B65E-8E004EFEAAA6}" dt="2026-02-28T02:53:36.863" v="1155" actId="113"/>
          <ac:spMkLst>
            <pc:docMk/>
            <pc:sldMk cId="0" sldId="290"/>
            <ac:spMk id="441" creationId="{00000000-0000-0000-0000-000000000000}"/>
          </ac:spMkLst>
        </pc:spChg>
        <pc:spChg chg="mod">
          <ac:chgData name="Manoj THULASIDAS" userId="d95e47b6-62ec-43de-81ef-a7c2618fa2c1" providerId="ADAL" clId="{AD284103-20F8-5477-B65E-8E004EFEAAA6}" dt="2026-02-28T02:53:39.849" v="1156" actId="113"/>
          <ac:spMkLst>
            <pc:docMk/>
            <pc:sldMk cId="0" sldId="290"/>
            <ac:spMk id="444" creationId="{00000000-0000-0000-0000-000000000000}"/>
          </ac:spMkLst>
        </pc:spChg>
        <pc:spChg chg="mod">
          <ac:chgData name="Manoj THULASIDAS" userId="d95e47b6-62ec-43de-81ef-a7c2618fa2c1" providerId="ADAL" clId="{AD284103-20F8-5477-B65E-8E004EFEAAA6}" dt="2026-02-28T02:53:32.933" v="1153" actId="113"/>
          <ac:spMkLst>
            <pc:docMk/>
            <pc:sldMk cId="0" sldId="290"/>
            <ac:spMk id="446" creationId="{00000000-0000-0000-0000-000000000000}"/>
          </ac:spMkLst>
        </pc:spChg>
      </pc:sldChg>
      <pc:sldChg chg="modSp mod">
        <pc:chgData name="Manoj THULASIDAS" userId="d95e47b6-62ec-43de-81ef-a7c2618fa2c1" providerId="ADAL" clId="{AD284103-20F8-5477-B65E-8E004EFEAAA6}" dt="2026-02-28T02:54:16.764" v="1160" actId="108"/>
        <pc:sldMkLst>
          <pc:docMk/>
          <pc:sldMk cId="0" sldId="291"/>
        </pc:sldMkLst>
        <pc:spChg chg="mod">
          <ac:chgData name="Manoj THULASIDAS" userId="d95e47b6-62ec-43de-81ef-a7c2618fa2c1" providerId="ADAL" clId="{AD284103-20F8-5477-B65E-8E004EFEAAA6}" dt="2026-02-26T10:47:15.992" v="138"/>
          <ac:spMkLst>
            <pc:docMk/>
            <pc:sldMk cId="0" sldId="291"/>
            <ac:spMk id="451" creationId="{00000000-0000-0000-0000-000000000000}"/>
          </ac:spMkLst>
        </pc:spChg>
        <pc:spChg chg="mod">
          <ac:chgData name="Manoj THULASIDAS" userId="d95e47b6-62ec-43de-81ef-a7c2618fa2c1" providerId="ADAL" clId="{AD284103-20F8-5477-B65E-8E004EFEAAA6}" dt="2026-02-28T02:54:16.764" v="1160" actId="108"/>
          <ac:spMkLst>
            <pc:docMk/>
            <pc:sldMk cId="0" sldId="291"/>
            <ac:spMk id="452" creationId="{00000000-0000-0000-0000-000000000000}"/>
          </ac:spMkLst>
        </pc:spChg>
      </pc:sldChg>
      <pc:sldChg chg="modSp mod">
        <pc:chgData name="Manoj THULASIDAS" userId="d95e47b6-62ec-43de-81ef-a7c2618fa2c1" providerId="ADAL" clId="{AD284103-20F8-5477-B65E-8E004EFEAAA6}" dt="2026-02-28T03:18:56.467" v="1424" actId="20577"/>
        <pc:sldMkLst>
          <pc:docMk/>
          <pc:sldMk cId="0" sldId="292"/>
        </pc:sldMkLst>
        <pc:spChg chg="mod">
          <ac:chgData name="Manoj THULASIDAS" userId="d95e47b6-62ec-43de-81ef-a7c2618fa2c1" providerId="ADAL" clId="{AD284103-20F8-5477-B65E-8E004EFEAAA6}" dt="2026-02-26T10:47:08.827" v="137" actId="2711"/>
          <ac:spMkLst>
            <pc:docMk/>
            <pc:sldMk cId="0" sldId="292"/>
            <ac:spMk id="457" creationId="{00000000-0000-0000-0000-000000000000}"/>
          </ac:spMkLst>
        </pc:spChg>
        <pc:spChg chg="mod">
          <ac:chgData name="Manoj THULASIDAS" userId="d95e47b6-62ec-43de-81ef-a7c2618fa2c1" providerId="ADAL" clId="{AD284103-20F8-5477-B65E-8E004EFEAAA6}" dt="2026-02-28T02:06:09.304" v="783" actId="14100"/>
          <ac:spMkLst>
            <pc:docMk/>
            <pc:sldMk cId="0" sldId="292"/>
            <ac:spMk id="458" creationId="{00000000-0000-0000-0000-000000000000}"/>
          </ac:spMkLst>
        </pc:spChg>
        <pc:spChg chg="mod">
          <ac:chgData name="Manoj THULASIDAS" userId="d95e47b6-62ec-43de-81ef-a7c2618fa2c1" providerId="ADAL" clId="{AD284103-20F8-5477-B65E-8E004EFEAAA6}" dt="2026-02-28T03:18:56.467" v="1424" actId="20577"/>
          <ac:spMkLst>
            <pc:docMk/>
            <pc:sldMk cId="0" sldId="292"/>
            <ac:spMk id="459" creationId="{00000000-0000-0000-0000-000000000000}"/>
          </ac:spMkLst>
        </pc:spChg>
      </pc:sldChg>
      <pc:sldChg chg="modSp mod">
        <pc:chgData name="Manoj THULASIDAS" userId="d95e47b6-62ec-43de-81ef-a7c2618fa2c1" providerId="ADAL" clId="{AD284103-20F8-5477-B65E-8E004EFEAAA6}" dt="2026-02-28T02:55:56.462" v="1172" actId="108"/>
        <pc:sldMkLst>
          <pc:docMk/>
          <pc:sldMk cId="0" sldId="293"/>
        </pc:sldMkLst>
        <pc:spChg chg="mod">
          <ac:chgData name="Manoj THULASIDAS" userId="d95e47b6-62ec-43de-81ef-a7c2618fa2c1" providerId="ADAL" clId="{AD284103-20F8-5477-B65E-8E004EFEAAA6}" dt="2026-02-28T02:55:00.400" v="1162" actId="2711"/>
          <ac:spMkLst>
            <pc:docMk/>
            <pc:sldMk cId="0" sldId="293"/>
            <ac:spMk id="464" creationId="{00000000-0000-0000-0000-000000000000}"/>
          </ac:spMkLst>
        </pc:spChg>
        <pc:spChg chg="mod">
          <ac:chgData name="Manoj THULASIDAS" userId="d95e47b6-62ec-43de-81ef-a7c2618fa2c1" providerId="ADAL" clId="{AD284103-20F8-5477-B65E-8E004EFEAAA6}" dt="2026-02-28T01:25:04.933" v="257" actId="108"/>
          <ac:spMkLst>
            <pc:docMk/>
            <pc:sldMk cId="0" sldId="293"/>
            <ac:spMk id="465" creationId="{00000000-0000-0000-0000-000000000000}"/>
          </ac:spMkLst>
        </pc:spChg>
        <pc:spChg chg="mod">
          <ac:chgData name="Manoj THULASIDAS" userId="d95e47b6-62ec-43de-81ef-a7c2618fa2c1" providerId="ADAL" clId="{AD284103-20F8-5477-B65E-8E004EFEAAA6}" dt="2026-02-28T01:17:26.781" v="160"/>
          <ac:spMkLst>
            <pc:docMk/>
            <pc:sldMk cId="0" sldId="293"/>
            <ac:spMk id="466" creationId="{00000000-0000-0000-0000-000000000000}"/>
          </ac:spMkLst>
        </pc:spChg>
        <pc:spChg chg="mod">
          <ac:chgData name="Manoj THULASIDAS" userId="d95e47b6-62ec-43de-81ef-a7c2618fa2c1" providerId="ADAL" clId="{AD284103-20F8-5477-B65E-8E004EFEAAA6}" dt="2026-02-28T02:55:10.424" v="1164" actId="14100"/>
          <ac:spMkLst>
            <pc:docMk/>
            <pc:sldMk cId="0" sldId="293"/>
            <ac:spMk id="467" creationId="{00000000-0000-0000-0000-000000000000}"/>
          </ac:spMkLst>
        </pc:spChg>
        <pc:spChg chg="mod">
          <ac:chgData name="Manoj THULASIDAS" userId="d95e47b6-62ec-43de-81ef-a7c2618fa2c1" providerId="ADAL" clId="{AD284103-20F8-5477-B65E-8E004EFEAAA6}" dt="2026-02-28T01:25:16.423" v="259" actId="108"/>
          <ac:spMkLst>
            <pc:docMk/>
            <pc:sldMk cId="0" sldId="293"/>
            <ac:spMk id="469" creationId="{00000000-0000-0000-0000-000000000000}"/>
          </ac:spMkLst>
        </pc:spChg>
        <pc:spChg chg="mod">
          <ac:chgData name="Manoj THULASIDAS" userId="d95e47b6-62ec-43de-81ef-a7c2618fa2c1" providerId="ADAL" clId="{AD284103-20F8-5477-B65E-8E004EFEAAA6}" dt="2026-02-28T02:55:18.393" v="1167" actId="14100"/>
          <ac:spMkLst>
            <pc:docMk/>
            <pc:sldMk cId="0" sldId="293"/>
            <ac:spMk id="470" creationId="{00000000-0000-0000-0000-000000000000}"/>
          </ac:spMkLst>
        </pc:spChg>
        <pc:spChg chg="mod">
          <ac:chgData name="Manoj THULASIDAS" userId="d95e47b6-62ec-43de-81ef-a7c2618fa2c1" providerId="ADAL" clId="{AD284103-20F8-5477-B65E-8E004EFEAAA6}" dt="2026-02-28T02:55:56.462" v="1172" actId="108"/>
          <ac:spMkLst>
            <pc:docMk/>
            <pc:sldMk cId="0" sldId="293"/>
            <ac:spMk id="472" creationId="{00000000-0000-0000-0000-000000000000}"/>
          </ac:spMkLst>
        </pc:spChg>
        <pc:spChg chg="mod">
          <ac:chgData name="Manoj THULASIDAS" userId="d95e47b6-62ec-43de-81ef-a7c2618fa2c1" providerId="ADAL" clId="{AD284103-20F8-5477-B65E-8E004EFEAAA6}" dt="2026-02-28T02:55:27.252" v="1169" actId="14100"/>
          <ac:spMkLst>
            <pc:docMk/>
            <pc:sldMk cId="0" sldId="293"/>
            <ac:spMk id="473" creationId="{00000000-0000-0000-0000-000000000000}"/>
          </ac:spMkLst>
        </pc:spChg>
        <pc:spChg chg="mod">
          <ac:chgData name="Manoj THULASIDAS" userId="d95e47b6-62ec-43de-81ef-a7c2618fa2c1" providerId="ADAL" clId="{AD284103-20F8-5477-B65E-8E004EFEAAA6}" dt="2026-02-28T01:17:26.781" v="160"/>
          <ac:spMkLst>
            <pc:docMk/>
            <pc:sldMk cId="0" sldId="293"/>
            <ac:spMk id="476" creationId="{00000000-0000-0000-0000-000000000000}"/>
          </ac:spMkLst>
        </pc:spChg>
        <pc:cxnChg chg="mod">
          <ac:chgData name="Manoj THULASIDAS" userId="d95e47b6-62ec-43de-81ef-a7c2618fa2c1" providerId="ADAL" clId="{AD284103-20F8-5477-B65E-8E004EFEAAA6}" dt="2026-02-28T02:55:10.424" v="1164" actId="14100"/>
          <ac:cxnSpMkLst>
            <pc:docMk/>
            <pc:sldMk cId="0" sldId="293"/>
            <ac:cxnSpMk id="468" creationId="{00000000-0000-0000-0000-000000000000}"/>
          </ac:cxnSpMkLst>
        </pc:cxnChg>
        <pc:cxnChg chg="mod">
          <ac:chgData name="Manoj THULASIDAS" userId="d95e47b6-62ec-43de-81ef-a7c2618fa2c1" providerId="ADAL" clId="{AD284103-20F8-5477-B65E-8E004EFEAAA6}" dt="2026-02-28T02:55:18.393" v="1167" actId="14100"/>
          <ac:cxnSpMkLst>
            <pc:docMk/>
            <pc:sldMk cId="0" sldId="293"/>
            <ac:cxnSpMk id="471" creationId="{00000000-0000-0000-0000-000000000000}"/>
          </ac:cxnSpMkLst>
        </pc:cxnChg>
        <pc:cxnChg chg="mod">
          <ac:chgData name="Manoj THULASIDAS" userId="d95e47b6-62ec-43de-81ef-a7c2618fa2c1" providerId="ADAL" clId="{AD284103-20F8-5477-B65E-8E004EFEAAA6}" dt="2026-02-28T02:55:39.960" v="1171" actId="14100"/>
          <ac:cxnSpMkLst>
            <pc:docMk/>
            <pc:sldMk cId="0" sldId="293"/>
            <ac:cxnSpMk id="474" creationId="{00000000-0000-0000-0000-000000000000}"/>
          </ac:cxnSpMkLst>
        </pc:cxnChg>
      </pc:sldChg>
      <pc:sldChg chg="modSp mod">
        <pc:chgData name="Manoj THULASIDAS" userId="d95e47b6-62ec-43de-81ef-a7c2618fa2c1" providerId="ADAL" clId="{AD284103-20F8-5477-B65E-8E004EFEAAA6}" dt="2026-02-28T02:56:12.733" v="1173" actId="108"/>
        <pc:sldMkLst>
          <pc:docMk/>
          <pc:sldMk cId="0" sldId="294"/>
        </pc:sldMkLst>
        <pc:spChg chg="mod">
          <ac:chgData name="Manoj THULASIDAS" userId="d95e47b6-62ec-43de-81ef-a7c2618fa2c1" providerId="ADAL" clId="{AD284103-20F8-5477-B65E-8E004EFEAAA6}" dt="2026-02-28T02:56:12.733" v="1173" actId="108"/>
          <ac:spMkLst>
            <pc:docMk/>
            <pc:sldMk cId="0" sldId="294"/>
            <ac:spMk id="481" creationId="{00000000-0000-0000-0000-000000000000}"/>
          </ac:spMkLst>
        </pc:spChg>
        <pc:spChg chg="mod">
          <ac:chgData name="Manoj THULASIDAS" userId="d95e47b6-62ec-43de-81ef-a7c2618fa2c1" providerId="ADAL" clId="{AD284103-20F8-5477-B65E-8E004EFEAAA6}" dt="2026-02-26T10:41:12.172" v="63" actId="403"/>
          <ac:spMkLst>
            <pc:docMk/>
            <pc:sldMk cId="0" sldId="294"/>
            <ac:spMk id="482" creationId="{00000000-0000-0000-0000-000000000000}"/>
          </ac:spMkLst>
        </pc:spChg>
        <pc:spChg chg="mod">
          <ac:chgData name="Manoj THULASIDAS" userId="d95e47b6-62ec-43de-81ef-a7c2618fa2c1" providerId="ADAL" clId="{AD284103-20F8-5477-B65E-8E004EFEAAA6}" dt="2026-02-28T01:17:26.781" v="160"/>
          <ac:spMkLst>
            <pc:docMk/>
            <pc:sldMk cId="0" sldId="294"/>
            <ac:spMk id="483" creationId="{00000000-0000-0000-0000-000000000000}"/>
          </ac:spMkLst>
        </pc:spChg>
        <pc:spChg chg="mod">
          <ac:chgData name="Manoj THULASIDAS" userId="d95e47b6-62ec-43de-81ef-a7c2618fa2c1" providerId="ADAL" clId="{AD284103-20F8-5477-B65E-8E004EFEAAA6}" dt="2026-02-28T02:08:08.061" v="804" actId="14100"/>
          <ac:spMkLst>
            <pc:docMk/>
            <pc:sldMk cId="0" sldId="294"/>
            <ac:spMk id="487" creationId="{00000000-0000-0000-0000-000000000000}"/>
          </ac:spMkLst>
        </pc:spChg>
        <pc:spChg chg="mod">
          <ac:chgData name="Manoj THULASIDAS" userId="d95e47b6-62ec-43de-81ef-a7c2618fa2c1" providerId="ADAL" clId="{AD284103-20F8-5477-B65E-8E004EFEAAA6}" dt="2026-02-28T01:17:26.781" v="160"/>
          <ac:spMkLst>
            <pc:docMk/>
            <pc:sldMk cId="0" sldId="294"/>
            <ac:spMk id="490" creationId="{00000000-0000-0000-0000-000000000000}"/>
          </ac:spMkLst>
        </pc:spChg>
        <pc:cxnChg chg="mod">
          <ac:chgData name="Manoj THULASIDAS" userId="d95e47b6-62ec-43de-81ef-a7c2618fa2c1" providerId="ADAL" clId="{AD284103-20F8-5477-B65E-8E004EFEAAA6}" dt="2026-02-28T02:08:10.807" v="805" actId="14100"/>
          <ac:cxnSpMkLst>
            <pc:docMk/>
            <pc:sldMk cId="0" sldId="294"/>
            <ac:cxnSpMk id="488" creationId="{00000000-0000-0000-0000-000000000000}"/>
          </ac:cxnSpMkLst>
        </pc:cxnChg>
      </pc:sldChg>
      <pc:sldChg chg="modSp mod">
        <pc:chgData name="Manoj THULASIDAS" userId="d95e47b6-62ec-43de-81ef-a7c2618fa2c1" providerId="ADAL" clId="{AD284103-20F8-5477-B65E-8E004EFEAAA6}" dt="2026-02-28T02:56:47.703" v="1175" actId="14100"/>
        <pc:sldMkLst>
          <pc:docMk/>
          <pc:sldMk cId="0" sldId="295"/>
        </pc:sldMkLst>
        <pc:spChg chg="mod">
          <ac:chgData name="Manoj THULASIDAS" userId="d95e47b6-62ec-43de-81ef-a7c2618fa2c1" providerId="ADAL" clId="{AD284103-20F8-5477-B65E-8E004EFEAAA6}" dt="2026-02-26T10:48:07.348" v="146"/>
          <ac:spMkLst>
            <pc:docMk/>
            <pc:sldMk cId="0" sldId="295"/>
            <ac:spMk id="495" creationId="{00000000-0000-0000-0000-000000000000}"/>
          </ac:spMkLst>
        </pc:spChg>
        <pc:spChg chg="mod">
          <ac:chgData name="Manoj THULASIDAS" userId="d95e47b6-62ec-43de-81ef-a7c2618fa2c1" providerId="ADAL" clId="{AD284103-20F8-5477-B65E-8E004EFEAAA6}" dt="2026-02-26T10:41:17.584" v="64" actId="403"/>
          <ac:spMkLst>
            <pc:docMk/>
            <pc:sldMk cId="0" sldId="295"/>
            <ac:spMk id="496" creationId="{00000000-0000-0000-0000-000000000000}"/>
          </ac:spMkLst>
        </pc:spChg>
        <pc:spChg chg="mod">
          <ac:chgData name="Manoj THULASIDAS" userId="d95e47b6-62ec-43de-81ef-a7c2618fa2c1" providerId="ADAL" clId="{AD284103-20F8-5477-B65E-8E004EFEAAA6}" dt="2026-02-28T02:08:40.032" v="811" actId="20577"/>
          <ac:spMkLst>
            <pc:docMk/>
            <pc:sldMk cId="0" sldId="295"/>
            <ac:spMk id="497" creationId="{00000000-0000-0000-0000-000000000000}"/>
          </ac:spMkLst>
        </pc:spChg>
        <pc:spChg chg="mod">
          <ac:chgData name="Manoj THULASIDAS" userId="d95e47b6-62ec-43de-81ef-a7c2618fa2c1" providerId="ADAL" clId="{AD284103-20F8-5477-B65E-8E004EFEAAA6}" dt="2026-02-28T02:08:30.527" v="808" actId="14100"/>
          <ac:spMkLst>
            <pc:docMk/>
            <pc:sldMk cId="0" sldId="295"/>
            <ac:spMk id="498" creationId="{00000000-0000-0000-0000-000000000000}"/>
          </ac:spMkLst>
        </pc:spChg>
        <pc:spChg chg="mod">
          <ac:chgData name="Manoj THULASIDAS" userId="d95e47b6-62ec-43de-81ef-a7c2618fa2c1" providerId="ADAL" clId="{AD284103-20F8-5477-B65E-8E004EFEAAA6}" dt="2026-02-28T02:09:17.063" v="815" actId="108"/>
          <ac:spMkLst>
            <pc:docMk/>
            <pc:sldMk cId="0" sldId="295"/>
            <ac:spMk id="500" creationId="{00000000-0000-0000-0000-000000000000}"/>
          </ac:spMkLst>
        </pc:spChg>
        <pc:spChg chg="mod">
          <ac:chgData name="Manoj THULASIDAS" userId="d95e47b6-62ec-43de-81ef-a7c2618fa2c1" providerId="ADAL" clId="{AD284103-20F8-5477-B65E-8E004EFEAAA6}" dt="2026-02-28T02:56:47.703" v="1175" actId="14100"/>
          <ac:spMkLst>
            <pc:docMk/>
            <pc:sldMk cId="0" sldId="295"/>
            <ac:spMk id="501" creationId="{00000000-0000-0000-0000-000000000000}"/>
          </ac:spMkLst>
        </pc:spChg>
        <pc:spChg chg="mod">
          <ac:chgData name="Manoj THULASIDAS" userId="d95e47b6-62ec-43de-81ef-a7c2618fa2c1" providerId="ADAL" clId="{AD284103-20F8-5477-B65E-8E004EFEAAA6}" dt="2026-02-28T02:08:43.780" v="812" actId="14100"/>
          <ac:spMkLst>
            <pc:docMk/>
            <pc:sldMk cId="0" sldId="295"/>
            <ac:spMk id="504" creationId="{00000000-0000-0000-0000-000000000000}"/>
          </ac:spMkLst>
        </pc:spChg>
        <pc:spChg chg="mod">
          <ac:chgData name="Manoj THULASIDAS" userId="d95e47b6-62ec-43de-81ef-a7c2618fa2c1" providerId="ADAL" clId="{AD284103-20F8-5477-B65E-8E004EFEAAA6}" dt="2026-02-28T01:17:26.781" v="160"/>
          <ac:spMkLst>
            <pc:docMk/>
            <pc:sldMk cId="0" sldId="295"/>
            <ac:spMk id="507" creationId="{00000000-0000-0000-0000-000000000000}"/>
          </ac:spMkLst>
        </pc:spChg>
        <pc:cxnChg chg="mod">
          <ac:chgData name="Manoj THULASIDAS" userId="d95e47b6-62ec-43de-81ef-a7c2618fa2c1" providerId="ADAL" clId="{AD284103-20F8-5477-B65E-8E004EFEAAA6}" dt="2026-02-28T02:08:30.527" v="808" actId="14100"/>
          <ac:cxnSpMkLst>
            <pc:docMk/>
            <pc:sldMk cId="0" sldId="295"/>
            <ac:cxnSpMk id="499" creationId="{00000000-0000-0000-0000-000000000000}"/>
          </ac:cxnSpMkLst>
        </pc:cxnChg>
        <pc:cxnChg chg="mod">
          <ac:chgData name="Manoj THULASIDAS" userId="d95e47b6-62ec-43de-81ef-a7c2618fa2c1" providerId="ADAL" clId="{AD284103-20F8-5477-B65E-8E004EFEAAA6}" dt="2026-02-28T02:56:47.703" v="1175" actId="14100"/>
          <ac:cxnSpMkLst>
            <pc:docMk/>
            <pc:sldMk cId="0" sldId="295"/>
            <ac:cxnSpMk id="502" creationId="{00000000-0000-0000-0000-000000000000}"/>
          </ac:cxnSpMkLst>
        </pc:cxnChg>
        <pc:cxnChg chg="mod">
          <ac:chgData name="Manoj THULASIDAS" userId="d95e47b6-62ec-43de-81ef-a7c2618fa2c1" providerId="ADAL" clId="{AD284103-20F8-5477-B65E-8E004EFEAAA6}" dt="2026-02-28T02:08:43.780" v="812" actId="14100"/>
          <ac:cxnSpMkLst>
            <pc:docMk/>
            <pc:sldMk cId="0" sldId="295"/>
            <ac:cxnSpMk id="505" creationId="{00000000-0000-0000-0000-000000000000}"/>
          </ac:cxnSpMkLst>
        </pc:cxnChg>
      </pc:sldChg>
      <pc:sldChg chg="modSp mod">
        <pc:chgData name="Manoj THULASIDAS" userId="d95e47b6-62ec-43de-81ef-a7c2618fa2c1" providerId="ADAL" clId="{AD284103-20F8-5477-B65E-8E004EFEAAA6}" dt="2026-02-28T02:57:54.218" v="1214" actId="20577"/>
        <pc:sldMkLst>
          <pc:docMk/>
          <pc:sldMk cId="0" sldId="296"/>
        </pc:sldMkLst>
        <pc:spChg chg="mod">
          <ac:chgData name="Manoj THULASIDAS" userId="d95e47b6-62ec-43de-81ef-a7c2618fa2c1" providerId="ADAL" clId="{AD284103-20F8-5477-B65E-8E004EFEAAA6}" dt="2026-02-26T10:43:32.611" v="85" actId="2711"/>
          <ac:spMkLst>
            <pc:docMk/>
            <pc:sldMk cId="0" sldId="296"/>
            <ac:spMk id="512" creationId="{00000000-0000-0000-0000-000000000000}"/>
          </ac:spMkLst>
        </pc:spChg>
        <pc:spChg chg="mod">
          <ac:chgData name="Manoj THULASIDAS" userId="d95e47b6-62ec-43de-81ef-a7c2618fa2c1" providerId="ADAL" clId="{AD284103-20F8-5477-B65E-8E004EFEAAA6}" dt="2026-02-28T02:57:54.218" v="1214" actId="20577"/>
          <ac:spMkLst>
            <pc:docMk/>
            <pc:sldMk cId="0" sldId="296"/>
            <ac:spMk id="517" creationId="{00000000-0000-0000-0000-000000000000}"/>
          </ac:spMkLst>
        </pc:spChg>
        <pc:spChg chg="mod">
          <ac:chgData name="Manoj THULASIDAS" userId="d95e47b6-62ec-43de-81ef-a7c2618fa2c1" providerId="ADAL" clId="{AD284103-20F8-5477-B65E-8E004EFEAAA6}" dt="2026-02-26T10:41:52.789" v="69" actId="14100"/>
          <ac:spMkLst>
            <pc:docMk/>
            <pc:sldMk cId="0" sldId="296"/>
            <ac:spMk id="520" creationId="{00000000-0000-0000-0000-000000000000}"/>
          </ac:spMkLst>
        </pc:spChg>
        <pc:spChg chg="mod">
          <ac:chgData name="Manoj THULASIDAS" userId="d95e47b6-62ec-43de-81ef-a7c2618fa2c1" providerId="ADAL" clId="{AD284103-20F8-5477-B65E-8E004EFEAAA6}" dt="2026-02-28T02:57:38.134" v="1212" actId="20577"/>
          <ac:spMkLst>
            <pc:docMk/>
            <pc:sldMk cId="0" sldId="296"/>
            <ac:spMk id="525" creationId="{00000000-0000-0000-0000-000000000000}"/>
          </ac:spMkLst>
        </pc:spChg>
      </pc:sldChg>
      <pc:sldChg chg="modSp mod">
        <pc:chgData name="Manoj THULASIDAS" userId="d95e47b6-62ec-43de-81ef-a7c2618fa2c1" providerId="ADAL" clId="{AD284103-20F8-5477-B65E-8E004EFEAAA6}" dt="2026-02-28T02:58:25.267" v="1216" actId="404"/>
        <pc:sldMkLst>
          <pc:docMk/>
          <pc:sldMk cId="0" sldId="297"/>
        </pc:sldMkLst>
        <pc:spChg chg="mod">
          <ac:chgData name="Manoj THULASIDAS" userId="d95e47b6-62ec-43de-81ef-a7c2618fa2c1" providerId="ADAL" clId="{AD284103-20F8-5477-B65E-8E004EFEAAA6}" dt="2026-02-26T10:43:18.761" v="82" actId="2711"/>
          <ac:spMkLst>
            <pc:docMk/>
            <pc:sldMk cId="0" sldId="297"/>
            <ac:spMk id="530" creationId="{00000000-0000-0000-0000-000000000000}"/>
          </ac:spMkLst>
        </pc:spChg>
        <pc:spChg chg="mod">
          <ac:chgData name="Manoj THULASIDAS" userId="d95e47b6-62ec-43de-81ef-a7c2618fa2c1" providerId="ADAL" clId="{AD284103-20F8-5477-B65E-8E004EFEAAA6}" dt="2026-02-26T10:42:03.530" v="71" actId="403"/>
          <ac:spMkLst>
            <pc:docMk/>
            <pc:sldMk cId="0" sldId="297"/>
            <ac:spMk id="534" creationId="{00000000-0000-0000-0000-000000000000}"/>
          </ac:spMkLst>
        </pc:spChg>
        <pc:spChg chg="mod">
          <ac:chgData name="Manoj THULASIDAS" userId="d95e47b6-62ec-43de-81ef-a7c2618fa2c1" providerId="ADAL" clId="{AD284103-20F8-5477-B65E-8E004EFEAAA6}" dt="2026-02-26T10:42:07.556" v="72" actId="403"/>
          <ac:spMkLst>
            <pc:docMk/>
            <pc:sldMk cId="0" sldId="297"/>
            <ac:spMk id="537" creationId="{00000000-0000-0000-0000-000000000000}"/>
          </ac:spMkLst>
        </pc:spChg>
        <pc:spChg chg="mod">
          <ac:chgData name="Manoj THULASIDAS" userId="d95e47b6-62ec-43de-81ef-a7c2618fa2c1" providerId="ADAL" clId="{AD284103-20F8-5477-B65E-8E004EFEAAA6}" dt="2026-02-28T02:58:25.267" v="1216" actId="404"/>
          <ac:spMkLst>
            <pc:docMk/>
            <pc:sldMk cId="0" sldId="297"/>
            <ac:spMk id="541" creationId="{00000000-0000-0000-0000-000000000000}"/>
          </ac:spMkLst>
        </pc:spChg>
        <pc:grpChg chg="mod">
          <ac:chgData name="Manoj THULASIDAS" userId="d95e47b6-62ec-43de-81ef-a7c2618fa2c1" providerId="ADAL" clId="{AD284103-20F8-5477-B65E-8E004EFEAAA6}" dt="2026-02-26T10:42:14.022" v="74" actId="1076"/>
          <ac:grpSpMkLst>
            <pc:docMk/>
            <pc:sldMk cId="0" sldId="297"/>
            <ac:grpSpMk id="531" creationId="{00000000-0000-0000-0000-000000000000}"/>
          </ac:grpSpMkLst>
        </pc:grpChg>
      </pc:sldChg>
      <pc:sldChg chg="modSp mod">
        <pc:chgData name="Manoj THULASIDAS" userId="d95e47b6-62ec-43de-81ef-a7c2618fa2c1" providerId="ADAL" clId="{AD284103-20F8-5477-B65E-8E004EFEAAA6}" dt="2026-02-28T02:59:26.072" v="1231" actId="20577"/>
        <pc:sldMkLst>
          <pc:docMk/>
          <pc:sldMk cId="0" sldId="298"/>
        </pc:sldMkLst>
        <pc:spChg chg="mod">
          <ac:chgData name="Manoj THULASIDAS" userId="d95e47b6-62ec-43de-81ef-a7c2618fa2c1" providerId="ADAL" clId="{AD284103-20F8-5477-B65E-8E004EFEAAA6}" dt="2026-02-26T10:43:09.531" v="79" actId="2711"/>
          <ac:spMkLst>
            <pc:docMk/>
            <pc:sldMk cId="0" sldId="298"/>
            <ac:spMk id="546" creationId="{00000000-0000-0000-0000-000000000000}"/>
          </ac:spMkLst>
        </pc:spChg>
        <pc:spChg chg="mod">
          <ac:chgData name="Manoj THULASIDAS" userId="d95e47b6-62ec-43de-81ef-a7c2618fa2c1" providerId="ADAL" clId="{AD284103-20F8-5477-B65E-8E004EFEAAA6}" dt="2026-02-28T02:59:26.072" v="1231" actId="20577"/>
          <ac:spMkLst>
            <pc:docMk/>
            <pc:sldMk cId="0" sldId="298"/>
            <ac:spMk id="547" creationId="{00000000-0000-0000-0000-000000000000}"/>
          </ac:spMkLst>
        </pc:spChg>
      </pc:sldChg>
      <pc:sldChg chg="modSp mod">
        <pc:chgData name="Manoj THULASIDAS" userId="d95e47b6-62ec-43de-81ef-a7c2618fa2c1" providerId="ADAL" clId="{AD284103-20F8-5477-B65E-8E004EFEAAA6}" dt="2026-02-28T03:18:44.470" v="1422" actId="20577"/>
        <pc:sldMkLst>
          <pc:docMk/>
          <pc:sldMk cId="0" sldId="299"/>
        </pc:sldMkLst>
        <pc:spChg chg="mod">
          <ac:chgData name="Manoj THULASIDAS" userId="d95e47b6-62ec-43de-81ef-a7c2618fa2c1" providerId="ADAL" clId="{AD284103-20F8-5477-B65E-8E004EFEAAA6}" dt="2026-02-26T10:45:59.221" v="120" actId="2711"/>
          <ac:spMkLst>
            <pc:docMk/>
            <pc:sldMk cId="0" sldId="299"/>
            <ac:spMk id="552" creationId="{00000000-0000-0000-0000-000000000000}"/>
          </ac:spMkLst>
        </pc:spChg>
        <pc:spChg chg="mod">
          <ac:chgData name="Manoj THULASIDAS" userId="d95e47b6-62ec-43de-81ef-a7c2618fa2c1" providerId="ADAL" clId="{AD284103-20F8-5477-B65E-8E004EFEAAA6}" dt="2026-02-28T03:18:22.226" v="1414" actId="404"/>
          <ac:spMkLst>
            <pc:docMk/>
            <pc:sldMk cId="0" sldId="299"/>
            <ac:spMk id="553" creationId="{00000000-0000-0000-0000-000000000000}"/>
          </ac:spMkLst>
        </pc:spChg>
        <pc:spChg chg="mod">
          <ac:chgData name="Manoj THULASIDAS" userId="d95e47b6-62ec-43de-81ef-a7c2618fa2c1" providerId="ADAL" clId="{AD284103-20F8-5477-B65E-8E004EFEAAA6}" dt="2026-02-28T03:18:44.470" v="1422" actId="20577"/>
          <ac:spMkLst>
            <pc:docMk/>
            <pc:sldMk cId="0" sldId="299"/>
            <ac:spMk id="554" creationId="{00000000-0000-0000-0000-000000000000}"/>
          </ac:spMkLst>
        </pc:spChg>
        <pc:spChg chg="mod">
          <ac:chgData name="Manoj THULASIDAS" userId="d95e47b6-62ec-43de-81ef-a7c2618fa2c1" providerId="ADAL" clId="{AD284103-20F8-5477-B65E-8E004EFEAAA6}" dt="2026-02-28T03:18:35.749" v="1415" actId="14100"/>
          <ac:spMkLst>
            <pc:docMk/>
            <pc:sldMk cId="0" sldId="299"/>
            <ac:spMk id="555" creationId="{00000000-0000-0000-0000-000000000000}"/>
          </ac:spMkLst>
        </pc:spChg>
      </pc:sldChg>
      <pc:sldChg chg="modSp mod">
        <pc:chgData name="Manoj THULASIDAS" userId="d95e47b6-62ec-43de-81ef-a7c2618fa2c1" providerId="ADAL" clId="{AD284103-20F8-5477-B65E-8E004EFEAAA6}" dt="2026-02-28T03:30:13.604" v="1637" actId="20577"/>
        <pc:sldMkLst>
          <pc:docMk/>
          <pc:sldMk cId="0" sldId="300"/>
        </pc:sldMkLst>
        <pc:spChg chg="mod">
          <ac:chgData name="Manoj THULASIDAS" userId="d95e47b6-62ec-43de-81ef-a7c2618fa2c1" providerId="ADAL" clId="{AD284103-20F8-5477-B65E-8E004EFEAAA6}" dt="2026-02-26T10:45:46.740" v="117" actId="20577"/>
          <ac:spMkLst>
            <pc:docMk/>
            <pc:sldMk cId="0" sldId="300"/>
            <ac:spMk id="560" creationId="{00000000-0000-0000-0000-000000000000}"/>
          </ac:spMkLst>
        </pc:spChg>
        <pc:spChg chg="mod">
          <ac:chgData name="Manoj THULASIDAS" userId="d95e47b6-62ec-43de-81ef-a7c2618fa2c1" providerId="ADAL" clId="{AD284103-20F8-5477-B65E-8E004EFEAAA6}" dt="2026-02-28T02:07:41.760" v="801" actId="113"/>
          <ac:spMkLst>
            <pc:docMk/>
            <pc:sldMk cId="0" sldId="300"/>
            <ac:spMk id="561" creationId="{00000000-0000-0000-0000-000000000000}"/>
          </ac:spMkLst>
        </pc:spChg>
        <pc:spChg chg="mod">
          <ac:chgData name="Manoj THULASIDAS" userId="d95e47b6-62ec-43de-81ef-a7c2618fa2c1" providerId="ADAL" clId="{AD284103-20F8-5477-B65E-8E004EFEAAA6}" dt="2026-02-28T01:36:12.043" v="460"/>
          <ac:spMkLst>
            <pc:docMk/>
            <pc:sldMk cId="0" sldId="300"/>
            <ac:spMk id="562" creationId="{00000000-0000-0000-0000-000000000000}"/>
          </ac:spMkLst>
        </pc:spChg>
        <pc:spChg chg="mod">
          <ac:chgData name="Manoj THULASIDAS" userId="d95e47b6-62ec-43de-81ef-a7c2618fa2c1" providerId="ADAL" clId="{AD284103-20F8-5477-B65E-8E004EFEAAA6}" dt="2026-02-28T02:59:47.587" v="1232" actId="14100"/>
          <ac:spMkLst>
            <pc:docMk/>
            <pc:sldMk cId="0" sldId="300"/>
            <ac:spMk id="563" creationId="{00000000-0000-0000-0000-000000000000}"/>
          </ac:spMkLst>
        </pc:spChg>
        <pc:spChg chg="mod">
          <ac:chgData name="Manoj THULASIDAS" userId="d95e47b6-62ec-43de-81ef-a7c2618fa2c1" providerId="ADAL" clId="{AD284103-20F8-5477-B65E-8E004EFEAAA6}" dt="2026-02-28T02:10:47.372" v="822" actId="108"/>
          <ac:spMkLst>
            <pc:docMk/>
            <pc:sldMk cId="0" sldId="300"/>
            <ac:spMk id="565" creationId="{00000000-0000-0000-0000-000000000000}"/>
          </ac:spMkLst>
        </pc:spChg>
        <pc:spChg chg="mod">
          <ac:chgData name="Manoj THULASIDAS" userId="d95e47b6-62ec-43de-81ef-a7c2618fa2c1" providerId="ADAL" clId="{AD284103-20F8-5477-B65E-8E004EFEAAA6}" dt="2026-02-28T03:11:45.231" v="1328" actId="14100"/>
          <ac:spMkLst>
            <pc:docMk/>
            <pc:sldMk cId="0" sldId="300"/>
            <ac:spMk id="566" creationId="{00000000-0000-0000-0000-000000000000}"/>
          </ac:spMkLst>
        </pc:spChg>
        <pc:spChg chg="mod">
          <ac:chgData name="Manoj THULASIDAS" userId="d95e47b6-62ec-43de-81ef-a7c2618fa2c1" providerId="ADAL" clId="{AD284103-20F8-5477-B65E-8E004EFEAAA6}" dt="2026-02-28T02:10:39.935" v="820" actId="108"/>
          <ac:spMkLst>
            <pc:docMk/>
            <pc:sldMk cId="0" sldId="300"/>
            <ac:spMk id="568" creationId="{00000000-0000-0000-0000-000000000000}"/>
          </ac:spMkLst>
        </pc:spChg>
        <pc:spChg chg="mod">
          <ac:chgData name="Manoj THULASIDAS" userId="d95e47b6-62ec-43de-81ef-a7c2618fa2c1" providerId="ADAL" clId="{AD284103-20F8-5477-B65E-8E004EFEAAA6}" dt="2026-02-28T02:59:54.674" v="1234" actId="14100"/>
          <ac:spMkLst>
            <pc:docMk/>
            <pc:sldMk cId="0" sldId="300"/>
            <ac:spMk id="569" creationId="{00000000-0000-0000-0000-000000000000}"/>
          </ac:spMkLst>
        </pc:spChg>
        <pc:spChg chg="mod">
          <ac:chgData name="Manoj THULASIDAS" userId="d95e47b6-62ec-43de-81ef-a7c2618fa2c1" providerId="ADAL" clId="{AD284103-20F8-5477-B65E-8E004EFEAAA6}" dt="2026-02-28T03:30:13.604" v="1637" actId="20577"/>
          <ac:spMkLst>
            <pc:docMk/>
            <pc:sldMk cId="0" sldId="300"/>
            <ac:spMk id="572" creationId="{00000000-0000-0000-0000-000000000000}"/>
          </ac:spMkLst>
        </pc:spChg>
        <pc:spChg chg="mod">
          <ac:chgData name="Manoj THULASIDAS" userId="d95e47b6-62ec-43de-81ef-a7c2618fa2c1" providerId="ADAL" clId="{AD284103-20F8-5477-B65E-8E004EFEAAA6}" dt="2026-02-28T01:17:26.781" v="160"/>
          <ac:spMkLst>
            <pc:docMk/>
            <pc:sldMk cId="0" sldId="300"/>
            <ac:spMk id="573" creationId="{00000000-0000-0000-0000-000000000000}"/>
          </ac:spMkLst>
        </pc:spChg>
        <pc:cxnChg chg="mod">
          <ac:chgData name="Manoj THULASIDAS" userId="d95e47b6-62ec-43de-81ef-a7c2618fa2c1" providerId="ADAL" clId="{AD284103-20F8-5477-B65E-8E004EFEAAA6}" dt="2026-02-28T02:59:47.587" v="1232" actId="14100"/>
          <ac:cxnSpMkLst>
            <pc:docMk/>
            <pc:sldMk cId="0" sldId="300"/>
            <ac:cxnSpMk id="564" creationId="{00000000-0000-0000-0000-000000000000}"/>
          </ac:cxnSpMkLst>
        </pc:cxnChg>
        <pc:cxnChg chg="mod">
          <ac:chgData name="Manoj THULASIDAS" userId="d95e47b6-62ec-43de-81ef-a7c2618fa2c1" providerId="ADAL" clId="{AD284103-20F8-5477-B65E-8E004EFEAAA6}" dt="2026-02-28T02:59:54.674" v="1234" actId="14100"/>
          <ac:cxnSpMkLst>
            <pc:docMk/>
            <pc:sldMk cId="0" sldId="300"/>
            <ac:cxnSpMk id="570" creationId="{00000000-0000-0000-0000-000000000000}"/>
          </ac:cxnSpMkLst>
        </pc:cxnChg>
      </pc:sldChg>
      <pc:sldChg chg="modSp mod">
        <pc:chgData name="Manoj THULASIDAS" userId="d95e47b6-62ec-43de-81ef-a7c2618fa2c1" providerId="ADAL" clId="{AD284103-20F8-5477-B65E-8E004EFEAAA6}" dt="2026-02-28T03:00:36.058" v="1241" actId="14100"/>
        <pc:sldMkLst>
          <pc:docMk/>
          <pc:sldMk cId="0" sldId="301"/>
        </pc:sldMkLst>
        <pc:spChg chg="mod">
          <ac:chgData name="Manoj THULASIDAS" userId="d95e47b6-62ec-43de-81ef-a7c2618fa2c1" providerId="ADAL" clId="{AD284103-20F8-5477-B65E-8E004EFEAAA6}" dt="2026-02-26T10:45:39.806" v="113" actId="20577"/>
          <ac:spMkLst>
            <pc:docMk/>
            <pc:sldMk cId="0" sldId="301"/>
            <ac:spMk id="578" creationId="{00000000-0000-0000-0000-000000000000}"/>
          </ac:spMkLst>
        </pc:spChg>
        <pc:spChg chg="mod">
          <ac:chgData name="Manoj THULASIDAS" userId="d95e47b6-62ec-43de-81ef-a7c2618fa2c1" providerId="ADAL" clId="{AD284103-20F8-5477-B65E-8E004EFEAAA6}" dt="2026-02-28T01:57:43.178" v="680" actId="313"/>
          <ac:spMkLst>
            <pc:docMk/>
            <pc:sldMk cId="0" sldId="301"/>
            <ac:spMk id="579" creationId="{00000000-0000-0000-0000-000000000000}"/>
          </ac:spMkLst>
        </pc:spChg>
        <pc:spChg chg="mod">
          <ac:chgData name="Manoj THULASIDAS" userId="d95e47b6-62ec-43de-81ef-a7c2618fa2c1" providerId="ADAL" clId="{AD284103-20F8-5477-B65E-8E004EFEAAA6}" dt="2026-02-28T03:00:24.287" v="1238" actId="1076"/>
          <ac:spMkLst>
            <pc:docMk/>
            <pc:sldMk cId="0" sldId="301"/>
            <ac:spMk id="580" creationId="{00000000-0000-0000-0000-000000000000}"/>
          </ac:spMkLst>
        </pc:spChg>
        <pc:spChg chg="mod">
          <ac:chgData name="Manoj THULASIDAS" userId="d95e47b6-62ec-43de-81ef-a7c2618fa2c1" providerId="ADAL" clId="{AD284103-20F8-5477-B65E-8E004EFEAAA6}" dt="2026-02-28T03:00:36.058" v="1241" actId="14100"/>
          <ac:spMkLst>
            <pc:docMk/>
            <pc:sldMk cId="0" sldId="301"/>
            <ac:spMk id="584" creationId="{00000000-0000-0000-0000-000000000000}"/>
          </ac:spMkLst>
        </pc:spChg>
        <pc:spChg chg="mod">
          <ac:chgData name="Manoj THULASIDAS" userId="d95e47b6-62ec-43de-81ef-a7c2618fa2c1" providerId="ADAL" clId="{AD284103-20F8-5477-B65E-8E004EFEAAA6}" dt="2026-02-28T03:00:33.190" v="1240" actId="14100"/>
          <ac:spMkLst>
            <pc:docMk/>
            <pc:sldMk cId="0" sldId="301"/>
            <ac:spMk id="587" creationId="{00000000-0000-0000-0000-000000000000}"/>
          </ac:spMkLst>
        </pc:spChg>
        <pc:spChg chg="mod">
          <ac:chgData name="Manoj THULASIDAS" userId="d95e47b6-62ec-43de-81ef-a7c2618fa2c1" providerId="ADAL" clId="{AD284103-20F8-5477-B65E-8E004EFEAAA6}" dt="2026-02-28T02:11:11.928" v="825" actId="108"/>
          <ac:spMkLst>
            <pc:docMk/>
            <pc:sldMk cId="0" sldId="301"/>
            <ac:spMk id="589" creationId="{00000000-0000-0000-0000-000000000000}"/>
          </ac:spMkLst>
        </pc:spChg>
        <pc:spChg chg="mod">
          <ac:chgData name="Manoj THULASIDAS" userId="d95e47b6-62ec-43de-81ef-a7c2618fa2c1" providerId="ADAL" clId="{AD284103-20F8-5477-B65E-8E004EFEAAA6}" dt="2026-02-28T01:17:26.781" v="160"/>
          <ac:spMkLst>
            <pc:docMk/>
            <pc:sldMk cId="0" sldId="301"/>
            <ac:spMk id="590" creationId="{00000000-0000-0000-0000-000000000000}"/>
          </ac:spMkLst>
        </pc:spChg>
        <pc:cxnChg chg="mod">
          <ac:chgData name="Manoj THULASIDAS" userId="d95e47b6-62ec-43de-81ef-a7c2618fa2c1" providerId="ADAL" clId="{AD284103-20F8-5477-B65E-8E004EFEAAA6}" dt="2026-02-28T03:00:36.058" v="1241" actId="14100"/>
          <ac:cxnSpMkLst>
            <pc:docMk/>
            <pc:sldMk cId="0" sldId="301"/>
            <ac:cxnSpMk id="585" creationId="{00000000-0000-0000-0000-000000000000}"/>
          </ac:cxnSpMkLst>
        </pc:cxnChg>
        <pc:cxnChg chg="mod">
          <ac:chgData name="Manoj THULASIDAS" userId="d95e47b6-62ec-43de-81ef-a7c2618fa2c1" providerId="ADAL" clId="{AD284103-20F8-5477-B65E-8E004EFEAAA6}" dt="2026-02-28T03:00:33.190" v="1240" actId="14100"/>
          <ac:cxnSpMkLst>
            <pc:docMk/>
            <pc:sldMk cId="0" sldId="301"/>
            <ac:cxnSpMk id="588" creationId="{00000000-0000-0000-0000-000000000000}"/>
          </ac:cxnSpMkLst>
        </pc:cxnChg>
      </pc:sldChg>
      <pc:sldChg chg="modSp mod">
        <pc:chgData name="Manoj THULASIDAS" userId="d95e47b6-62ec-43de-81ef-a7c2618fa2c1" providerId="ADAL" clId="{AD284103-20F8-5477-B65E-8E004EFEAAA6}" dt="2026-02-28T03:01:00.863" v="1244" actId="20577"/>
        <pc:sldMkLst>
          <pc:docMk/>
          <pc:sldMk cId="0" sldId="302"/>
        </pc:sldMkLst>
        <pc:spChg chg="mod">
          <ac:chgData name="Manoj THULASIDAS" userId="d95e47b6-62ec-43de-81ef-a7c2618fa2c1" providerId="ADAL" clId="{AD284103-20F8-5477-B65E-8E004EFEAAA6}" dt="2026-02-26T10:45:33.402" v="109"/>
          <ac:spMkLst>
            <pc:docMk/>
            <pc:sldMk cId="0" sldId="302"/>
            <ac:spMk id="595" creationId="{00000000-0000-0000-0000-000000000000}"/>
          </ac:spMkLst>
        </pc:spChg>
        <pc:spChg chg="mod">
          <ac:chgData name="Manoj THULASIDAS" userId="d95e47b6-62ec-43de-81ef-a7c2618fa2c1" providerId="ADAL" clId="{AD284103-20F8-5477-B65E-8E004EFEAAA6}" dt="2026-02-28T03:00:45.294" v="1242" actId="403"/>
          <ac:spMkLst>
            <pc:docMk/>
            <pc:sldMk cId="0" sldId="302"/>
            <ac:spMk id="596" creationId="{00000000-0000-0000-0000-000000000000}"/>
          </ac:spMkLst>
        </pc:spChg>
        <pc:spChg chg="mod">
          <ac:chgData name="Manoj THULASIDAS" userId="d95e47b6-62ec-43de-81ef-a7c2618fa2c1" providerId="ADAL" clId="{AD284103-20F8-5477-B65E-8E004EFEAAA6}" dt="2026-02-28T02:14:52.967" v="850" actId="108"/>
          <ac:spMkLst>
            <pc:docMk/>
            <pc:sldMk cId="0" sldId="302"/>
            <ac:spMk id="597" creationId="{00000000-0000-0000-0000-000000000000}"/>
          </ac:spMkLst>
        </pc:spChg>
        <pc:spChg chg="mod">
          <ac:chgData name="Manoj THULASIDAS" userId="d95e47b6-62ec-43de-81ef-a7c2618fa2c1" providerId="ADAL" clId="{AD284103-20F8-5477-B65E-8E004EFEAAA6}" dt="2026-02-28T02:14:10.871" v="840" actId="12788"/>
          <ac:spMkLst>
            <pc:docMk/>
            <pc:sldMk cId="0" sldId="302"/>
            <ac:spMk id="598" creationId="{00000000-0000-0000-0000-000000000000}"/>
          </ac:spMkLst>
        </pc:spChg>
        <pc:spChg chg="mod">
          <ac:chgData name="Manoj THULASIDAS" userId="d95e47b6-62ec-43de-81ef-a7c2618fa2c1" providerId="ADAL" clId="{AD284103-20F8-5477-B65E-8E004EFEAAA6}" dt="2026-02-28T02:14:56.355" v="851" actId="20577"/>
          <ac:spMkLst>
            <pc:docMk/>
            <pc:sldMk cId="0" sldId="302"/>
            <ac:spMk id="599" creationId="{00000000-0000-0000-0000-000000000000}"/>
          </ac:spMkLst>
        </pc:spChg>
        <pc:spChg chg="mod">
          <ac:chgData name="Manoj THULASIDAS" userId="d95e47b6-62ec-43de-81ef-a7c2618fa2c1" providerId="ADAL" clId="{AD284103-20F8-5477-B65E-8E004EFEAAA6}" dt="2026-02-28T02:14:17.957" v="841" actId="12788"/>
          <ac:spMkLst>
            <pc:docMk/>
            <pc:sldMk cId="0" sldId="302"/>
            <ac:spMk id="600" creationId="{00000000-0000-0000-0000-000000000000}"/>
          </ac:spMkLst>
        </pc:spChg>
        <pc:spChg chg="mod">
          <ac:chgData name="Manoj THULASIDAS" userId="d95e47b6-62ec-43de-81ef-a7c2618fa2c1" providerId="ADAL" clId="{AD284103-20F8-5477-B65E-8E004EFEAAA6}" dt="2026-02-28T02:15:25.351" v="858" actId="14100"/>
          <ac:spMkLst>
            <pc:docMk/>
            <pc:sldMk cId="0" sldId="302"/>
            <ac:spMk id="601" creationId="{00000000-0000-0000-0000-000000000000}"/>
          </ac:spMkLst>
        </pc:spChg>
        <pc:spChg chg="mod">
          <ac:chgData name="Manoj THULASIDAS" userId="d95e47b6-62ec-43de-81ef-a7c2618fa2c1" providerId="ADAL" clId="{AD284103-20F8-5477-B65E-8E004EFEAAA6}" dt="2026-02-28T02:15:02.615" v="853" actId="20577"/>
          <ac:spMkLst>
            <pc:docMk/>
            <pc:sldMk cId="0" sldId="302"/>
            <ac:spMk id="603" creationId="{00000000-0000-0000-0000-000000000000}"/>
          </ac:spMkLst>
        </pc:spChg>
        <pc:spChg chg="mod">
          <ac:chgData name="Manoj THULASIDAS" userId="d95e47b6-62ec-43de-81ef-a7c2618fa2c1" providerId="ADAL" clId="{AD284103-20F8-5477-B65E-8E004EFEAAA6}" dt="2026-02-28T03:01:00.863" v="1244" actId="20577"/>
          <ac:spMkLst>
            <pc:docMk/>
            <pc:sldMk cId="0" sldId="302"/>
            <ac:spMk id="604" creationId="{00000000-0000-0000-0000-000000000000}"/>
          </ac:spMkLst>
        </pc:spChg>
        <pc:spChg chg="mod">
          <ac:chgData name="Manoj THULASIDAS" userId="d95e47b6-62ec-43de-81ef-a7c2618fa2c1" providerId="ADAL" clId="{AD284103-20F8-5477-B65E-8E004EFEAAA6}" dt="2026-02-28T02:14:48.065" v="847" actId="108"/>
          <ac:spMkLst>
            <pc:docMk/>
            <pc:sldMk cId="0" sldId="302"/>
            <ac:spMk id="605" creationId="{00000000-0000-0000-0000-000000000000}"/>
          </ac:spMkLst>
        </pc:spChg>
        <pc:spChg chg="mod">
          <ac:chgData name="Manoj THULASIDAS" userId="d95e47b6-62ec-43de-81ef-a7c2618fa2c1" providerId="ADAL" clId="{AD284103-20F8-5477-B65E-8E004EFEAAA6}" dt="2026-02-28T02:14:26.757" v="842" actId="12788"/>
          <ac:spMkLst>
            <pc:docMk/>
            <pc:sldMk cId="0" sldId="302"/>
            <ac:spMk id="606" creationId="{00000000-0000-0000-0000-000000000000}"/>
          </ac:spMkLst>
        </pc:spChg>
        <pc:spChg chg="mod">
          <ac:chgData name="Manoj THULASIDAS" userId="d95e47b6-62ec-43de-81ef-a7c2618fa2c1" providerId="ADAL" clId="{AD284103-20F8-5477-B65E-8E004EFEAAA6}" dt="2026-02-28T02:14:30.289" v="843" actId="20577"/>
          <ac:spMkLst>
            <pc:docMk/>
            <pc:sldMk cId="0" sldId="302"/>
            <ac:spMk id="608" creationId="{00000000-0000-0000-0000-000000000000}"/>
          </ac:spMkLst>
        </pc:spChg>
        <pc:spChg chg="mod">
          <ac:chgData name="Manoj THULASIDAS" userId="d95e47b6-62ec-43de-81ef-a7c2618fa2c1" providerId="ADAL" clId="{AD284103-20F8-5477-B65E-8E004EFEAAA6}" dt="2026-02-28T02:14:10.871" v="840" actId="12788"/>
          <ac:spMkLst>
            <pc:docMk/>
            <pc:sldMk cId="0" sldId="302"/>
            <ac:spMk id="609" creationId="{00000000-0000-0000-0000-000000000000}"/>
          </ac:spMkLst>
        </pc:spChg>
        <pc:spChg chg="mod">
          <ac:chgData name="Manoj THULASIDAS" userId="d95e47b6-62ec-43de-81ef-a7c2618fa2c1" providerId="ADAL" clId="{AD284103-20F8-5477-B65E-8E004EFEAAA6}" dt="2026-02-28T02:14:17.957" v="841" actId="12788"/>
          <ac:spMkLst>
            <pc:docMk/>
            <pc:sldMk cId="0" sldId="302"/>
            <ac:spMk id="610" creationId="{00000000-0000-0000-0000-000000000000}"/>
          </ac:spMkLst>
        </pc:spChg>
        <pc:spChg chg="mod">
          <ac:chgData name="Manoj THULASIDAS" userId="d95e47b6-62ec-43de-81ef-a7c2618fa2c1" providerId="ADAL" clId="{AD284103-20F8-5477-B65E-8E004EFEAAA6}" dt="2026-02-28T02:14:26.757" v="842" actId="12788"/>
          <ac:spMkLst>
            <pc:docMk/>
            <pc:sldMk cId="0" sldId="302"/>
            <ac:spMk id="611" creationId="{00000000-0000-0000-0000-000000000000}"/>
          </ac:spMkLst>
        </pc:spChg>
        <pc:cxnChg chg="mod">
          <ac:chgData name="Manoj THULASIDAS" userId="d95e47b6-62ec-43de-81ef-a7c2618fa2c1" providerId="ADAL" clId="{AD284103-20F8-5477-B65E-8E004EFEAAA6}" dt="2026-02-28T02:14:17.957" v="841" actId="12788"/>
          <ac:cxnSpMkLst>
            <pc:docMk/>
            <pc:sldMk cId="0" sldId="302"/>
            <ac:cxnSpMk id="602" creationId="{00000000-0000-0000-0000-000000000000}"/>
          </ac:cxnSpMkLst>
        </pc:cxnChg>
        <pc:cxnChg chg="mod">
          <ac:chgData name="Manoj THULASIDAS" userId="d95e47b6-62ec-43de-81ef-a7c2618fa2c1" providerId="ADAL" clId="{AD284103-20F8-5477-B65E-8E004EFEAAA6}" dt="2026-02-28T02:14:26.757" v="842" actId="12788"/>
          <ac:cxnSpMkLst>
            <pc:docMk/>
            <pc:sldMk cId="0" sldId="302"/>
            <ac:cxnSpMk id="607" creationId="{00000000-0000-0000-0000-000000000000}"/>
          </ac:cxnSpMkLst>
        </pc:cxnChg>
      </pc:sldChg>
      <pc:sldChg chg="modSp mod">
        <pc:chgData name="Manoj THULASIDAS" userId="d95e47b6-62ec-43de-81ef-a7c2618fa2c1" providerId="ADAL" clId="{AD284103-20F8-5477-B65E-8E004EFEAAA6}" dt="2026-02-28T03:01:45.550" v="1256" actId="20577"/>
        <pc:sldMkLst>
          <pc:docMk/>
          <pc:sldMk cId="0" sldId="303"/>
        </pc:sldMkLst>
        <pc:spChg chg="mod">
          <ac:chgData name="Manoj THULASIDAS" userId="d95e47b6-62ec-43de-81ef-a7c2618fa2c1" providerId="ADAL" clId="{AD284103-20F8-5477-B65E-8E004EFEAAA6}" dt="2026-02-26T10:45:28.652" v="108"/>
          <ac:spMkLst>
            <pc:docMk/>
            <pc:sldMk cId="0" sldId="303"/>
            <ac:spMk id="616" creationId="{00000000-0000-0000-0000-000000000000}"/>
          </ac:spMkLst>
        </pc:spChg>
        <pc:spChg chg="mod">
          <ac:chgData name="Manoj THULASIDAS" userId="d95e47b6-62ec-43de-81ef-a7c2618fa2c1" providerId="ADAL" clId="{AD284103-20F8-5477-B65E-8E004EFEAAA6}" dt="2026-02-28T02:16:17.427" v="861" actId="403"/>
          <ac:spMkLst>
            <pc:docMk/>
            <pc:sldMk cId="0" sldId="303"/>
            <ac:spMk id="617" creationId="{00000000-0000-0000-0000-000000000000}"/>
          </ac:spMkLst>
        </pc:spChg>
        <pc:spChg chg="mod">
          <ac:chgData name="Manoj THULASIDAS" userId="d95e47b6-62ec-43de-81ef-a7c2618fa2c1" providerId="ADAL" clId="{AD284103-20F8-5477-B65E-8E004EFEAAA6}" dt="2026-02-28T02:15:58.061" v="860" actId="255"/>
          <ac:spMkLst>
            <pc:docMk/>
            <pc:sldMk cId="0" sldId="303"/>
            <ac:spMk id="620" creationId="{00000000-0000-0000-0000-000000000000}"/>
          </ac:spMkLst>
        </pc:spChg>
        <pc:spChg chg="mod">
          <ac:chgData name="Manoj THULASIDAS" userId="d95e47b6-62ec-43de-81ef-a7c2618fa2c1" providerId="ADAL" clId="{AD284103-20F8-5477-B65E-8E004EFEAAA6}" dt="2026-02-28T03:01:41.284" v="1255" actId="20577"/>
          <ac:spMkLst>
            <pc:docMk/>
            <pc:sldMk cId="0" sldId="303"/>
            <ac:spMk id="622" creationId="{00000000-0000-0000-0000-000000000000}"/>
          </ac:spMkLst>
        </pc:spChg>
        <pc:spChg chg="mod">
          <ac:chgData name="Manoj THULASIDAS" userId="d95e47b6-62ec-43de-81ef-a7c2618fa2c1" providerId="ADAL" clId="{AD284103-20F8-5477-B65E-8E004EFEAAA6}" dt="2026-02-28T02:15:58.061" v="860" actId="255"/>
          <ac:spMkLst>
            <pc:docMk/>
            <pc:sldMk cId="0" sldId="303"/>
            <ac:spMk id="623" creationId="{00000000-0000-0000-0000-000000000000}"/>
          </ac:spMkLst>
        </pc:spChg>
        <pc:spChg chg="mod">
          <ac:chgData name="Manoj THULASIDAS" userId="d95e47b6-62ec-43de-81ef-a7c2618fa2c1" providerId="ADAL" clId="{AD284103-20F8-5477-B65E-8E004EFEAAA6}" dt="2026-02-28T03:01:32.144" v="1250" actId="20577"/>
          <ac:spMkLst>
            <pc:docMk/>
            <pc:sldMk cId="0" sldId="303"/>
            <ac:spMk id="626" creationId="{00000000-0000-0000-0000-000000000000}"/>
          </ac:spMkLst>
        </pc:spChg>
        <pc:spChg chg="mod">
          <ac:chgData name="Manoj THULASIDAS" userId="d95e47b6-62ec-43de-81ef-a7c2618fa2c1" providerId="ADAL" clId="{AD284103-20F8-5477-B65E-8E004EFEAAA6}" dt="2026-02-28T02:15:58.061" v="860" actId="255"/>
          <ac:spMkLst>
            <pc:docMk/>
            <pc:sldMk cId="0" sldId="303"/>
            <ac:spMk id="627" creationId="{00000000-0000-0000-0000-000000000000}"/>
          </ac:spMkLst>
        </pc:spChg>
        <pc:spChg chg="mod">
          <ac:chgData name="Manoj THULASIDAS" userId="d95e47b6-62ec-43de-81ef-a7c2618fa2c1" providerId="ADAL" clId="{AD284103-20F8-5477-B65E-8E004EFEAAA6}" dt="2026-02-28T03:01:45.550" v="1256" actId="20577"/>
          <ac:spMkLst>
            <pc:docMk/>
            <pc:sldMk cId="0" sldId="303"/>
            <ac:spMk id="629" creationId="{00000000-0000-0000-0000-000000000000}"/>
          </ac:spMkLst>
        </pc:spChg>
      </pc:sldChg>
      <pc:sldChg chg="modSp mod">
        <pc:chgData name="Manoj THULASIDAS" userId="d95e47b6-62ec-43de-81ef-a7c2618fa2c1" providerId="ADAL" clId="{AD284103-20F8-5477-B65E-8E004EFEAAA6}" dt="2026-02-28T03:20:06.327" v="1431" actId="113"/>
        <pc:sldMkLst>
          <pc:docMk/>
          <pc:sldMk cId="0" sldId="304"/>
        </pc:sldMkLst>
        <pc:spChg chg="mod">
          <ac:chgData name="Manoj THULASIDAS" userId="d95e47b6-62ec-43de-81ef-a7c2618fa2c1" providerId="ADAL" clId="{AD284103-20F8-5477-B65E-8E004EFEAAA6}" dt="2026-02-26T10:45:23.373" v="107"/>
          <ac:spMkLst>
            <pc:docMk/>
            <pc:sldMk cId="0" sldId="304"/>
            <ac:spMk id="638" creationId="{00000000-0000-0000-0000-000000000000}"/>
          </ac:spMkLst>
        </pc:spChg>
        <pc:spChg chg="mod">
          <ac:chgData name="Manoj THULASIDAS" userId="d95e47b6-62ec-43de-81ef-a7c2618fa2c1" providerId="ADAL" clId="{AD284103-20F8-5477-B65E-8E004EFEAAA6}" dt="2026-02-28T03:20:06.327" v="1431" actId="113"/>
          <ac:spMkLst>
            <pc:docMk/>
            <pc:sldMk cId="0" sldId="304"/>
            <ac:spMk id="639" creationId="{00000000-0000-0000-0000-000000000000}"/>
          </ac:spMkLst>
        </pc:spChg>
      </pc:sldChg>
      <pc:sldChg chg="modSp mod">
        <pc:chgData name="Manoj THULASIDAS" userId="d95e47b6-62ec-43de-81ef-a7c2618fa2c1" providerId="ADAL" clId="{AD284103-20F8-5477-B65E-8E004EFEAAA6}" dt="2026-02-28T03:42:41.106" v="1749" actId="20577"/>
        <pc:sldMkLst>
          <pc:docMk/>
          <pc:sldMk cId="0" sldId="305"/>
        </pc:sldMkLst>
        <pc:spChg chg="mod">
          <ac:chgData name="Manoj THULASIDAS" userId="d95e47b6-62ec-43de-81ef-a7c2618fa2c1" providerId="ADAL" clId="{AD284103-20F8-5477-B65E-8E004EFEAAA6}" dt="2026-02-26T10:45:18.213" v="106" actId="2711"/>
          <ac:spMkLst>
            <pc:docMk/>
            <pc:sldMk cId="0" sldId="305"/>
            <ac:spMk id="644" creationId="{00000000-0000-0000-0000-000000000000}"/>
          </ac:spMkLst>
        </pc:spChg>
        <pc:spChg chg="mod">
          <ac:chgData name="Manoj THULASIDAS" userId="d95e47b6-62ec-43de-81ef-a7c2618fa2c1" providerId="ADAL" clId="{AD284103-20F8-5477-B65E-8E004EFEAAA6}" dt="2026-02-28T03:24:07.226" v="1531" actId="20577"/>
          <ac:spMkLst>
            <pc:docMk/>
            <pc:sldMk cId="0" sldId="305"/>
            <ac:spMk id="646" creationId="{00000000-0000-0000-0000-000000000000}"/>
          </ac:spMkLst>
        </pc:spChg>
        <pc:spChg chg="mod">
          <ac:chgData name="Manoj THULASIDAS" userId="d95e47b6-62ec-43de-81ef-a7c2618fa2c1" providerId="ADAL" clId="{AD284103-20F8-5477-B65E-8E004EFEAAA6}" dt="2026-02-28T03:42:41.106" v="1749" actId="20577"/>
          <ac:spMkLst>
            <pc:docMk/>
            <pc:sldMk cId="0" sldId="305"/>
            <ac:spMk id="647" creationId="{00000000-0000-0000-0000-000000000000}"/>
          </ac:spMkLst>
        </pc:spChg>
      </pc:sldChg>
      <pc:sldChg chg="modSp mod">
        <pc:chgData name="Manoj THULASIDAS" userId="d95e47b6-62ec-43de-81ef-a7c2618fa2c1" providerId="ADAL" clId="{AD284103-20F8-5477-B65E-8E004EFEAAA6}" dt="2026-02-28T03:29:36.595" v="1628" actId="207"/>
        <pc:sldMkLst>
          <pc:docMk/>
          <pc:sldMk cId="0" sldId="306"/>
        </pc:sldMkLst>
        <pc:spChg chg="mod">
          <ac:chgData name="Manoj THULASIDAS" userId="d95e47b6-62ec-43de-81ef-a7c2618fa2c1" providerId="ADAL" clId="{AD284103-20F8-5477-B65E-8E004EFEAAA6}" dt="2026-02-26T10:45:08.112" v="103" actId="20577"/>
          <ac:spMkLst>
            <pc:docMk/>
            <pc:sldMk cId="0" sldId="306"/>
            <ac:spMk id="652" creationId="{00000000-0000-0000-0000-000000000000}"/>
          </ac:spMkLst>
        </pc:spChg>
        <pc:spChg chg="mod">
          <ac:chgData name="Manoj THULASIDAS" userId="d95e47b6-62ec-43de-81ef-a7c2618fa2c1" providerId="ADAL" clId="{AD284103-20F8-5477-B65E-8E004EFEAAA6}" dt="2026-02-28T03:25:03.090" v="1590" actId="20577"/>
          <ac:spMkLst>
            <pc:docMk/>
            <pc:sldMk cId="0" sldId="306"/>
            <ac:spMk id="653" creationId="{00000000-0000-0000-0000-000000000000}"/>
          </ac:spMkLst>
        </pc:spChg>
        <pc:spChg chg="mod">
          <ac:chgData name="Manoj THULASIDAS" userId="d95e47b6-62ec-43de-81ef-a7c2618fa2c1" providerId="ADAL" clId="{AD284103-20F8-5477-B65E-8E004EFEAAA6}" dt="2026-02-28T01:17:26.781" v="160"/>
          <ac:spMkLst>
            <pc:docMk/>
            <pc:sldMk cId="0" sldId="306"/>
            <ac:spMk id="654" creationId="{00000000-0000-0000-0000-000000000000}"/>
          </ac:spMkLst>
        </pc:spChg>
        <pc:spChg chg="mod">
          <ac:chgData name="Manoj THULASIDAS" userId="d95e47b6-62ec-43de-81ef-a7c2618fa2c1" providerId="ADAL" clId="{AD284103-20F8-5477-B65E-8E004EFEAAA6}" dt="2026-02-28T03:24:21.441" v="1533" actId="14100"/>
          <ac:spMkLst>
            <pc:docMk/>
            <pc:sldMk cId="0" sldId="306"/>
            <ac:spMk id="655" creationId="{00000000-0000-0000-0000-000000000000}"/>
          </ac:spMkLst>
        </pc:spChg>
        <pc:spChg chg="mod">
          <ac:chgData name="Manoj THULASIDAS" userId="d95e47b6-62ec-43de-81ef-a7c2618fa2c1" providerId="ADAL" clId="{AD284103-20F8-5477-B65E-8E004EFEAAA6}" dt="2026-02-28T01:30:36.201" v="347" actId="108"/>
          <ac:spMkLst>
            <pc:docMk/>
            <pc:sldMk cId="0" sldId="306"/>
            <ac:spMk id="657" creationId="{00000000-0000-0000-0000-000000000000}"/>
          </ac:spMkLst>
        </pc:spChg>
        <pc:spChg chg="mod">
          <ac:chgData name="Manoj THULASIDAS" userId="d95e47b6-62ec-43de-81ef-a7c2618fa2c1" providerId="ADAL" clId="{AD284103-20F8-5477-B65E-8E004EFEAAA6}" dt="2026-02-28T03:24:36.017" v="1538" actId="14100"/>
          <ac:spMkLst>
            <pc:docMk/>
            <pc:sldMk cId="0" sldId="306"/>
            <ac:spMk id="658" creationId="{00000000-0000-0000-0000-000000000000}"/>
          </ac:spMkLst>
        </pc:spChg>
        <pc:spChg chg="mod">
          <ac:chgData name="Manoj THULASIDAS" userId="d95e47b6-62ec-43de-81ef-a7c2618fa2c1" providerId="ADAL" clId="{AD284103-20F8-5477-B65E-8E004EFEAAA6}" dt="2026-02-28T01:30:47.312" v="353" actId="108"/>
          <ac:spMkLst>
            <pc:docMk/>
            <pc:sldMk cId="0" sldId="306"/>
            <ac:spMk id="660" creationId="{00000000-0000-0000-0000-000000000000}"/>
          </ac:spMkLst>
        </pc:spChg>
        <pc:spChg chg="mod">
          <ac:chgData name="Manoj THULASIDAS" userId="d95e47b6-62ec-43de-81ef-a7c2618fa2c1" providerId="ADAL" clId="{AD284103-20F8-5477-B65E-8E004EFEAAA6}" dt="2026-02-28T03:24:26.175" v="1535" actId="14100"/>
          <ac:spMkLst>
            <pc:docMk/>
            <pc:sldMk cId="0" sldId="306"/>
            <ac:spMk id="661" creationId="{00000000-0000-0000-0000-000000000000}"/>
          </ac:spMkLst>
        </pc:spChg>
        <pc:spChg chg="mod">
          <ac:chgData name="Manoj THULASIDAS" userId="d95e47b6-62ec-43de-81ef-a7c2618fa2c1" providerId="ADAL" clId="{AD284103-20F8-5477-B65E-8E004EFEAAA6}" dt="2026-02-28T03:29:36.595" v="1628" actId="207"/>
          <ac:spMkLst>
            <pc:docMk/>
            <pc:sldMk cId="0" sldId="306"/>
            <ac:spMk id="664" creationId="{00000000-0000-0000-0000-000000000000}"/>
          </ac:spMkLst>
        </pc:spChg>
        <pc:spChg chg="mod">
          <ac:chgData name="Manoj THULASIDAS" userId="d95e47b6-62ec-43de-81ef-a7c2618fa2c1" providerId="ADAL" clId="{AD284103-20F8-5477-B65E-8E004EFEAAA6}" dt="2026-02-28T01:17:26.781" v="160"/>
          <ac:spMkLst>
            <pc:docMk/>
            <pc:sldMk cId="0" sldId="306"/>
            <ac:spMk id="665" creationId="{00000000-0000-0000-0000-000000000000}"/>
          </ac:spMkLst>
        </pc:spChg>
        <pc:cxnChg chg="mod">
          <ac:chgData name="Manoj THULASIDAS" userId="d95e47b6-62ec-43de-81ef-a7c2618fa2c1" providerId="ADAL" clId="{AD284103-20F8-5477-B65E-8E004EFEAAA6}" dt="2026-02-28T03:24:21.441" v="1533" actId="14100"/>
          <ac:cxnSpMkLst>
            <pc:docMk/>
            <pc:sldMk cId="0" sldId="306"/>
            <ac:cxnSpMk id="656" creationId="{00000000-0000-0000-0000-000000000000}"/>
          </ac:cxnSpMkLst>
        </pc:cxnChg>
        <pc:cxnChg chg="mod">
          <ac:chgData name="Manoj THULASIDAS" userId="d95e47b6-62ec-43de-81ef-a7c2618fa2c1" providerId="ADAL" clId="{AD284103-20F8-5477-B65E-8E004EFEAAA6}" dt="2026-02-28T03:24:36.017" v="1538" actId="14100"/>
          <ac:cxnSpMkLst>
            <pc:docMk/>
            <pc:sldMk cId="0" sldId="306"/>
            <ac:cxnSpMk id="659" creationId="{00000000-0000-0000-0000-000000000000}"/>
          </ac:cxnSpMkLst>
        </pc:cxnChg>
        <pc:cxnChg chg="mod">
          <ac:chgData name="Manoj THULASIDAS" userId="d95e47b6-62ec-43de-81ef-a7c2618fa2c1" providerId="ADAL" clId="{AD284103-20F8-5477-B65E-8E004EFEAAA6}" dt="2026-02-28T03:24:26.175" v="1535" actId="14100"/>
          <ac:cxnSpMkLst>
            <pc:docMk/>
            <pc:sldMk cId="0" sldId="306"/>
            <ac:cxnSpMk id="662" creationId="{00000000-0000-0000-0000-000000000000}"/>
          </ac:cxnSpMkLst>
        </pc:cxnChg>
      </pc:sldChg>
      <pc:sldChg chg="modSp mod">
        <pc:chgData name="Manoj THULASIDAS" userId="d95e47b6-62ec-43de-81ef-a7c2618fa2c1" providerId="ADAL" clId="{AD284103-20F8-5477-B65E-8E004EFEAAA6}" dt="2026-02-28T03:26:40.353" v="1610" actId="108"/>
        <pc:sldMkLst>
          <pc:docMk/>
          <pc:sldMk cId="0" sldId="307"/>
        </pc:sldMkLst>
        <pc:spChg chg="mod">
          <ac:chgData name="Manoj THULASIDAS" userId="d95e47b6-62ec-43de-81ef-a7c2618fa2c1" providerId="ADAL" clId="{AD284103-20F8-5477-B65E-8E004EFEAAA6}" dt="2026-02-26T10:45:02.416" v="99" actId="20577"/>
          <ac:spMkLst>
            <pc:docMk/>
            <pc:sldMk cId="0" sldId="307"/>
            <ac:spMk id="670" creationId="{00000000-0000-0000-0000-000000000000}"/>
          </ac:spMkLst>
        </pc:spChg>
        <pc:spChg chg="mod">
          <ac:chgData name="Manoj THULASIDAS" userId="d95e47b6-62ec-43de-81ef-a7c2618fa2c1" providerId="ADAL" clId="{AD284103-20F8-5477-B65E-8E004EFEAAA6}" dt="2026-02-28T03:26:27.626" v="1608" actId="20577"/>
          <ac:spMkLst>
            <pc:docMk/>
            <pc:sldMk cId="0" sldId="307"/>
            <ac:spMk id="671" creationId="{00000000-0000-0000-0000-000000000000}"/>
          </ac:spMkLst>
        </pc:spChg>
        <pc:spChg chg="mod">
          <ac:chgData name="Manoj THULASIDAS" userId="d95e47b6-62ec-43de-81ef-a7c2618fa2c1" providerId="ADAL" clId="{AD284103-20F8-5477-B65E-8E004EFEAAA6}" dt="2026-02-28T01:17:26.781" v="160"/>
          <ac:spMkLst>
            <pc:docMk/>
            <pc:sldMk cId="0" sldId="307"/>
            <ac:spMk id="672" creationId="{00000000-0000-0000-0000-000000000000}"/>
          </ac:spMkLst>
        </pc:spChg>
        <pc:spChg chg="mod">
          <ac:chgData name="Manoj THULASIDAS" userId="d95e47b6-62ec-43de-81ef-a7c2618fa2c1" providerId="ADAL" clId="{AD284103-20F8-5477-B65E-8E004EFEAAA6}" dt="2026-02-28T03:25:33.322" v="1597" actId="1035"/>
          <ac:spMkLst>
            <pc:docMk/>
            <pc:sldMk cId="0" sldId="307"/>
            <ac:spMk id="673" creationId="{00000000-0000-0000-0000-000000000000}"/>
          </ac:spMkLst>
        </pc:spChg>
        <pc:spChg chg="mod">
          <ac:chgData name="Manoj THULASIDAS" userId="d95e47b6-62ec-43de-81ef-a7c2618fa2c1" providerId="ADAL" clId="{AD284103-20F8-5477-B65E-8E004EFEAAA6}" dt="2026-02-28T03:26:40.353" v="1610" actId="108"/>
          <ac:spMkLst>
            <pc:docMk/>
            <pc:sldMk cId="0" sldId="307"/>
            <ac:spMk id="675" creationId="{00000000-0000-0000-0000-000000000000}"/>
          </ac:spMkLst>
        </pc:spChg>
        <pc:spChg chg="mod">
          <ac:chgData name="Manoj THULASIDAS" userId="d95e47b6-62ec-43de-81ef-a7c2618fa2c1" providerId="ADAL" clId="{AD284103-20F8-5477-B65E-8E004EFEAAA6}" dt="2026-02-28T03:25:56.615" v="1606" actId="1035"/>
          <ac:spMkLst>
            <pc:docMk/>
            <pc:sldMk cId="0" sldId="307"/>
            <ac:spMk id="676" creationId="{00000000-0000-0000-0000-000000000000}"/>
          </ac:spMkLst>
        </pc:spChg>
        <pc:spChg chg="mod">
          <ac:chgData name="Manoj THULASIDAS" userId="d95e47b6-62ec-43de-81ef-a7c2618fa2c1" providerId="ADAL" clId="{AD284103-20F8-5477-B65E-8E004EFEAAA6}" dt="2026-02-28T01:31:11.117" v="359" actId="108"/>
          <ac:spMkLst>
            <pc:docMk/>
            <pc:sldMk cId="0" sldId="307"/>
            <ac:spMk id="678" creationId="{00000000-0000-0000-0000-000000000000}"/>
          </ac:spMkLst>
        </pc:spChg>
        <pc:spChg chg="mod">
          <ac:chgData name="Manoj THULASIDAS" userId="d95e47b6-62ec-43de-81ef-a7c2618fa2c1" providerId="ADAL" clId="{AD284103-20F8-5477-B65E-8E004EFEAAA6}" dt="2026-02-28T03:25:46.498" v="1602" actId="14100"/>
          <ac:spMkLst>
            <pc:docMk/>
            <pc:sldMk cId="0" sldId="307"/>
            <ac:spMk id="679" creationId="{00000000-0000-0000-0000-000000000000}"/>
          </ac:spMkLst>
        </pc:spChg>
        <pc:spChg chg="mod">
          <ac:chgData name="Manoj THULASIDAS" userId="d95e47b6-62ec-43de-81ef-a7c2618fa2c1" providerId="ADAL" clId="{AD284103-20F8-5477-B65E-8E004EFEAAA6}" dt="2026-02-28T03:26:38.737" v="1609" actId="108"/>
          <ac:spMkLst>
            <pc:docMk/>
            <pc:sldMk cId="0" sldId="307"/>
            <ac:spMk id="681" creationId="{00000000-0000-0000-0000-000000000000}"/>
          </ac:spMkLst>
        </pc:spChg>
        <pc:spChg chg="mod">
          <ac:chgData name="Manoj THULASIDAS" userId="d95e47b6-62ec-43de-81ef-a7c2618fa2c1" providerId="ADAL" clId="{AD284103-20F8-5477-B65E-8E004EFEAAA6}" dt="2026-02-28T01:17:26.781" v="160"/>
          <ac:spMkLst>
            <pc:docMk/>
            <pc:sldMk cId="0" sldId="307"/>
            <ac:spMk id="682" creationId="{00000000-0000-0000-0000-000000000000}"/>
          </ac:spMkLst>
        </pc:spChg>
        <pc:cxnChg chg="mod">
          <ac:chgData name="Manoj THULASIDAS" userId="d95e47b6-62ec-43de-81ef-a7c2618fa2c1" providerId="ADAL" clId="{AD284103-20F8-5477-B65E-8E004EFEAAA6}" dt="2026-02-28T03:25:33.322" v="1597" actId="1035"/>
          <ac:cxnSpMkLst>
            <pc:docMk/>
            <pc:sldMk cId="0" sldId="307"/>
            <ac:cxnSpMk id="674" creationId="{00000000-0000-0000-0000-000000000000}"/>
          </ac:cxnSpMkLst>
        </pc:cxnChg>
        <pc:cxnChg chg="mod">
          <ac:chgData name="Manoj THULASIDAS" userId="d95e47b6-62ec-43de-81ef-a7c2618fa2c1" providerId="ADAL" clId="{AD284103-20F8-5477-B65E-8E004EFEAAA6}" dt="2026-02-28T03:25:56.615" v="1606" actId="1035"/>
          <ac:cxnSpMkLst>
            <pc:docMk/>
            <pc:sldMk cId="0" sldId="307"/>
            <ac:cxnSpMk id="677" creationId="{00000000-0000-0000-0000-000000000000}"/>
          </ac:cxnSpMkLst>
        </pc:cxnChg>
        <pc:cxnChg chg="mod">
          <ac:chgData name="Manoj THULASIDAS" userId="d95e47b6-62ec-43de-81ef-a7c2618fa2c1" providerId="ADAL" clId="{AD284103-20F8-5477-B65E-8E004EFEAAA6}" dt="2026-02-28T03:25:46.498" v="1602" actId="14100"/>
          <ac:cxnSpMkLst>
            <pc:docMk/>
            <pc:sldMk cId="0" sldId="307"/>
            <ac:cxnSpMk id="680" creationId="{00000000-0000-0000-0000-000000000000}"/>
          </ac:cxnSpMkLst>
        </pc:cxnChg>
      </pc:sldChg>
      <pc:sldChg chg="modSp mod">
        <pc:chgData name="Manoj THULASIDAS" userId="d95e47b6-62ec-43de-81ef-a7c2618fa2c1" providerId="ADAL" clId="{AD284103-20F8-5477-B65E-8E004EFEAAA6}" dt="2026-02-28T03:37:31.168" v="1662" actId="404"/>
        <pc:sldMkLst>
          <pc:docMk/>
          <pc:sldMk cId="0" sldId="308"/>
        </pc:sldMkLst>
        <pc:spChg chg="mod">
          <ac:chgData name="Manoj THULASIDAS" userId="d95e47b6-62ec-43de-81ef-a7c2618fa2c1" providerId="ADAL" clId="{AD284103-20F8-5477-B65E-8E004EFEAAA6}" dt="2026-02-26T10:44:28.165" v="92" actId="2711"/>
          <ac:spMkLst>
            <pc:docMk/>
            <pc:sldMk cId="0" sldId="308"/>
            <ac:spMk id="687" creationId="{00000000-0000-0000-0000-000000000000}"/>
          </ac:spMkLst>
        </pc:spChg>
        <pc:spChg chg="mod">
          <ac:chgData name="Manoj THULASIDAS" userId="d95e47b6-62ec-43de-81ef-a7c2618fa2c1" providerId="ADAL" clId="{AD284103-20F8-5477-B65E-8E004EFEAAA6}" dt="2026-02-28T03:35:52.066" v="1642" actId="12788"/>
          <ac:spMkLst>
            <pc:docMk/>
            <pc:sldMk cId="0" sldId="308"/>
            <ac:spMk id="689" creationId="{00000000-0000-0000-0000-000000000000}"/>
          </ac:spMkLst>
        </pc:spChg>
        <pc:spChg chg="mod">
          <ac:chgData name="Manoj THULASIDAS" userId="d95e47b6-62ec-43de-81ef-a7c2618fa2c1" providerId="ADAL" clId="{AD284103-20F8-5477-B65E-8E004EFEAAA6}" dt="2026-02-28T03:35:52.066" v="1642" actId="12788"/>
          <ac:spMkLst>
            <pc:docMk/>
            <pc:sldMk cId="0" sldId="308"/>
            <ac:spMk id="690" creationId="{00000000-0000-0000-0000-000000000000}"/>
          </ac:spMkLst>
        </pc:spChg>
        <pc:spChg chg="mod">
          <ac:chgData name="Manoj THULASIDAS" userId="d95e47b6-62ec-43de-81ef-a7c2618fa2c1" providerId="ADAL" clId="{AD284103-20F8-5477-B65E-8E004EFEAAA6}" dt="2026-02-28T03:36:01.866" v="1643" actId="12788"/>
          <ac:spMkLst>
            <pc:docMk/>
            <pc:sldMk cId="0" sldId="308"/>
            <ac:spMk id="691" creationId="{00000000-0000-0000-0000-000000000000}"/>
          </ac:spMkLst>
        </pc:spChg>
        <pc:spChg chg="mod">
          <ac:chgData name="Manoj THULASIDAS" userId="d95e47b6-62ec-43de-81ef-a7c2618fa2c1" providerId="ADAL" clId="{AD284103-20F8-5477-B65E-8E004EFEAAA6}" dt="2026-02-28T03:36:01.866" v="1643" actId="12788"/>
          <ac:spMkLst>
            <pc:docMk/>
            <pc:sldMk cId="0" sldId="308"/>
            <ac:spMk id="692" creationId="{00000000-0000-0000-0000-000000000000}"/>
          </ac:spMkLst>
        </pc:spChg>
        <pc:spChg chg="mod">
          <ac:chgData name="Manoj THULASIDAS" userId="d95e47b6-62ec-43de-81ef-a7c2618fa2c1" providerId="ADAL" clId="{AD284103-20F8-5477-B65E-8E004EFEAAA6}" dt="2026-02-28T03:36:30.011" v="1650" actId="20577"/>
          <ac:spMkLst>
            <pc:docMk/>
            <pc:sldMk cId="0" sldId="308"/>
            <ac:spMk id="693" creationId="{00000000-0000-0000-0000-000000000000}"/>
          </ac:spMkLst>
        </pc:spChg>
        <pc:spChg chg="mod">
          <ac:chgData name="Manoj THULASIDAS" userId="d95e47b6-62ec-43de-81ef-a7c2618fa2c1" providerId="ADAL" clId="{AD284103-20F8-5477-B65E-8E004EFEAAA6}" dt="2026-02-28T03:36:20.120" v="1648" actId="20577"/>
          <ac:spMkLst>
            <pc:docMk/>
            <pc:sldMk cId="0" sldId="308"/>
            <ac:spMk id="695" creationId="{00000000-0000-0000-0000-000000000000}"/>
          </ac:spMkLst>
        </pc:spChg>
        <pc:spChg chg="mod">
          <ac:chgData name="Manoj THULASIDAS" userId="d95e47b6-62ec-43de-81ef-a7c2618fa2c1" providerId="ADAL" clId="{AD284103-20F8-5477-B65E-8E004EFEAAA6}" dt="2026-02-28T03:37:19.161" v="1659" actId="1076"/>
          <ac:spMkLst>
            <pc:docMk/>
            <pc:sldMk cId="0" sldId="308"/>
            <ac:spMk id="696" creationId="{00000000-0000-0000-0000-000000000000}"/>
          </ac:spMkLst>
        </pc:spChg>
        <pc:spChg chg="mod">
          <ac:chgData name="Manoj THULASIDAS" userId="d95e47b6-62ec-43de-81ef-a7c2618fa2c1" providerId="ADAL" clId="{AD284103-20F8-5477-B65E-8E004EFEAAA6}" dt="2026-02-28T03:36:10.938" v="1644" actId="12788"/>
          <ac:spMkLst>
            <pc:docMk/>
            <pc:sldMk cId="0" sldId="308"/>
            <ac:spMk id="697" creationId="{00000000-0000-0000-0000-000000000000}"/>
          </ac:spMkLst>
        </pc:spChg>
        <pc:spChg chg="mod">
          <ac:chgData name="Manoj THULASIDAS" userId="d95e47b6-62ec-43de-81ef-a7c2618fa2c1" providerId="ADAL" clId="{AD284103-20F8-5477-B65E-8E004EFEAAA6}" dt="2026-02-28T03:36:10.938" v="1644" actId="12788"/>
          <ac:spMkLst>
            <pc:docMk/>
            <pc:sldMk cId="0" sldId="308"/>
            <ac:spMk id="698" creationId="{00000000-0000-0000-0000-000000000000}"/>
          </ac:spMkLst>
        </pc:spChg>
        <pc:spChg chg="mod">
          <ac:chgData name="Manoj THULASIDAS" userId="d95e47b6-62ec-43de-81ef-a7c2618fa2c1" providerId="ADAL" clId="{AD284103-20F8-5477-B65E-8E004EFEAAA6}" dt="2026-02-28T03:36:52.754" v="1656" actId="20577"/>
          <ac:spMkLst>
            <pc:docMk/>
            <pc:sldMk cId="0" sldId="308"/>
            <ac:spMk id="700" creationId="{00000000-0000-0000-0000-000000000000}"/>
          </ac:spMkLst>
        </pc:spChg>
        <pc:spChg chg="mod">
          <ac:chgData name="Manoj THULASIDAS" userId="d95e47b6-62ec-43de-81ef-a7c2618fa2c1" providerId="ADAL" clId="{AD284103-20F8-5477-B65E-8E004EFEAAA6}" dt="2026-02-28T03:35:52.066" v="1642" actId="12788"/>
          <ac:spMkLst>
            <pc:docMk/>
            <pc:sldMk cId="0" sldId="308"/>
            <ac:spMk id="701" creationId="{00000000-0000-0000-0000-000000000000}"/>
          </ac:spMkLst>
        </pc:spChg>
        <pc:spChg chg="mod">
          <ac:chgData name="Manoj THULASIDAS" userId="d95e47b6-62ec-43de-81ef-a7c2618fa2c1" providerId="ADAL" clId="{AD284103-20F8-5477-B65E-8E004EFEAAA6}" dt="2026-02-28T03:36:01.866" v="1643" actId="12788"/>
          <ac:spMkLst>
            <pc:docMk/>
            <pc:sldMk cId="0" sldId="308"/>
            <ac:spMk id="702" creationId="{00000000-0000-0000-0000-000000000000}"/>
          </ac:spMkLst>
        </pc:spChg>
        <pc:spChg chg="mod">
          <ac:chgData name="Manoj THULASIDAS" userId="d95e47b6-62ec-43de-81ef-a7c2618fa2c1" providerId="ADAL" clId="{AD284103-20F8-5477-B65E-8E004EFEAAA6}" dt="2026-02-28T03:36:10.938" v="1644" actId="12788"/>
          <ac:spMkLst>
            <pc:docMk/>
            <pc:sldMk cId="0" sldId="308"/>
            <ac:spMk id="703" creationId="{00000000-0000-0000-0000-000000000000}"/>
          </ac:spMkLst>
        </pc:spChg>
        <pc:spChg chg="mod">
          <ac:chgData name="Manoj THULASIDAS" userId="d95e47b6-62ec-43de-81ef-a7c2618fa2c1" providerId="ADAL" clId="{AD284103-20F8-5477-B65E-8E004EFEAAA6}" dt="2026-02-28T03:37:31.168" v="1662" actId="404"/>
          <ac:spMkLst>
            <pc:docMk/>
            <pc:sldMk cId="0" sldId="308"/>
            <ac:spMk id="704" creationId="{00000000-0000-0000-0000-000000000000}"/>
          </ac:spMkLst>
        </pc:spChg>
        <pc:cxnChg chg="mod">
          <ac:chgData name="Manoj THULASIDAS" userId="d95e47b6-62ec-43de-81ef-a7c2618fa2c1" providerId="ADAL" clId="{AD284103-20F8-5477-B65E-8E004EFEAAA6}" dt="2026-02-28T03:36:01.866" v="1643" actId="12788"/>
          <ac:cxnSpMkLst>
            <pc:docMk/>
            <pc:sldMk cId="0" sldId="308"/>
            <ac:cxnSpMk id="694" creationId="{00000000-0000-0000-0000-000000000000}"/>
          </ac:cxnSpMkLst>
        </pc:cxnChg>
        <pc:cxnChg chg="mod">
          <ac:chgData name="Manoj THULASIDAS" userId="d95e47b6-62ec-43de-81ef-a7c2618fa2c1" providerId="ADAL" clId="{AD284103-20F8-5477-B65E-8E004EFEAAA6}" dt="2026-02-28T03:36:10.938" v="1644" actId="12788"/>
          <ac:cxnSpMkLst>
            <pc:docMk/>
            <pc:sldMk cId="0" sldId="308"/>
            <ac:cxnSpMk id="699" creationId="{00000000-0000-0000-0000-000000000000}"/>
          </ac:cxnSpMkLst>
        </pc:cxnChg>
      </pc:sldChg>
      <pc:sldChg chg="modSp mod">
        <pc:chgData name="Manoj THULASIDAS" userId="d95e47b6-62ec-43de-81ef-a7c2618fa2c1" providerId="ADAL" clId="{AD284103-20F8-5477-B65E-8E004EFEAAA6}" dt="2026-02-28T03:37:53.550" v="1664" actId="255"/>
        <pc:sldMkLst>
          <pc:docMk/>
          <pc:sldMk cId="0" sldId="309"/>
        </pc:sldMkLst>
        <pc:spChg chg="mod">
          <ac:chgData name="Manoj THULASIDAS" userId="d95e47b6-62ec-43de-81ef-a7c2618fa2c1" providerId="ADAL" clId="{AD284103-20F8-5477-B65E-8E004EFEAAA6}" dt="2026-02-26T10:44:36.104" v="93"/>
          <ac:spMkLst>
            <pc:docMk/>
            <pc:sldMk cId="0" sldId="309"/>
            <ac:spMk id="709" creationId="{00000000-0000-0000-0000-000000000000}"/>
          </ac:spMkLst>
        </pc:spChg>
        <pc:spChg chg="mod">
          <ac:chgData name="Manoj THULASIDAS" userId="d95e47b6-62ec-43de-81ef-a7c2618fa2c1" providerId="ADAL" clId="{AD284103-20F8-5477-B65E-8E004EFEAAA6}" dt="2026-02-28T03:37:53.550" v="1664" actId="255"/>
          <ac:spMkLst>
            <pc:docMk/>
            <pc:sldMk cId="0" sldId="309"/>
            <ac:spMk id="713" creationId="{00000000-0000-0000-0000-000000000000}"/>
          </ac:spMkLst>
        </pc:spChg>
        <pc:spChg chg="mod">
          <ac:chgData name="Manoj THULASIDAS" userId="d95e47b6-62ec-43de-81ef-a7c2618fa2c1" providerId="ADAL" clId="{AD284103-20F8-5477-B65E-8E004EFEAAA6}" dt="2026-02-28T03:37:46.112" v="1663" actId="255"/>
          <ac:spMkLst>
            <pc:docMk/>
            <pc:sldMk cId="0" sldId="309"/>
            <ac:spMk id="715" creationId="{00000000-0000-0000-0000-000000000000}"/>
          </ac:spMkLst>
        </pc:spChg>
        <pc:spChg chg="mod">
          <ac:chgData name="Manoj THULASIDAS" userId="d95e47b6-62ec-43de-81ef-a7c2618fa2c1" providerId="ADAL" clId="{AD284103-20F8-5477-B65E-8E004EFEAAA6}" dt="2026-02-28T03:37:53.550" v="1664" actId="255"/>
          <ac:spMkLst>
            <pc:docMk/>
            <pc:sldMk cId="0" sldId="309"/>
            <ac:spMk id="716" creationId="{00000000-0000-0000-0000-000000000000}"/>
          </ac:spMkLst>
        </pc:spChg>
        <pc:spChg chg="mod">
          <ac:chgData name="Manoj THULASIDAS" userId="d95e47b6-62ec-43de-81ef-a7c2618fa2c1" providerId="ADAL" clId="{AD284103-20F8-5477-B65E-8E004EFEAAA6}" dt="2026-02-28T03:37:46.112" v="1663" actId="255"/>
          <ac:spMkLst>
            <pc:docMk/>
            <pc:sldMk cId="0" sldId="309"/>
            <ac:spMk id="719" creationId="{00000000-0000-0000-0000-000000000000}"/>
          </ac:spMkLst>
        </pc:spChg>
        <pc:spChg chg="mod">
          <ac:chgData name="Manoj THULASIDAS" userId="d95e47b6-62ec-43de-81ef-a7c2618fa2c1" providerId="ADAL" clId="{AD284103-20F8-5477-B65E-8E004EFEAAA6}" dt="2026-02-28T03:37:53.550" v="1664" actId="255"/>
          <ac:spMkLst>
            <pc:docMk/>
            <pc:sldMk cId="0" sldId="309"/>
            <ac:spMk id="720" creationId="{00000000-0000-0000-0000-000000000000}"/>
          </ac:spMkLst>
        </pc:spChg>
        <pc:spChg chg="mod">
          <ac:chgData name="Manoj THULASIDAS" userId="d95e47b6-62ec-43de-81ef-a7c2618fa2c1" providerId="ADAL" clId="{AD284103-20F8-5477-B65E-8E004EFEAAA6}" dt="2026-02-28T03:37:46.112" v="1663" actId="255"/>
          <ac:spMkLst>
            <pc:docMk/>
            <pc:sldMk cId="0" sldId="309"/>
            <ac:spMk id="722" creationId="{00000000-0000-0000-0000-000000000000}"/>
          </ac:spMkLst>
        </pc:spChg>
      </pc:sldChg>
      <pc:sldChg chg="modSp mod">
        <pc:chgData name="Manoj THULASIDAS" userId="d95e47b6-62ec-43de-81ef-a7c2618fa2c1" providerId="ADAL" clId="{AD284103-20F8-5477-B65E-8E004EFEAAA6}" dt="2026-02-28T03:41:40.699" v="1745" actId="20577"/>
        <pc:sldMkLst>
          <pc:docMk/>
          <pc:sldMk cId="0" sldId="310"/>
        </pc:sldMkLst>
        <pc:spChg chg="mod">
          <ac:chgData name="Manoj THULASIDAS" userId="d95e47b6-62ec-43de-81ef-a7c2618fa2c1" providerId="ADAL" clId="{AD284103-20F8-5477-B65E-8E004EFEAAA6}" dt="2026-02-26T10:44:45.846" v="94"/>
          <ac:spMkLst>
            <pc:docMk/>
            <pc:sldMk cId="0" sldId="310"/>
            <ac:spMk id="731" creationId="{00000000-0000-0000-0000-000000000000}"/>
          </ac:spMkLst>
        </pc:spChg>
        <pc:spChg chg="mod">
          <ac:chgData name="Manoj THULASIDAS" userId="d95e47b6-62ec-43de-81ef-a7c2618fa2c1" providerId="ADAL" clId="{AD284103-20F8-5477-B65E-8E004EFEAAA6}" dt="2026-02-28T03:41:40.699" v="1745" actId="20577"/>
          <ac:spMkLst>
            <pc:docMk/>
            <pc:sldMk cId="0" sldId="310"/>
            <ac:spMk id="732" creationId="{00000000-0000-0000-0000-000000000000}"/>
          </ac:spMkLst>
        </pc:spChg>
      </pc:sldChg>
      <pc:sldChg chg="modSp mod">
        <pc:chgData name="Manoj THULASIDAS" userId="d95e47b6-62ec-43de-81ef-a7c2618fa2c1" providerId="ADAL" clId="{AD284103-20F8-5477-B65E-8E004EFEAAA6}" dt="2026-02-28T03:46:31.833" v="1779" actId="108"/>
        <pc:sldMkLst>
          <pc:docMk/>
          <pc:sldMk cId="0" sldId="311"/>
        </pc:sldMkLst>
        <pc:spChg chg="mod">
          <ac:chgData name="Manoj THULASIDAS" userId="d95e47b6-62ec-43de-81ef-a7c2618fa2c1" providerId="ADAL" clId="{AD284103-20F8-5477-B65E-8E004EFEAAA6}" dt="2026-02-26T10:44:51.934" v="95"/>
          <ac:spMkLst>
            <pc:docMk/>
            <pc:sldMk cId="0" sldId="311"/>
            <ac:spMk id="737" creationId="{00000000-0000-0000-0000-000000000000}"/>
          </ac:spMkLst>
        </pc:spChg>
        <pc:spChg chg="mod">
          <ac:chgData name="Manoj THULASIDAS" userId="d95e47b6-62ec-43de-81ef-a7c2618fa2c1" providerId="ADAL" clId="{AD284103-20F8-5477-B65E-8E004EFEAAA6}" dt="2026-02-28T03:46:31.833" v="1779" actId="108"/>
          <ac:spMkLst>
            <pc:docMk/>
            <pc:sldMk cId="0" sldId="311"/>
            <ac:spMk id="738" creationId="{00000000-0000-0000-0000-000000000000}"/>
          </ac:spMkLst>
        </pc:spChg>
        <pc:spChg chg="mod">
          <ac:chgData name="Manoj THULASIDAS" userId="d95e47b6-62ec-43de-81ef-a7c2618fa2c1" providerId="ADAL" clId="{AD284103-20F8-5477-B65E-8E004EFEAAA6}" dt="2026-02-28T03:42:47.178" v="1750" actId="20577"/>
          <ac:spMkLst>
            <pc:docMk/>
            <pc:sldMk cId="0" sldId="311"/>
            <ac:spMk id="739" creationId="{00000000-0000-0000-0000-000000000000}"/>
          </ac:spMkLst>
        </pc:spChg>
      </pc:sldChg>
      <pc:sldChg chg="new del">
        <pc:chgData name="Manoj THULASIDAS" userId="d95e47b6-62ec-43de-81ef-a7c2618fa2c1" providerId="ADAL" clId="{AD284103-20F8-5477-B65E-8E004EFEAAA6}" dt="2026-02-28T01:14:44.445" v="148" actId="2696"/>
        <pc:sldMkLst>
          <pc:docMk/>
          <pc:sldMk cId="471026094" sldId="3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68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68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68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68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6a222053df_0_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 name="Google Shape;74;g36a222053df_0_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6e7437085d_0_14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g36e7437085d_0_14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Ref -Mongoose Schema : https://</a:t>
            </a:r>
            <a:r>
              <a:rPr lang="en-US" dirty="0" err="1"/>
              <a:t>mongoosejs.com</a:t>
            </a:r>
            <a:r>
              <a:rPr lang="en-US" dirty="0"/>
              <a:t>/docs/</a:t>
            </a:r>
            <a:r>
              <a:rPr lang="en-US" dirty="0" err="1"/>
              <a:t>guide.html</a:t>
            </a:r>
            <a:endParaRPr dirty="0"/>
          </a:p>
        </p:txBody>
      </p:sp>
      <p:sp>
        <p:nvSpPr>
          <p:cNvPr id="86" name="Google Shape;86;p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Ref -Mongoose Schema : https://</a:t>
            </a:r>
            <a:r>
              <a:rPr lang="en-US" dirty="0" err="1"/>
              <a:t>mongoosejs.com</a:t>
            </a:r>
            <a:r>
              <a:rPr lang="en-US" dirty="0"/>
              <a:t>/docs/</a:t>
            </a:r>
            <a:r>
              <a:rPr lang="en-US" dirty="0" err="1"/>
              <a:t>guide.html</a:t>
            </a:r>
            <a:endParaRPr dirty="0"/>
          </a:p>
        </p:txBody>
      </p:sp>
      <p:sp>
        <p:nvSpPr>
          <p:cNvPr id="94" name="Google Shape;94;p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6e7437085d_0_14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6e7437085d_0_14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6e7437085d_0_16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36e7437085d_0_16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6e7437085d_0_17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g36e7437085d_0_17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6e7437085d_0_19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g36e7437085d_0_19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e7437085d_0_19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g36e7437085d_0_19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6e7437085d_0_20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6e7437085d_0_20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6e7958bfd6_0_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g36e7958bfd6_0_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1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e7958bfd6_0_3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36e7958bfd6_0_3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6e7437085d_0_21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36e7437085d_0_21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6e7958bfd6_0_4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6e7958bfd6_0_4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2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2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6e7958bfd6_0_1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g36e7958bfd6_0_1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e7958bfd6_0_2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36e7958bfd6_0_2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2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2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2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2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2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33" name="Google Shape;333;p2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2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2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3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3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3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p3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3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3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5" name="Google Shape;455;p3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3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9" name="Google Shape;479;p3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3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3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0" name="Google Shape;510;p3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4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4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4" name="Google Shape;544;p4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4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0" name="Google Shape;550;p4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4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8" name="Google Shape;558;p4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4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4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3" name="Google Shape;593;p4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4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4" name="Google Shape;614;p4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4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6" name="Google Shape;636;p4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4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2" name="Google Shape;642;p4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4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4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5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8" name="Google Shape;668;p5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5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5" name="Google Shape;685;p5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5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5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5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p5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5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p5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5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p5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36a222053df_0_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36a222053df_0_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7"/>
        <p:cNvGrpSpPr/>
        <p:nvPr/>
      </p:nvGrpSpPr>
      <p:grpSpPr>
        <a:xfrm>
          <a:off x="0" y="0"/>
          <a:ext cx="0" cy="0"/>
          <a:chOff x="0" y="0"/>
          <a:chExt cx="0" cy="0"/>
        </a:xfrm>
      </p:grpSpPr>
      <p:pic>
        <p:nvPicPr>
          <p:cNvPr id="18" name="Google Shape;18;p7"/>
          <p:cNvPicPr preferRelativeResize="0"/>
          <p:nvPr/>
        </p:nvPicPr>
        <p:blipFill rotWithShape="1">
          <a:blip r:embed="rId2">
            <a:alphaModFix/>
          </a:blip>
          <a:srcRect l="-1" r="49658"/>
          <a:stretch/>
        </p:blipFill>
        <p:spPr>
          <a:xfrm>
            <a:off x="1" y="1"/>
            <a:ext cx="12191999" cy="1362268"/>
          </a:xfrm>
          <a:prstGeom prst="rect">
            <a:avLst/>
          </a:prstGeom>
          <a:noFill/>
          <a:ln>
            <a:noFill/>
          </a:ln>
        </p:spPr>
      </p:pic>
      <p:cxnSp>
        <p:nvCxnSpPr>
          <p:cNvPr id="19" name="Google Shape;19;p7"/>
          <p:cNvCxnSpPr/>
          <p:nvPr/>
        </p:nvCxnSpPr>
        <p:spPr>
          <a:xfrm>
            <a:off x="0" y="1362269"/>
            <a:ext cx="12192000" cy="0"/>
          </a:xfrm>
          <a:prstGeom prst="straightConnector1">
            <a:avLst/>
          </a:prstGeom>
          <a:noFill/>
          <a:ln w="9525" cap="flat" cmpd="sng">
            <a:solidFill>
              <a:srgbClr val="D5A10F"/>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3" name="Google Shape;2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9"/>
          <p:cNvCxnSpPr/>
          <p:nvPr/>
        </p:nvCxnSpPr>
        <p:spPr>
          <a:xfrm>
            <a:off x="0" y="1250297"/>
            <a:ext cx="12192000" cy="0"/>
          </a:xfrm>
          <a:prstGeom prst="straightConnector1">
            <a:avLst/>
          </a:prstGeom>
          <a:noFill/>
          <a:ln w="9525" cap="flat" cmpd="sng">
            <a:solidFill>
              <a:srgbClr val="D5A10F"/>
            </a:solidFill>
            <a:prstDash val="solid"/>
            <a:miter lim="800000"/>
            <a:headEnd type="none" w="sm" len="sm"/>
            <a:tailEnd type="none" w="sm" len="sm"/>
          </a:ln>
        </p:spPr>
      </p:cxnSp>
      <p:pic>
        <p:nvPicPr>
          <p:cNvPr id="27" name="Google Shape;27;p9"/>
          <p:cNvPicPr preferRelativeResize="0"/>
          <p:nvPr/>
        </p:nvPicPr>
        <p:blipFill rotWithShape="1">
          <a:blip r:embed="rId2">
            <a:alphaModFix/>
          </a:blip>
          <a:srcRect/>
          <a:stretch/>
        </p:blipFill>
        <p:spPr>
          <a:xfrm>
            <a:off x="0" y="-4761"/>
            <a:ext cx="12192000" cy="685800"/>
          </a:xfrm>
          <a:prstGeom prst="rect">
            <a:avLst/>
          </a:prstGeom>
          <a:noFill/>
          <a:ln>
            <a:noFill/>
          </a:ln>
        </p:spPr>
      </p:pic>
    </p:spTree>
  </p:cSld>
  <p:clrMapOvr>
    <a:masterClrMapping/>
  </p:clrMapOvr>
  <p:extLst>
    <p:ext uri="{DCECCB84-F9BA-43D5-87BE-67443E8EF086}">
      <p15:sldGuideLst xmlns:p15="http://schemas.microsoft.com/office/powerpoint/2012/main">
        <p15:guide id="1" pos="211">
          <p15:clr>
            <a:srgbClr val="5ACBF0"/>
          </p15:clr>
        </p15:guide>
        <p15:guide id="2" orient="horz" pos="686">
          <p15:clr>
            <a:srgbClr val="5ACBF0"/>
          </p15:clr>
        </p15:guide>
        <p15:guide id="3" orient="horz" pos="1049">
          <p15:clr>
            <a:srgbClr val="5ACBF0"/>
          </p15:clr>
        </p15:guide>
        <p15:guide id="4" orient="horz" pos="1321">
          <p15:clr>
            <a:srgbClr val="5ACBF0"/>
          </p15:clr>
        </p15:guide>
        <p15:guide id="5" orient="horz" pos="1842">
          <p15:clr>
            <a:srgbClr val="5ACBF0"/>
          </p15:clr>
        </p15:guide>
        <p15:guide id="6" pos="4067">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8"/>
        <p:cNvGrpSpPr/>
        <p:nvPr/>
      </p:nvGrpSpPr>
      <p:grpSpPr>
        <a:xfrm>
          <a:off x="0" y="0"/>
          <a:ext cx="0" cy="0"/>
          <a:chOff x="0" y="0"/>
          <a:chExt cx="0" cy="0"/>
        </a:xfrm>
      </p:grpSpPr>
      <p:sp>
        <p:nvSpPr>
          <p:cNvPr id="29" name="Google Shape;29;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2" name="Google Shape;32;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6" name="Google Shape;36;p10"/>
          <p:cNvPicPr preferRelativeResize="0"/>
          <p:nvPr/>
        </p:nvPicPr>
        <p:blipFill rotWithShape="1">
          <a:blip r:embed="rId2">
            <a:alphaModFix/>
          </a:blip>
          <a:srcRect/>
          <a:stretch/>
        </p:blipFill>
        <p:spPr>
          <a:xfrm>
            <a:off x="0" y="-4761"/>
            <a:ext cx="12192000" cy="6858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
        <p:nvSpPr>
          <p:cNvPr id="43" name="Google Shape;4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sp>
        <p:nvSpPr>
          <p:cNvPr id="54" name="Google Shape;5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5"/>
          <p:cNvSpPr>
            <a:spLocks noGrp="1"/>
          </p:cNvSpPr>
          <p:nvPr>
            <p:ph type="pic" idx="2"/>
          </p:nvPr>
        </p:nvSpPr>
        <p:spPr>
          <a:xfrm>
            <a:off x="5183188" y="987425"/>
            <a:ext cx="6172200" cy="4873625"/>
          </a:xfrm>
          <a:prstGeom prst="rect">
            <a:avLst/>
          </a:prstGeom>
          <a:noFill/>
          <a:ln>
            <a:noFill/>
          </a:ln>
        </p:spPr>
      </p:sp>
      <p:sp>
        <p:nvSpPr>
          <p:cNvPr id="56" name="Google Shape;5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6"/>
          <p:cNvSpPr txBox="1"/>
          <p:nvPr/>
        </p:nvSpPr>
        <p:spPr>
          <a:xfrm>
            <a:off x="5480050" y="63500"/>
            <a:ext cx="12541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Calibri"/>
                <a:ea typeface="Calibri"/>
                <a:cs typeface="Calibri"/>
                <a:sym typeface="Calibri"/>
              </a:rPr>
              <a:t>SMU Classification: Restricted</a:t>
            </a:r>
            <a:endParaRPr sz="1400" b="0" i="0" u="none" strike="noStrike" cap="none">
              <a:solidFill>
                <a:srgbClr val="000000"/>
              </a:solidFill>
              <a:latin typeface="Arial"/>
              <a:ea typeface="Arial"/>
              <a:cs typeface="Arial"/>
              <a:sym typeface="Arial"/>
            </a:endParaRPr>
          </a:p>
        </p:txBody>
      </p:sp>
      <p:sp>
        <p:nvSpPr>
          <p:cNvPr id="16" name="Google Shape;16;p6"/>
          <p:cNvSpPr txBox="1"/>
          <p:nvPr/>
        </p:nvSpPr>
        <p:spPr>
          <a:xfrm>
            <a:off x="5480050" y="63500"/>
            <a:ext cx="12541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Calibri"/>
                <a:ea typeface="Calibri"/>
                <a:cs typeface="Calibri"/>
                <a:sym typeface="Calibri"/>
              </a:rPr>
              <a:t>SMU Classification: Restricted</a:t>
            </a:r>
            <a:endParaRPr/>
          </a:p>
        </p:txBody>
      </p:sp>
      <p:sp>
        <p:nvSpPr>
          <p:cNvPr id="3" name="TextBox 2">
            <a:extLst>
              <a:ext uri="{FF2B5EF4-FFF2-40B4-BE49-F238E27FC236}">
                <a16:creationId xmlns:a16="http://schemas.microsoft.com/office/drawing/2014/main" id="{F01066C0-B8C5-E1FB-03CF-677960815BD8}"/>
              </a:ext>
            </a:extLst>
          </p:cNvPr>
          <p:cNvSpPr txBox="1"/>
          <p:nvPr userDrawn="1">
            <p:extLst>
              <p:ext uri="{1162E1C5-73C7-4A58-AE30-91384D911F3F}">
                <p184:classification xmlns:p184="http://schemas.microsoft.com/office/powerpoint/2018/4/main" val="hdr"/>
              </p:ext>
            </p:extLst>
          </p:nvPr>
        </p:nvSpPr>
        <p:spPr>
          <a:xfrm>
            <a:off x="5428425" y="63500"/>
            <a:ext cx="135572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mongoosejs.com/docs/api/model.html#Model.find(),"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mongoosejs.com/docs/api/model.html#Model.findOne()"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mongoosejs.com/docs/api/model.html#Model.findOne()"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mongoosejs.com/docs/api/model.html#Model.updateOne()"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mongoosejs.com/docs/api/model.html#Model.findOne()"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hyperlink" Target="https://mongoosejs.com/docs/api/model.html#Model.deleteOne()"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p:nvPr/>
        </p:nvSpPr>
        <p:spPr>
          <a:xfrm>
            <a:off x="319075" y="2259075"/>
            <a:ext cx="11516700" cy="1253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IS113</a:t>
            </a:r>
            <a:endParaRPr sz="4200" b="1" i="0" u="none" strike="noStrike" cap="none">
              <a:solidFill>
                <a:srgbClr val="11175E"/>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Web Application Development I</a:t>
            </a:r>
            <a:endParaRPr sz="4200" b="1" i="0" u="none" strike="noStrike" cap="none">
              <a:solidFill>
                <a:srgbClr val="11175E"/>
              </a:solidFill>
              <a:latin typeface="Arial"/>
              <a:ea typeface="Arial"/>
              <a:cs typeface="Arial"/>
              <a:sym typeface="Arial"/>
            </a:endParaRPr>
          </a:p>
        </p:txBody>
      </p:sp>
      <p:sp>
        <p:nvSpPr>
          <p:cNvPr id="71" name="Google Shape;71;p1"/>
          <p:cNvSpPr txBox="1"/>
          <p:nvPr/>
        </p:nvSpPr>
        <p:spPr>
          <a:xfrm>
            <a:off x="369450" y="4119775"/>
            <a:ext cx="11453100" cy="171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dirty="0">
                <a:solidFill>
                  <a:srgbClr val="000000"/>
                </a:solidFill>
                <a:latin typeface="Arial"/>
                <a:ea typeface="Arial"/>
                <a:cs typeface="Arial"/>
                <a:sym typeface="Arial"/>
              </a:rPr>
              <a:t>Week 10</a:t>
            </a:r>
            <a:endParaRPr sz="2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dirty="0">
                <a:solidFill>
                  <a:srgbClr val="000000"/>
                </a:solidFill>
                <a:latin typeface="Arial"/>
                <a:ea typeface="Arial"/>
                <a:cs typeface="Arial"/>
                <a:sym typeface="Arial"/>
              </a:rPr>
              <a:t>Database Interactions - Mongo DB with Mongoose.</a:t>
            </a:r>
            <a:endParaRPr sz="22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g36a222053df_0_5"/>
          <p:cNvSpPr txBox="1"/>
          <p:nvPr/>
        </p:nvSpPr>
        <p:spPr>
          <a:xfrm>
            <a:off x="124609" y="1349554"/>
            <a:ext cx="11672100" cy="54012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rgbClr val="000000"/>
              </a:buClr>
              <a:buSzPts val="1600"/>
              <a:buFont typeface="Arial"/>
              <a:buChar char="●"/>
            </a:pPr>
            <a:r>
              <a:rPr lang="en-US" sz="1800" b="1" i="0" u="none" strike="noStrike" cap="none" dirty="0">
                <a:solidFill>
                  <a:srgbClr val="000000"/>
                </a:solidFill>
                <a:latin typeface="Arial"/>
                <a:ea typeface="Arial"/>
                <a:cs typeface="Arial"/>
                <a:sym typeface="Arial"/>
              </a:rPr>
              <a:t>Introduction to Mongoose</a:t>
            </a:r>
            <a:endParaRPr dirty="0"/>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What is Mongoose?</a:t>
            </a:r>
            <a:endParaRPr sz="1600" dirty="0"/>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Create a </a:t>
            </a:r>
            <a:r>
              <a:rPr lang="en-US" sz="1600" b="1" dirty="0">
                <a:solidFill>
                  <a:schemeClr val="dk1"/>
                </a:solidFill>
                <a:latin typeface="Consolas" panose="020B0609020204030204" pitchFamily="49" charset="0"/>
                <a:cs typeface="Consolas" panose="020B0609020204030204" pitchFamily="49" charset="0"/>
              </a:rPr>
              <a:t>.ENV</a:t>
            </a:r>
            <a:r>
              <a:rPr lang="en-US" sz="1600" b="0" i="0" u="none" strike="noStrike" cap="none" dirty="0">
                <a:solidFill>
                  <a:schemeClr val="dk1"/>
                </a:solidFill>
                <a:latin typeface="Arial"/>
                <a:ea typeface="Arial"/>
                <a:cs typeface="Arial"/>
                <a:sym typeface="Arial"/>
              </a:rPr>
              <a:t> file  </a:t>
            </a:r>
            <a:endParaRPr sz="1600" dirty="0"/>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ENV- what is </a:t>
            </a:r>
            <a:r>
              <a:rPr lang="en-US" sz="1600" b="1" dirty="0">
                <a:solidFill>
                  <a:schemeClr val="dk1"/>
                </a:solidFill>
                <a:latin typeface="Consolas" panose="020B0609020204030204" pitchFamily="49" charset="0"/>
                <a:cs typeface="Consolas" panose="020B0609020204030204" pitchFamily="49" charset="0"/>
              </a:rPr>
              <a:t>ENV</a:t>
            </a:r>
            <a:endParaRPr sz="1600" b="1" dirty="0">
              <a:solidFill>
                <a:schemeClr val="dk1"/>
              </a:solidFill>
              <a:latin typeface="Consolas" panose="020B0609020204030204" pitchFamily="49" charset="0"/>
              <a:cs typeface="Consolas" panose="020B0609020204030204" pitchFamily="49" charset="0"/>
            </a:endParaRPr>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Install Mongoose and </a:t>
            </a:r>
            <a:r>
              <a:rPr lang="en-US" sz="1600" b="1" dirty="0" err="1">
                <a:solidFill>
                  <a:schemeClr val="dk1"/>
                </a:solidFill>
                <a:latin typeface="Consolas" panose="020B0609020204030204" pitchFamily="49" charset="0"/>
                <a:cs typeface="Consolas" panose="020B0609020204030204" pitchFamily="49" charset="0"/>
              </a:rPr>
              <a:t>dotenv</a:t>
            </a:r>
            <a:r>
              <a:rPr lang="en-US" sz="1600" b="0" i="0" u="none" strike="noStrike" cap="none" dirty="0">
                <a:solidFill>
                  <a:schemeClr val="dk1"/>
                </a:solidFill>
                <a:latin typeface="Arial"/>
                <a:ea typeface="Arial"/>
                <a:cs typeface="Arial"/>
                <a:sym typeface="Arial"/>
              </a:rPr>
              <a:t> and connect to the database</a:t>
            </a:r>
            <a:endParaRPr sz="1600" dirty="0"/>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Creating a Schema</a:t>
            </a:r>
            <a:endParaRPr sz="1600" dirty="0"/>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How to create new document using script  (for testing)</a:t>
            </a:r>
            <a:endParaRPr sz="1600" dirty="0"/>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How to import bulk data using </a:t>
            </a:r>
            <a:r>
              <a:rPr lang="en-US" sz="1600" b="1" i="0" u="none" strike="noStrike" cap="none" dirty="0">
                <a:solidFill>
                  <a:schemeClr val="dk1"/>
                </a:solidFill>
                <a:latin typeface="Arial"/>
                <a:ea typeface="Arial"/>
                <a:cs typeface="Arial"/>
                <a:sym typeface="Arial"/>
              </a:rPr>
              <a:t>Compass</a:t>
            </a:r>
            <a:r>
              <a:rPr lang="en-US" sz="1600" b="0" i="0" u="none" strike="noStrike" cap="none" dirty="0">
                <a:solidFill>
                  <a:schemeClr val="dk1"/>
                </a:solidFill>
                <a:latin typeface="Arial"/>
                <a:ea typeface="Arial"/>
                <a:cs typeface="Arial"/>
                <a:sym typeface="Arial"/>
              </a:rPr>
              <a:t> app</a:t>
            </a:r>
            <a:endParaRPr sz="1600" dirty="0"/>
          </a:p>
          <a:p>
            <a:pPr marL="914400" marR="0" lvl="1" indent="-228600" algn="l" rtl="0">
              <a:lnSpc>
                <a:spcPct val="100000"/>
              </a:lnSpc>
              <a:spcBef>
                <a:spcPts val="0"/>
              </a:spcBef>
              <a:spcAft>
                <a:spcPts val="0"/>
              </a:spcAft>
              <a:buClr>
                <a:schemeClr val="dk1"/>
              </a:buClr>
              <a:buSzPts val="1600"/>
              <a:buFont typeface="Arial"/>
              <a:buNone/>
            </a:pPr>
            <a:endParaRPr sz="18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1600"/>
              <a:buFont typeface="Arial"/>
              <a:buChar char="●"/>
            </a:pPr>
            <a:r>
              <a:rPr lang="en-US" sz="1800" b="1" i="0" u="none" strike="noStrike" cap="none" dirty="0">
                <a:solidFill>
                  <a:schemeClr val="dk1"/>
                </a:solidFill>
                <a:latin typeface="Arial"/>
                <a:ea typeface="Arial"/>
                <a:cs typeface="Arial"/>
                <a:sym typeface="Arial"/>
              </a:rPr>
              <a:t>CRUD using Mongoose</a:t>
            </a:r>
            <a:endParaRPr dirty="0"/>
          </a:p>
          <a:p>
            <a:pPr marL="914400" marR="0" lvl="3"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GET(Read) – </a:t>
            </a:r>
            <a:r>
              <a:rPr lang="en-US" sz="1600" b="1" u="none" strike="noStrike" cap="none" dirty="0" err="1">
                <a:solidFill>
                  <a:schemeClr val="dk1"/>
                </a:solidFill>
                <a:latin typeface="Consolas" panose="020B0609020204030204" pitchFamily="49" charset="0"/>
                <a:cs typeface="Consolas" panose="020B0609020204030204" pitchFamily="49" charset="0"/>
                <a:sym typeface="Arial"/>
              </a:rPr>
              <a:t>model.find</a:t>
            </a:r>
            <a:r>
              <a:rPr lang="en-US" sz="1600" b="1" u="none" strike="noStrike" cap="none" dirty="0">
                <a:solidFill>
                  <a:schemeClr val="dk1"/>
                </a:solidFill>
                <a:latin typeface="Consolas" panose="020B0609020204030204" pitchFamily="49" charset="0"/>
                <a:cs typeface="Consolas" panose="020B0609020204030204" pitchFamily="49" charset="0"/>
                <a:sym typeface="Arial"/>
              </a:rPr>
              <a:t>() </a:t>
            </a:r>
            <a:endParaRPr sz="1600" b="1" dirty="0">
              <a:latin typeface="Consolas" panose="020B0609020204030204" pitchFamily="49" charset="0"/>
              <a:cs typeface="Consolas" panose="020B0609020204030204" pitchFamily="49" charset="0"/>
            </a:endParaRPr>
          </a:p>
          <a:p>
            <a:pPr marL="914400" marR="0" lvl="3"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GET (Read) -  </a:t>
            </a:r>
            <a:r>
              <a:rPr lang="en-US" sz="1600" b="1" dirty="0" err="1">
                <a:solidFill>
                  <a:schemeClr val="dk1"/>
                </a:solidFill>
                <a:latin typeface="Consolas" panose="020B0609020204030204" pitchFamily="49" charset="0"/>
                <a:cs typeface="Consolas" panose="020B0609020204030204" pitchFamily="49" charset="0"/>
              </a:rPr>
              <a:t>model.findOne</a:t>
            </a:r>
            <a:r>
              <a:rPr lang="en-US" sz="1600" b="1" dirty="0">
                <a:solidFill>
                  <a:schemeClr val="dk1"/>
                </a:solidFill>
                <a:latin typeface="Consolas" panose="020B0609020204030204" pitchFamily="49" charset="0"/>
                <a:cs typeface="Consolas" panose="020B0609020204030204" pitchFamily="49" charset="0"/>
              </a:rPr>
              <a:t>()</a:t>
            </a:r>
            <a:endParaRPr sz="1600" b="1" dirty="0">
              <a:solidFill>
                <a:schemeClr val="dk1"/>
              </a:solidFill>
              <a:latin typeface="Consolas" panose="020B0609020204030204" pitchFamily="49" charset="0"/>
              <a:cs typeface="Consolas" panose="020B0609020204030204" pitchFamily="49" charset="0"/>
            </a:endParaRPr>
          </a:p>
          <a:p>
            <a:pPr marL="914400" marR="0" lvl="3"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POST(Add) – </a:t>
            </a:r>
            <a:r>
              <a:rPr lang="en-US" sz="1600" b="1" dirty="0" err="1">
                <a:solidFill>
                  <a:schemeClr val="dk1"/>
                </a:solidFill>
                <a:latin typeface="Consolas" panose="020B0609020204030204" pitchFamily="49" charset="0"/>
                <a:cs typeface="Consolas" panose="020B0609020204030204" pitchFamily="49" charset="0"/>
              </a:rPr>
              <a:t>model.create</a:t>
            </a:r>
            <a:r>
              <a:rPr lang="en-US" sz="1600" b="1" dirty="0">
                <a:solidFill>
                  <a:schemeClr val="dk1"/>
                </a:solidFill>
                <a:latin typeface="Consolas" panose="020B0609020204030204" pitchFamily="49" charset="0"/>
                <a:cs typeface="Consolas" panose="020B0609020204030204" pitchFamily="49" charset="0"/>
              </a:rPr>
              <a:t>()</a:t>
            </a:r>
            <a:endParaRPr sz="1600" b="1" dirty="0">
              <a:solidFill>
                <a:schemeClr val="dk1"/>
              </a:solidFill>
              <a:latin typeface="Consolas" panose="020B0609020204030204" pitchFamily="49" charset="0"/>
              <a:cs typeface="Consolas" panose="020B0609020204030204" pitchFamily="49" charset="0"/>
            </a:endParaRPr>
          </a:p>
          <a:p>
            <a:pPr marL="914400" marR="0" lvl="3"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PATCH(update) – </a:t>
            </a:r>
            <a:r>
              <a:rPr lang="en-US" sz="1600" b="1" dirty="0" err="1">
                <a:solidFill>
                  <a:schemeClr val="dk1"/>
                </a:solidFill>
                <a:latin typeface="Consolas" panose="020B0609020204030204" pitchFamily="49" charset="0"/>
                <a:cs typeface="Consolas" panose="020B0609020204030204" pitchFamily="49" charset="0"/>
              </a:rPr>
              <a:t>model.updateOne</a:t>
            </a:r>
            <a:r>
              <a:rPr lang="en-US" sz="1600" b="1" dirty="0">
                <a:solidFill>
                  <a:schemeClr val="dk1"/>
                </a:solidFill>
                <a:latin typeface="Consolas" panose="020B0609020204030204" pitchFamily="49" charset="0"/>
                <a:cs typeface="Consolas" panose="020B0609020204030204" pitchFamily="49" charset="0"/>
              </a:rPr>
              <a:t>() </a:t>
            </a:r>
            <a:endParaRPr sz="1600" b="1" dirty="0">
              <a:solidFill>
                <a:schemeClr val="dk1"/>
              </a:solidFill>
              <a:latin typeface="Consolas" panose="020B0609020204030204" pitchFamily="49" charset="0"/>
              <a:cs typeface="Consolas" panose="020B0609020204030204" pitchFamily="49" charset="0"/>
            </a:endParaRPr>
          </a:p>
          <a:p>
            <a:pPr marL="914400" marR="0" lvl="3"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DELETE – </a:t>
            </a:r>
            <a:r>
              <a:rPr lang="en-US" sz="1600" b="1" dirty="0" err="1">
                <a:solidFill>
                  <a:schemeClr val="dk1"/>
                </a:solidFill>
                <a:latin typeface="Consolas" panose="020B0609020204030204" pitchFamily="49" charset="0"/>
                <a:cs typeface="Consolas" panose="020B0609020204030204" pitchFamily="49" charset="0"/>
              </a:rPr>
              <a:t>model.deleteOne</a:t>
            </a:r>
            <a:r>
              <a:rPr lang="en-US" sz="1600" b="1" dirty="0">
                <a:solidFill>
                  <a:schemeClr val="dk1"/>
                </a:solidFill>
                <a:latin typeface="Consolas" panose="020B0609020204030204" pitchFamily="49" charset="0"/>
                <a:cs typeface="Consolas" panose="020B0609020204030204" pitchFamily="49" charset="0"/>
              </a:rPr>
              <a:t>()</a:t>
            </a:r>
            <a:endParaRPr sz="1600" b="1" dirty="0">
              <a:solidFill>
                <a:schemeClr val="dk1"/>
              </a:solidFill>
              <a:latin typeface="Consolas" panose="020B0609020204030204" pitchFamily="49" charset="0"/>
              <a:cs typeface="Consolas" panose="020B0609020204030204" pitchFamily="49" charset="0"/>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77" name="Google Shape;77;g36a222053df_0_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Topics</a:t>
            </a:r>
            <a:endParaRPr sz="2400" b="1" i="0" u="none" strike="noStrike" cap="none">
              <a:solidFill>
                <a:srgbClr val="11175E"/>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36e7437085d_0_14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What is Mongoose?</a:t>
            </a:r>
            <a:endParaRPr sz="2400" b="1" i="0" u="none" strike="noStrike" cap="none" dirty="0">
              <a:solidFill>
                <a:srgbClr val="11175E"/>
              </a:solidFill>
              <a:latin typeface="Arial"/>
              <a:ea typeface="Arial"/>
              <a:cs typeface="Arial"/>
              <a:sym typeface="Arial"/>
            </a:endParaRPr>
          </a:p>
        </p:txBody>
      </p:sp>
      <p:sp>
        <p:nvSpPr>
          <p:cNvPr id="83" name="Google Shape;83;g36e7437085d_0_140"/>
          <p:cNvSpPr txBox="1"/>
          <p:nvPr/>
        </p:nvSpPr>
        <p:spPr>
          <a:xfrm>
            <a:off x="255577" y="1378145"/>
            <a:ext cx="11672099" cy="35071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dirty="0">
                <a:solidFill>
                  <a:schemeClr val="dk1"/>
                </a:solidFill>
                <a:latin typeface="Arial"/>
                <a:ea typeface="Arial"/>
                <a:cs typeface="Arial"/>
                <a:sym typeface="Arial"/>
              </a:rPr>
              <a:t>What it is</a:t>
            </a:r>
            <a:r>
              <a:rPr lang="en-US" sz="1800" b="0" i="0" u="none" strike="noStrike" cap="none" dirty="0">
                <a:solidFill>
                  <a:schemeClr val="dk1"/>
                </a:solidFill>
                <a:latin typeface="Arial"/>
                <a:ea typeface="Arial"/>
                <a:cs typeface="Arial"/>
                <a:sym typeface="Arial"/>
              </a:rPr>
              <a:t>:</a:t>
            </a:r>
            <a:endParaRPr dirty="0"/>
          </a:p>
          <a:p>
            <a:pPr marL="0" marR="0" lvl="0" indent="0" algn="l" rtl="0">
              <a:lnSpc>
                <a:spcPct val="115000"/>
              </a:lnSpc>
              <a:spcBef>
                <a:spcPts val="1200"/>
              </a:spcBef>
              <a:spcAft>
                <a:spcPts val="0"/>
              </a:spcAft>
              <a:buNone/>
            </a:pPr>
            <a:r>
              <a:rPr lang="en-US" sz="1600" b="0" i="0" u="none" strike="noStrike" cap="none" dirty="0">
                <a:solidFill>
                  <a:schemeClr val="dk1"/>
                </a:solidFill>
                <a:latin typeface="Arial"/>
                <a:ea typeface="Arial"/>
                <a:cs typeface="Arial"/>
                <a:sym typeface="Arial"/>
              </a:rPr>
              <a:t>A library that helps you interact with </a:t>
            </a:r>
            <a:r>
              <a:rPr lang="en-US" sz="1600" b="1" i="0" u="none" strike="noStrike" cap="none" dirty="0">
                <a:solidFill>
                  <a:schemeClr val="dk1"/>
                </a:solidFill>
                <a:latin typeface="Arial"/>
                <a:ea typeface="Arial"/>
                <a:cs typeface="Arial"/>
                <a:sym typeface="Arial"/>
              </a:rPr>
              <a:t>MongoDB</a:t>
            </a:r>
            <a:r>
              <a:rPr lang="en-US" sz="1600" b="0" i="0" u="none" strike="noStrike" cap="none" dirty="0">
                <a:solidFill>
                  <a:schemeClr val="dk1"/>
                </a:solidFill>
                <a:latin typeface="Arial"/>
                <a:ea typeface="Arial"/>
                <a:cs typeface="Arial"/>
                <a:sym typeface="Arial"/>
              </a:rPr>
              <a:t> from your </a:t>
            </a:r>
            <a:r>
              <a:rPr lang="en-US" sz="1600" b="1" i="0" u="none" strike="noStrike" cap="none" dirty="0">
                <a:solidFill>
                  <a:schemeClr val="dk1"/>
                </a:solidFill>
                <a:latin typeface="Arial"/>
                <a:ea typeface="Arial"/>
                <a:cs typeface="Arial"/>
                <a:sym typeface="Arial"/>
              </a:rPr>
              <a:t>Node.js</a:t>
            </a:r>
            <a:r>
              <a:rPr lang="en-US" sz="1600" b="0" i="0" u="none" strike="noStrike" cap="none" dirty="0">
                <a:solidFill>
                  <a:schemeClr val="dk1"/>
                </a:solidFill>
                <a:latin typeface="Arial"/>
                <a:ea typeface="Arial"/>
                <a:cs typeface="Arial"/>
                <a:sym typeface="Arial"/>
              </a:rPr>
              <a:t> app. Mongoose makes it easier and provides a structured  way to work with MongoDB in Node.js.</a:t>
            </a:r>
            <a:endParaRPr dirty="0"/>
          </a:p>
          <a:p>
            <a:pPr marL="0" marR="0" lvl="0" indent="0" algn="l" rtl="0">
              <a:lnSpc>
                <a:spcPct val="115000"/>
              </a:lnSpc>
              <a:spcBef>
                <a:spcPts val="1200"/>
              </a:spcBef>
              <a:spcAft>
                <a:spcPts val="0"/>
              </a:spcAft>
              <a:buNone/>
            </a:pPr>
            <a:r>
              <a:rPr lang="en-US" sz="1600" b="1" i="0" u="none" strike="noStrike" cap="none" dirty="0">
                <a:solidFill>
                  <a:schemeClr val="dk1"/>
                </a:solidFill>
                <a:latin typeface="Arial"/>
                <a:ea typeface="Arial"/>
                <a:cs typeface="Arial"/>
                <a:sym typeface="Arial"/>
              </a:rPr>
              <a:t>Why we use it:</a:t>
            </a:r>
            <a:endParaRPr dirty="0"/>
          </a:p>
          <a:p>
            <a:pPr marL="0" marR="0" lvl="0" indent="0" algn="l" rtl="0">
              <a:lnSpc>
                <a:spcPct val="115000"/>
              </a:lnSpc>
              <a:spcBef>
                <a:spcPts val="1200"/>
              </a:spcBef>
              <a:spcAft>
                <a:spcPts val="0"/>
              </a:spcAft>
              <a:buNone/>
            </a:pPr>
            <a:r>
              <a:rPr lang="en-US" sz="1600" b="0" i="0" u="none" strike="noStrike" cap="none" dirty="0">
                <a:solidFill>
                  <a:schemeClr val="dk1"/>
                </a:solidFill>
                <a:latin typeface="Arial"/>
                <a:ea typeface="Arial"/>
                <a:cs typeface="Arial"/>
                <a:sym typeface="Arial"/>
              </a:rPr>
              <a:t>Instead of writing raw database queries, Mongoose lets you:</a:t>
            </a:r>
            <a:endParaRPr dirty="0"/>
          </a:p>
          <a:p>
            <a:pPr marL="457200" marR="0" lvl="0" indent="-330200" algn="l" rtl="0">
              <a:lnSpc>
                <a:spcPct val="115000"/>
              </a:lnSpc>
              <a:spcBef>
                <a:spcPts val="120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Define </a:t>
            </a:r>
            <a:r>
              <a:rPr lang="en-US" sz="1600" b="1" i="0" u="none" strike="noStrike" cap="none" dirty="0">
                <a:solidFill>
                  <a:schemeClr val="dk1"/>
                </a:solidFill>
                <a:latin typeface="Arial"/>
                <a:ea typeface="Arial"/>
                <a:cs typeface="Arial"/>
                <a:sym typeface="Arial"/>
              </a:rPr>
              <a:t>schemas</a:t>
            </a:r>
            <a:r>
              <a:rPr lang="en-US" sz="1600" b="0" i="0" u="none" strike="noStrike" cap="none" dirty="0">
                <a:solidFill>
                  <a:schemeClr val="dk1"/>
                </a:solidFill>
                <a:latin typeface="Arial"/>
                <a:ea typeface="Arial"/>
                <a:cs typeface="Arial"/>
                <a:sym typeface="Arial"/>
              </a:rPr>
              <a:t> (data structure rules)</a:t>
            </a:r>
            <a:endParaRPr dirty="0"/>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Create </a:t>
            </a:r>
            <a:r>
              <a:rPr lang="en-US" sz="1600" b="1" i="0" u="none" strike="noStrike" cap="none" dirty="0">
                <a:solidFill>
                  <a:schemeClr val="dk1"/>
                </a:solidFill>
                <a:latin typeface="Arial"/>
                <a:ea typeface="Arial"/>
                <a:cs typeface="Arial"/>
                <a:sym typeface="Arial"/>
              </a:rPr>
              <a:t>models</a:t>
            </a:r>
            <a:r>
              <a:rPr lang="en-US" sz="1600" b="0" i="0" u="none" strike="noStrike" cap="none" dirty="0">
                <a:solidFill>
                  <a:schemeClr val="dk1"/>
                </a:solidFill>
                <a:latin typeface="Arial"/>
                <a:ea typeface="Arial"/>
                <a:cs typeface="Arial"/>
                <a:sym typeface="Arial"/>
              </a:rPr>
              <a:t> (representing collections like </a:t>
            </a:r>
            <a:r>
              <a:rPr lang="en-US" sz="1600" b="1" dirty="0">
                <a:solidFill>
                  <a:schemeClr val="dk1"/>
                </a:solidFill>
                <a:sym typeface="Roboto Mono"/>
              </a:rPr>
              <a:t>Books</a:t>
            </a:r>
            <a:r>
              <a:rPr lang="en-US" sz="1600" dirty="0">
                <a:solidFill>
                  <a:schemeClr val="dk1"/>
                </a:solidFill>
                <a:sym typeface="Roboto Mono"/>
              </a:rPr>
              <a:t> and </a:t>
            </a:r>
            <a:r>
              <a:rPr lang="en-US" sz="1600" b="1" dirty="0">
                <a:solidFill>
                  <a:schemeClr val="dk1"/>
                </a:solidFill>
                <a:sym typeface="Roboto Mono"/>
              </a:rPr>
              <a:t>Users</a:t>
            </a:r>
            <a:r>
              <a:rPr lang="en-US" sz="1600" b="0" i="0" u="none" strike="noStrike" cap="none" dirty="0">
                <a:solidFill>
                  <a:schemeClr val="dk1"/>
                </a:solidFill>
                <a:latin typeface="Arial"/>
                <a:ea typeface="Arial"/>
                <a:cs typeface="Arial"/>
                <a:sym typeface="Arial"/>
              </a:rPr>
              <a:t>)</a:t>
            </a:r>
            <a:endParaRPr dirty="0"/>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Easily </a:t>
            </a:r>
            <a:r>
              <a:rPr lang="en-US" sz="1600" b="1" i="0" u="none" strike="noStrike" cap="none" dirty="0">
                <a:solidFill>
                  <a:schemeClr val="dk1"/>
                </a:solidFill>
                <a:latin typeface="Arial"/>
                <a:ea typeface="Arial"/>
                <a:cs typeface="Arial"/>
                <a:sym typeface="Arial"/>
              </a:rPr>
              <a:t>read/write/update/delete</a:t>
            </a:r>
            <a:r>
              <a:rPr lang="en-US" sz="1600" b="0" i="0" u="none" strike="noStrike" cap="none" dirty="0">
                <a:solidFill>
                  <a:schemeClr val="dk1"/>
                </a:solidFill>
                <a:latin typeface="Arial"/>
                <a:ea typeface="Arial"/>
                <a:cs typeface="Arial"/>
                <a:sym typeface="Arial"/>
              </a:rPr>
              <a:t> data</a:t>
            </a:r>
            <a:endParaRPr dirty="0"/>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Use built-in validation and middleware</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What is a Schema?</a:t>
            </a:r>
            <a:endParaRPr sz="2400" b="1" i="0" u="none" strike="noStrike" cap="none" dirty="0">
              <a:solidFill>
                <a:srgbClr val="11175E"/>
              </a:solidFill>
              <a:latin typeface="Arial"/>
              <a:ea typeface="Arial"/>
              <a:cs typeface="Arial"/>
              <a:sym typeface="Arial"/>
            </a:endParaRPr>
          </a:p>
        </p:txBody>
      </p:sp>
      <p:sp>
        <p:nvSpPr>
          <p:cNvPr id="89" name="Google Shape;89;p2"/>
          <p:cNvSpPr txBox="1"/>
          <p:nvPr/>
        </p:nvSpPr>
        <p:spPr>
          <a:xfrm>
            <a:off x="268451" y="3988174"/>
            <a:ext cx="6200454" cy="23698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Structure Definition:</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Arial"/>
                <a:ea typeface="Arial"/>
                <a:cs typeface="Arial"/>
                <a:sym typeface="Arial"/>
              </a:rPr>
              <a:t>It outlines the expected fields within a document and their corresponding Mongoose </a:t>
            </a:r>
            <a:r>
              <a:rPr lang="en-US" sz="1400" b="0" i="0" u="none" strike="noStrike" cap="none" dirty="0" err="1">
                <a:solidFill>
                  <a:schemeClr val="dk1"/>
                </a:solidFill>
                <a:latin typeface="Arial"/>
                <a:ea typeface="Arial"/>
                <a:cs typeface="Arial"/>
                <a:sym typeface="Arial"/>
              </a:rPr>
              <a:t>SchemaTypes</a:t>
            </a:r>
            <a:r>
              <a:rPr lang="en-US" sz="1400" b="0" i="0" u="none" strike="noStrike" cap="none" dirty="0">
                <a:solidFill>
                  <a:schemeClr val="dk1"/>
                </a:solidFill>
                <a:latin typeface="Arial"/>
                <a:ea typeface="Arial"/>
                <a:cs typeface="Arial"/>
                <a:sym typeface="Arial"/>
              </a:rPr>
              <a:t> (e.g., String, Number, Boolean, Date, </a:t>
            </a:r>
            <a:r>
              <a:rPr lang="en-US" sz="1400" b="0" i="0" u="none" strike="noStrike" cap="none" dirty="0" err="1">
                <a:solidFill>
                  <a:schemeClr val="dk1"/>
                </a:solidFill>
                <a:latin typeface="Arial"/>
                <a:ea typeface="Arial"/>
                <a:cs typeface="Arial"/>
                <a:sym typeface="Arial"/>
              </a:rPr>
              <a:t>ObjectId</a:t>
            </a:r>
            <a:r>
              <a:rPr lang="en-US" sz="1400" b="0" i="0" u="none" strike="noStrike" cap="none" dirty="0">
                <a:solidFill>
                  <a:schemeClr val="dk1"/>
                </a:solidFill>
                <a:latin typeface="Arial"/>
                <a:ea typeface="Arial"/>
                <a:cs typeface="Arial"/>
                <a:sym typeface="Arial"/>
              </a:rPr>
              <a:t>, Array, Mixed).</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Validation:</a:t>
            </a:r>
            <a:endParaRPr sz="1600" b="0" i="1"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chemeClr val="dk1"/>
                </a:solidFill>
                <a:latin typeface="Arial"/>
                <a:ea typeface="Arial"/>
                <a:cs typeface="Arial"/>
                <a:sym typeface="Arial"/>
              </a:rPr>
              <a:t>Schemas allow for defining validation rules for individual fields, ensuring data integrity before saving documents to the database. This includes built-in validators (like required, min, max, </a:t>
            </a:r>
            <a:r>
              <a:rPr lang="en-US" sz="1400" b="0" i="0" u="none" strike="noStrike" cap="none" dirty="0" err="1">
                <a:solidFill>
                  <a:schemeClr val="dk1"/>
                </a:solidFill>
                <a:latin typeface="Arial"/>
                <a:ea typeface="Arial"/>
                <a:cs typeface="Arial"/>
                <a:sym typeface="Arial"/>
              </a:rPr>
              <a:t>enum</a:t>
            </a:r>
            <a:r>
              <a:rPr lang="en-US" sz="1400" b="0" i="0" u="none" strike="noStrike" cap="none" dirty="0">
                <a:solidFill>
                  <a:schemeClr val="dk1"/>
                </a:solidFill>
                <a:latin typeface="Arial"/>
                <a:ea typeface="Arial"/>
                <a:cs typeface="Arial"/>
                <a:sym typeface="Arial"/>
              </a:rPr>
              <a:t>) and custom validation functions.</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p:txBody>
      </p:sp>
      <p:sp>
        <p:nvSpPr>
          <p:cNvPr id="90" name="Google Shape;90;p2"/>
          <p:cNvSpPr txBox="1"/>
          <p:nvPr/>
        </p:nvSpPr>
        <p:spPr>
          <a:xfrm>
            <a:off x="6618209" y="4019978"/>
            <a:ext cx="5165624" cy="1566263"/>
          </a:xfrm>
          <a:prstGeom prst="rect">
            <a:avLst/>
          </a:prstGeom>
          <a:noFill/>
          <a:ln>
            <a:noFill/>
          </a:ln>
        </p:spPr>
        <p:txBody>
          <a:bodyPr spcFirstLastPara="1" wrap="square" lIns="91425" tIns="45700" rIns="91425" bIns="45700" anchor="t" anchorCtr="0">
            <a:spAutoFit/>
          </a:bodyPr>
          <a:lstStyle/>
          <a:p>
            <a:pPr marL="0" marR="0" lvl="0" indent="0" algn="l" rtl="0">
              <a:lnSpc>
                <a:spcPct val="103125"/>
              </a:lnSpc>
              <a:spcBef>
                <a:spcPts val="0"/>
              </a:spcBef>
              <a:spcAft>
                <a:spcPts val="0"/>
              </a:spcAft>
              <a:buNone/>
            </a:pPr>
            <a:r>
              <a:rPr lang="en-US" sz="1600" b="1" i="1" u="none" strike="noStrike" cap="none">
                <a:solidFill>
                  <a:schemeClr val="dk1"/>
                </a:solidFill>
                <a:latin typeface="Arial"/>
                <a:ea typeface="Arial"/>
                <a:cs typeface="Arial"/>
                <a:sym typeface="Arial"/>
              </a:rPr>
              <a:t>Default Values:</a:t>
            </a:r>
            <a:br>
              <a:rPr lang="en-US" sz="1600" b="1" i="0" u="none" strike="noStrike" cap="none">
                <a:solidFill>
                  <a:schemeClr val="dk1"/>
                </a:solidFill>
                <a:latin typeface="Arial"/>
                <a:ea typeface="Arial"/>
                <a:cs typeface="Arial"/>
                <a:sym typeface="Arial"/>
              </a:rPr>
            </a:br>
            <a:r>
              <a:rPr lang="en-US" sz="1400" b="0" i="0" u="none" strike="noStrike" cap="none">
                <a:solidFill>
                  <a:schemeClr val="dk1"/>
                </a:solidFill>
                <a:latin typeface="Arial"/>
                <a:ea typeface="Arial"/>
                <a:cs typeface="Arial"/>
                <a:sym typeface="Arial"/>
              </a:rPr>
              <a:t>You can specify default values for fields, which will be automatically assigned if a value is not provided during document creation.</a:t>
            </a:r>
            <a:endParaRPr/>
          </a:p>
          <a:p>
            <a:pPr marL="0" marR="0" lvl="0" indent="0" algn="l" rtl="0">
              <a:lnSpc>
                <a:spcPct val="117857"/>
              </a:lnSpc>
              <a:spcBef>
                <a:spcPts val="1350"/>
              </a:spcBef>
              <a:spcAft>
                <a:spcPts val="0"/>
              </a:spcAft>
              <a:buNone/>
            </a:pPr>
            <a:r>
              <a:rPr lang="en-US" sz="1400" b="0" i="0" u="none" strike="noStrike" cap="none">
                <a:solidFill>
                  <a:schemeClr val="dk1"/>
                </a:solidFill>
                <a:latin typeface="Arial"/>
                <a:ea typeface="Arial"/>
                <a:cs typeface="Arial"/>
                <a:sym typeface="Arial"/>
              </a:rPr>
              <a:t>And other aspects such as Indexes, Methods &amp; statics, vituals and middleware.</a:t>
            </a:r>
            <a:endParaRPr/>
          </a:p>
        </p:txBody>
      </p:sp>
      <p:sp>
        <p:nvSpPr>
          <p:cNvPr id="91" name="Google Shape;91;p2"/>
          <p:cNvSpPr txBox="1"/>
          <p:nvPr/>
        </p:nvSpPr>
        <p:spPr>
          <a:xfrm>
            <a:off x="252549" y="1421524"/>
            <a:ext cx="11856900" cy="25119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1" i="0" u="none" strike="noStrike" cap="none">
                <a:solidFill>
                  <a:schemeClr val="dk1"/>
                </a:solidFill>
                <a:latin typeface="Arial"/>
                <a:ea typeface="Arial"/>
                <a:cs typeface="Arial"/>
                <a:sym typeface="Arial"/>
              </a:rPr>
              <a:t>What it is</a:t>
            </a:r>
            <a:r>
              <a:rPr lang="en-US" sz="1600" b="0" i="0" u="none" strike="noStrike" cap="none">
                <a:solidFill>
                  <a:schemeClr val="dk1"/>
                </a:solidFill>
                <a:latin typeface="Arial"/>
                <a:ea typeface="Arial"/>
                <a:cs typeface="Arial"/>
                <a:sym typeface="Arial"/>
              </a:rPr>
              <a:t>:</a:t>
            </a:r>
            <a:endParaRPr sz="1600"/>
          </a:p>
          <a:p>
            <a:pPr marL="0" marR="0" lvl="0" indent="0" algn="l" rtl="0">
              <a:lnSpc>
                <a:spcPct val="115000"/>
              </a:lnSpc>
              <a:spcBef>
                <a:spcPts val="1200"/>
              </a:spcBef>
              <a:spcAft>
                <a:spcPts val="0"/>
              </a:spcAft>
              <a:buNone/>
            </a:pPr>
            <a:r>
              <a:rPr lang="en-US" sz="1400" b="0" i="0" u="none" strike="noStrike" cap="none">
                <a:solidFill>
                  <a:srgbClr val="000000"/>
                </a:solidFill>
                <a:latin typeface="Arial"/>
                <a:ea typeface="Arial"/>
                <a:cs typeface="Arial"/>
                <a:sym typeface="Arial"/>
              </a:rPr>
              <a:t>In the context of NoSQL databases, "schema" refers to the </a:t>
            </a:r>
            <a:r>
              <a:rPr lang="en-US" sz="1400" b="1" i="0" u="none" strike="noStrike" cap="none">
                <a:solidFill>
                  <a:srgbClr val="000000"/>
                </a:solidFill>
                <a:latin typeface="Arial"/>
                <a:ea typeface="Arial"/>
                <a:cs typeface="Arial"/>
                <a:sym typeface="Arial"/>
              </a:rPr>
              <a:t>structure and organization of data</a:t>
            </a:r>
            <a:r>
              <a:rPr lang="en-US" sz="1400" b="0" i="0" u="none" strike="noStrike" cap="none">
                <a:solidFill>
                  <a:srgbClr val="000000"/>
                </a:solidFill>
                <a:latin typeface="Arial"/>
                <a:ea typeface="Arial"/>
                <a:cs typeface="Arial"/>
                <a:sym typeface="Arial"/>
              </a:rPr>
              <a:t>, although it differs significantly from the rigid, predefined schemas found in relational databases.</a:t>
            </a:r>
            <a:endParaRPr/>
          </a:p>
          <a:p>
            <a:pPr marL="0" marR="0" lvl="0" indent="0" algn="l" rtl="0">
              <a:lnSpc>
                <a:spcPct val="115000"/>
              </a:lnSpc>
              <a:spcBef>
                <a:spcPts val="1200"/>
              </a:spcBef>
              <a:spcAft>
                <a:spcPts val="0"/>
              </a:spcAft>
              <a:buNone/>
            </a:pPr>
            <a:r>
              <a:rPr lang="en-US" sz="1600" b="1" i="1" u="none" strike="noStrike" cap="none">
                <a:solidFill>
                  <a:schemeClr val="dk1"/>
                </a:solidFill>
                <a:latin typeface="Arial"/>
                <a:ea typeface="Arial"/>
                <a:cs typeface="Arial"/>
                <a:sym typeface="Arial"/>
              </a:rPr>
              <a:t>Mongoose Schema:</a:t>
            </a:r>
            <a:endParaRPr/>
          </a:p>
          <a:p>
            <a:pPr marL="0" marR="0" lvl="0" indent="0" algn="l" rtl="0">
              <a:lnSpc>
                <a:spcPct val="115000"/>
              </a:lnSpc>
              <a:spcBef>
                <a:spcPts val="1200"/>
              </a:spcBef>
              <a:spcAft>
                <a:spcPts val="0"/>
              </a:spcAft>
              <a:buNone/>
            </a:pPr>
            <a:r>
              <a:rPr lang="en-US" sz="1400" b="0" i="0" u="none" strike="noStrike" cap="none">
                <a:solidFill>
                  <a:srgbClr val="000000"/>
                </a:solidFill>
                <a:latin typeface="Arial"/>
                <a:ea typeface="Arial"/>
                <a:cs typeface="Arial"/>
                <a:sym typeface="Arial"/>
              </a:rPr>
              <a:t>A Mongoose Schema defines the structure of documents within a MongoDB collection when using Mongoose, an Object Data Modeling (ODM) library for Node.js. It acts as a blueprint, specifying the fields, their data types, default values, validation rules, and other properties.</a:t>
            </a:r>
            <a:endParaRPr/>
          </a:p>
          <a:p>
            <a:pPr marL="0" marR="0" lvl="0" indent="0" algn="l" rtl="0">
              <a:lnSpc>
                <a:spcPct val="115000"/>
              </a:lnSpc>
              <a:spcBef>
                <a:spcPts val="1200"/>
              </a:spcBef>
              <a:spcAft>
                <a:spcPts val="0"/>
              </a:spcAft>
              <a:buNone/>
            </a:pPr>
            <a:r>
              <a:rPr lang="en-US" sz="1600" b="1" i="1" u="none" strike="noStrike" cap="none">
                <a:solidFill>
                  <a:srgbClr val="000000"/>
                </a:solidFill>
                <a:latin typeface="Arial"/>
                <a:ea typeface="Arial"/>
                <a:cs typeface="Arial"/>
                <a:sym typeface="Arial"/>
              </a:rPr>
              <a:t>Key Aspect of a Mongoose Schema: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What is a Model?</a:t>
            </a:r>
            <a:endParaRPr sz="2400" b="1" i="0" u="none" strike="noStrike" cap="none" dirty="0">
              <a:solidFill>
                <a:srgbClr val="11175E"/>
              </a:solidFill>
              <a:latin typeface="Arial"/>
              <a:ea typeface="Arial"/>
              <a:cs typeface="Arial"/>
              <a:sym typeface="Arial"/>
            </a:endParaRPr>
          </a:p>
        </p:txBody>
      </p:sp>
      <p:sp>
        <p:nvSpPr>
          <p:cNvPr id="97" name="Google Shape;97;p3"/>
          <p:cNvSpPr txBox="1"/>
          <p:nvPr/>
        </p:nvSpPr>
        <p:spPr>
          <a:xfrm>
            <a:off x="255578" y="1428054"/>
            <a:ext cx="2914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What it is:</a:t>
            </a:r>
            <a:endParaRPr sz="1600" b="1" i="0" u="none" strike="noStrike" cap="none">
              <a:solidFill>
                <a:srgbClr val="000000"/>
              </a:solidFill>
              <a:latin typeface="Arial"/>
              <a:ea typeface="Arial"/>
              <a:cs typeface="Arial"/>
              <a:sym typeface="Arial"/>
            </a:endParaRPr>
          </a:p>
        </p:txBody>
      </p:sp>
      <p:sp>
        <p:nvSpPr>
          <p:cNvPr id="98" name="Google Shape;98;p3"/>
          <p:cNvSpPr txBox="1"/>
          <p:nvPr/>
        </p:nvSpPr>
        <p:spPr>
          <a:xfrm>
            <a:off x="234568" y="1852654"/>
            <a:ext cx="11581074" cy="1378799"/>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dirty="0">
                <a:solidFill>
                  <a:srgbClr val="000000"/>
                </a:solidFill>
                <a:latin typeface="Arial"/>
                <a:ea typeface="Arial"/>
                <a:cs typeface="Arial"/>
                <a:sym typeface="Arial"/>
              </a:rPr>
              <a:t>In Mongoose, a "Model" serves as a </a:t>
            </a:r>
            <a:r>
              <a:rPr lang="en-US" sz="1600" b="1" i="0" u="none" strike="noStrike" cap="none" dirty="0">
                <a:solidFill>
                  <a:srgbClr val="000000"/>
                </a:solidFill>
                <a:latin typeface="Arial"/>
                <a:ea typeface="Arial"/>
                <a:cs typeface="Arial"/>
                <a:sym typeface="Arial"/>
              </a:rPr>
              <a:t>structured representation of a MongoDB collection</a:t>
            </a:r>
            <a:r>
              <a:rPr lang="en-US" sz="1600" b="0" i="0" u="none" strike="noStrike" cap="none" dirty="0">
                <a:solidFill>
                  <a:srgbClr val="000000"/>
                </a:solidFill>
                <a:latin typeface="Arial"/>
                <a:ea typeface="Arial"/>
                <a:cs typeface="Arial"/>
                <a:sym typeface="Arial"/>
              </a:rPr>
              <a:t>, providing an interface for interacting with the data. It is a fundamental component in Mongoose's Object Data Modeling (ODM) approach, bridging the gap between your Node.js application and the MongoDB database.</a:t>
            </a:r>
            <a:endParaRPr dirty="0"/>
          </a:p>
          <a:p>
            <a:pPr marL="0" marR="0" lvl="0" indent="0" algn="l" rtl="0">
              <a:lnSpc>
                <a:spcPct val="115000"/>
              </a:lnSpc>
              <a:spcBef>
                <a:spcPts val="1200"/>
              </a:spcBef>
              <a:spcAft>
                <a:spcPts val="0"/>
              </a:spcAft>
              <a:buNone/>
            </a:pPr>
            <a:r>
              <a:rPr lang="en-US" sz="1600" b="0" i="0" u="none" strike="noStrike" cap="none" dirty="0">
                <a:solidFill>
                  <a:srgbClr val="000000"/>
                </a:solidFill>
                <a:latin typeface="Arial"/>
                <a:ea typeface="Arial"/>
                <a:cs typeface="Arial"/>
                <a:sym typeface="Arial"/>
              </a:rPr>
              <a:t>Basically, a </a:t>
            </a:r>
            <a:r>
              <a:rPr lang="en-US" sz="1600" b="1" i="0" u="none" strike="noStrike" cap="none" dirty="0">
                <a:solidFill>
                  <a:srgbClr val="000000"/>
                </a:solidFill>
                <a:latin typeface="Arial"/>
                <a:ea typeface="Arial"/>
                <a:cs typeface="Arial"/>
                <a:sym typeface="Arial"/>
              </a:rPr>
              <a:t>Model</a:t>
            </a:r>
            <a:r>
              <a:rPr lang="en-US" sz="1600" b="0" i="0" u="none" strike="noStrike" cap="none" dirty="0">
                <a:solidFill>
                  <a:srgbClr val="000000"/>
                </a:solidFill>
                <a:latin typeface="Arial"/>
                <a:ea typeface="Arial"/>
                <a:cs typeface="Arial"/>
                <a:sym typeface="Arial"/>
              </a:rPr>
              <a:t> is a </a:t>
            </a:r>
            <a:r>
              <a:rPr lang="en-US" sz="1600" b="1" i="0" u="none" strike="noStrike" cap="none" dirty="0">
                <a:solidFill>
                  <a:srgbClr val="000000"/>
                </a:solidFill>
                <a:latin typeface="Arial"/>
                <a:ea typeface="Arial"/>
                <a:cs typeface="Arial"/>
                <a:sym typeface="Arial"/>
              </a:rPr>
              <a:t>Class</a:t>
            </a:r>
            <a:r>
              <a:rPr lang="en-US" sz="1600" b="0" i="0" u="none" strike="noStrike" cap="none" dirty="0">
                <a:solidFill>
                  <a:srgbClr val="000000"/>
                </a:solidFill>
                <a:latin typeface="Arial"/>
                <a:ea typeface="Arial"/>
                <a:cs typeface="Arial"/>
                <a:sym typeface="Arial"/>
              </a:rPr>
              <a:t>, and an</a:t>
            </a:r>
            <a:r>
              <a:rPr lang="en-US" sz="1600" b="1" i="0" u="none" strike="noStrike" cap="none" dirty="0">
                <a:solidFill>
                  <a:srgbClr val="000000"/>
                </a:solidFill>
                <a:latin typeface="Arial"/>
                <a:ea typeface="Arial"/>
                <a:cs typeface="Arial"/>
                <a:sym typeface="Arial"/>
              </a:rPr>
              <a:t> instance </a:t>
            </a:r>
            <a:r>
              <a:rPr lang="en-US" sz="1600" b="0" i="0" u="none" strike="noStrike" cap="none" dirty="0">
                <a:solidFill>
                  <a:srgbClr val="000000"/>
                </a:solidFill>
                <a:latin typeface="Arial"/>
                <a:ea typeface="Arial"/>
                <a:cs typeface="Arial"/>
                <a:sym typeface="Arial"/>
              </a:rPr>
              <a:t>of a </a:t>
            </a:r>
            <a:r>
              <a:rPr lang="en-US" sz="1600" b="1" i="0" u="none" strike="noStrike" cap="none" dirty="0">
                <a:solidFill>
                  <a:srgbClr val="000000"/>
                </a:solidFill>
                <a:latin typeface="Arial"/>
                <a:ea typeface="Arial"/>
                <a:cs typeface="Arial"/>
                <a:sym typeface="Arial"/>
              </a:rPr>
              <a:t>Model</a:t>
            </a:r>
            <a:r>
              <a:rPr lang="en-US" sz="1600" b="0" i="0" u="none" strike="noStrike" cap="none" dirty="0">
                <a:solidFill>
                  <a:srgbClr val="000000"/>
                </a:solidFill>
                <a:latin typeface="Arial"/>
                <a:ea typeface="Arial"/>
                <a:cs typeface="Arial"/>
                <a:sym typeface="Arial"/>
              </a:rPr>
              <a:t> is called a </a:t>
            </a:r>
            <a:r>
              <a:rPr lang="en-US" sz="1600" b="1" i="0" u="none" strike="noStrike" cap="none" dirty="0">
                <a:solidFill>
                  <a:schemeClr val="dk1"/>
                </a:solidFill>
                <a:latin typeface="Arial"/>
                <a:ea typeface="Arial"/>
                <a:cs typeface="Arial"/>
                <a:sym typeface="Arial"/>
              </a:rPr>
              <a:t>document</a:t>
            </a:r>
            <a:r>
              <a:rPr lang="en-US" sz="1600" b="0" i="0" u="none" strike="noStrike" cap="none" dirty="0">
                <a:solidFill>
                  <a:schemeClr val="dk1"/>
                </a:solidFill>
                <a:latin typeface="Arial"/>
                <a:ea typeface="Arial"/>
                <a:cs typeface="Arial"/>
                <a:sym typeface="Arial"/>
              </a:rPr>
              <a:t> which is an </a:t>
            </a:r>
            <a:r>
              <a:rPr lang="en-US" sz="1600" b="1" i="0" u="none" strike="noStrike" cap="none" dirty="0">
                <a:solidFill>
                  <a:schemeClr val="dk1"/>
                </a:solidFill>
                <a:latin typeface="Arial"/>
                <a:ea typeface="Arial"/>
                <a:cs typeface="Arial"/>
                <a:sym typeface="Arial"/>
              </a:rPr>
              <a:t>object</a:t>
            </a:r>
            <a:r>
              <a:rPr lang="en-US" sz="1600" b="0" i="0" u="none" strike="noStrike" cap="none" dirty="0">
                <a:solidFill>
                  <a:schemeClr val="dk1"/>
                </a:solidFill>
                <a:latin typeface="Arial"/>
                <a:ea typeface="Arial"/>
                <a:cs typeface="Arial"/>
                <a:sym typeface="Arial"/>
              </a:rPr>
              <a:t>. </a:t>
            </a:r>
            <a:endParaRPr sz="1600" b="0" i="0" u="none" strike="noStrike" cap="none" dirty="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Objectives</a:t>
            </a:r>
            <a:endParaRPr sz="2400" b="1" i="0" u="none" strike="noStrike" cap="none">
              <a:solidFill>
                <a:srgbClr val="11175E"/>
              </a:solidFill>
              <a:latin typeface="Arial"/>
              <a:ea typeface="Arial"/>
              <a:cs typeface="Arial"/>
              <a:sym typeface="Arial"/>
            </a:endParaRPr>
          </a:p>
        </p:txBody>
      </p:sp>
      <p:sp>
        <p:nvSpPr>
          <p:cNvPr id="104" name="Google Shape;104;p4"/>
          <p:cNvSpPr txBox="1"/>
          <p:nvPr/>
        </p:nvSpPr>
        <p:spPr>
          <a:xfrm>
            <a:off x="253796" y="1381205"/>
            <a:ext cx="11672100" cy="4047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chemeClr val="dk1"/>
              </a:buClr>
              <a:buSzPts val="1100"/>
              <a:buFont typeface="Arial"/>
              <a:buNone/>
            </a:pPr>
            <a:r>
              <a:rPr lang="en-US" sz="1800" b="1" i="0" u="none" strike="noStrike" cap="none" dirty="0">
                <a:solidFill>
                  <a:schemeClr val="dk1"/>
                </a:solidFill>
                <a:latin typeface="Arial"/>
                <a:ea typeface="Arial"/>
                <a:cs typeface="Arial"/>
                <a:sym typeface="Arial"/>
              </a:rPr>
              <a:t>What we are building:</a:t>
            </a:r>
            <a:endParaRPr sz="1800" b="0" i="0" u="none" strike="noStrike" cap="none" dirty="0">
              <a:solidFill>
                <a:schemeClr val="dk1"/>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Create a new database in Altas for all our practice/Exercises</a:t>
            </a:r>
            <a:endParaRPr sz="1600" dirty="0"/>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Get the values in our connection string and use in our </a:t>
            </a:r>
            <a:r>
              <a:rPr lang="en-US" sz="1600" b="1" dirty="0" err="1">
                <a:solidFill>
                  <a:schemeClr val="dk1"/>
                </a:solidFill>
                <a:latin typeface="Consolas" panose="020B0609020204030204" pitchFamily="49" charset="0"/>
                <a:cs typeface="Consolas" panose="020B0609020204030204" pitchFamily="49" charset="0"/>
              </a:rPr>
              <a:t>config.env</a:t>
            </a:r>
            <a:r>
              <a:rPr lang="en-US" sz="1600" b="0" i="0" u="none" strike="noStrike" cap="none" dirty="0">
                <a:solidFill>
                  <a:srgbClr val="000000"/>
                </a:solidFill>
                <a:latin typeface="Arial"/>
                <a:ea typeface="Arial"/>
                <a:cs typeface="Arial"/>
                <a:sym typeface="Arial"/>
              </a:rPr>
              <a:t> file to connect to our database in cloud MongoDB.</a:t>
            </a:r>
            <a:endParaRPr sz="1600" dirty="0"/>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Install </a:t>
            </a:r>
            <a:r>
              <a:rPr lang="en-US" sz="1600" b="1" i="0" u="none" strike="noStrike" cap="none" dirty="0">
                <a:solidFill>
                  <a:srgbClr val="000000"/>
                </a:solidFill>
                <a:latin typeface="Consolas" panose="020B0609020204030204" pitchFamily="49" charset="0"/>
                <a:cs typeface="Consolas" panose="020B0609020204030204" pitchFamily="49" charset="0"/>
                <a:sym typeface="Arial"/>
              </a:rPr>
              <a:t>mongoose</a:t>
            </a:r>
            <a:r>
              <a:rPr lang="en-US" sz="1600" b="0" i="0" u="none" strike="noStrike" cap="none" dirty="0">
                <a:solidFill>
                  <a:srgbClr val="000000"/>
                </a:solidFill>
                <a:latin typeface="Arial"/>
                <a:ea typeface="Arial"/>
                <a:cs typeface="Arial"/>
                <a:sym typeface="Arial"/>
              </a:rPr>
              <a:t> and </a:t>
            </a:r>
            <a:r>
              <a:rPr lang="en-US" sz="1600" b="1" dirty="0" err="1">
                <a:solidFill>
                  <a:schemeClr val="dk1"/>
                </a:solidFill>
                <a:latin typeface="Consolas" panose="020B0609020204030204" pitchFamily="49" charset="0"/>
                <a:cs typeface="Consolas" panose="020B0609020204030204" pitchFamily="49" charset="0"/>
              </a:rPr>
              <a:t>dotenv</a:t>
            </a:r>
            <a:r>
              <a:rPr lang="en-US" sz="1600" b="0" i="0" u="none" strike="noStrike" cap="none" dirty="0">
                <a:solidFill>
                  <a:srgbClr val="000000"/>
                </a:solidFill>
                <a:latin typeface="Arial"/>
                <a:ea typeface="Arial"/>
                <a:cs typeface="Arial"/>
                <a:sym typeface="Arial"/>
              </a:rPr>
              <a:t> dependencies.</a:t>
            </a:r>
            <a:endParaRPr sz="1600" b="0" i="0" u="none" strike="noStrike" cap="none" dirty="0">
              <a:solidFill>
                <a:srgbClr val="000000"/>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Connect to our database using script in </a:t>
            </a:r>
            <a:r>
              <a:rPr lang="en-US" sz="1600" b="1" dirty="0" err="1">
                <a:solidFill>
                  <a:schemeClr val="dk1"/>
                </a:solidFill>
                <a:latin typeface="Consolas" panose="020B0609020204030204" pitchFamily="49" charset="0"/>
                <a:cs typeface="Consolas" panose="020B0609020204030204" pitchFamily="49" charset="0"/>
              </a:rPr>
              <a:t>server.js</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Create a database schema using script in </a:t>
            </a:r>
            <a:r>
              <a:rPr lang="en-US" sz="1600" b="1" dirty="0">
                <a:solidFill>
                  <a:schemeClr val="dk1"/>
                </a:solidFill>
                <a:latin typeface="Consolas" panose="020B0609020204030204" pitchFamily="49" charset="0"/>
                <a:cs typeface="Consolas" panose="020B0609020204030204" pitchFamily="49" charset="0"/>
              </a:rPr>
              <a:t>book-</a:t>
            </a:r>
            <a:r>
              <a:rPr lang="en-US" sz="1600" b="1" dirty="0" err="1">
                <a:solidFill>
                  <a:schemeClr val="dk1"/>
                </a:solidFill>
                <a:latin typeface="Consolas" panose="020B0609020204030204" pitchFamily="49" charset="0"/>
                <a:cs typeface="Consolas" panose="020B0609020204030204" pitchFamily="49" charset="0"/>
              </a:rPr>
              <a:t>model.js</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Connect our database using </a:t>
            </a:r>
            <a:r>
              <a:rPr lang="en-US" sz="1600" b="1" i="0" u="none" strike="noStrike" cap="none" dirty="0">
                <a:solidFill>
                  <a:srgbClr val="000000"/>
                </a:solidFill>
                <a:latin typeface="Arial"/>
                <a:ea typeface="Arial"/>
                <a:cs typeface="Arial"/>
                <a:sym typeface="Arial"/>
              </a:rPr>
              <a:t>Compass</a:t>
            </a:r>
            <a:endParaRPr sz="1600" b="1" dirty="0"/>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dirty="0">
                <a:solidFill>
                  <a:srgbClr val="000000"/>
                </a:solidFill>
                <a:latin typeface="Arial"/>
                <a:ea typeface="Arial"/>
                <a:cs typeface="Arial"/>
                <a:sym typeface="Arial"/>
              </a:rPr>
              <a:t>Learn how bulk import/delete JSON data using </a:t>
            </a:r>
            <a:r>
              <a:rPr lang="en-US" sz="1600" b="1" i="0" u="none" strike="noStrike" cap="none" dirty="0">
                <a:solidFill>
                  <a:srgbClr val="000000"/>
                </a:solidFill>
                <a:latin typeface="Arial"/>
                <a:ea typeface="Arial"/>
                <a:cs typeface="Arial"/>
                <a:sym typeface="Arial"/>
              </a:rPr>
              <a:t>Compass</a:t>
            </a:r>
            <a:endParaRPr sz="1600" b="1" dirty="0"/>
          </a:p>
          <a:p>
            <a:pPr marL="285750" marR="0" lvl="0" indent="-215900" algn="l" rtl="0">
              <a:lnSpc>
                <a:spcPct val="115000"/>
              </a:lnSpc>
              <a:spcBef>
                <a:spcPts val="1200"/>
              </a:spcBef>
              <a:spcAft>
                <a:spcPts val="0"/>
              </a:spcAft>
              <a:buClr>
                <a:schemeClr val="dk1"/>
              </a:buClr>
              <a:buSzPts val="1100"/>
              <a:buFont typeface="Arial"/>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36e7437085d_0_14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Example 1: Create new database in Atlas </a:t>
            </a:r>
            <a:endParaRPr sz="2400" b="1" i="0" u="none" strike="noStrike" cap="none" dirty="0">
              <a:solidFill>
                <a:srgbClr val="11175E"/>
              </a:solidFill>
              <a:latin typeface="Arial"/>
              <a:ea typeface="Arial"/>
              <a:cs typeface="Arial"/>
              <a:sym typeface="Arial"/>
            </a:endParaRPr>
          </a:p>
        </p:txBody>
      </p:sp>
      <p:pic>
        <p:nvPicPr>
          <p:cNvPr id="110" name="Google Shape;110;g36e7437085d_0_145"/>
          <p:cNvPicPr preferRelativeResize="0"/>
          <p:nvPr/>
        </p:nvPicPr>
        <p:blipFill rotWithShape="1">
          <a:blip r:embed="rId3">
            <a:alphaModFix/>
          </a:blip>
          <a:srcRect l="20519" t="13571" r="14639" b="6748"/>
          <a:stretch/>
        </p:blipFill>
        <p:spPr>
          <a:xfrm>
            <a:off x="7559899" y="1397246"/>
            <a:ext cx="3163825" cy="2388703"/>
          </a:xfrm>
          <a:prstGeom prst="rect">
            <a:avLst/>
          </a:prstGeom>
          <a:noFill/>
          <a:ln w="9525" cap="flat" cmpd="sng">
            <a:solidFill>
              <a:schemeClr val="accent1"/>
            </a:solidFill>
            <a:prstDash val="solid"/>
            <a:round/>
            <a:headEnd type="none" w="sm" len="sm"/>
            <a:tailEnd type="none" w="sm" len="sm"/>
          </a:ln>
        </p:spPr>
      </p:pic>
      <p:sp>
        <p:nvSpPr>
          <p:cNvPr id="111" name="Google Shape;111;g36e7437085d_0_145"/>
          <p:cNvSpPr txBox="1"/>
          <p:nvPr/>
        </p:nvSpPr>
        <p:spPr>
          <a:xfrm>
            <a:off x="112382" y="3679371"/>
            <a:ext cx="7236367" cy="1960673"/>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p:txBody>
      </p:sp>
      <p:sp>
        <p:nvSpPr>
          <p:cNvPr id="112" name="Google Shape;112;g36e7437085d_0_145"/>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Create a new </a:t>
            </a:r>
            <a:r>
              <a:rPr lang="en-US" sz="1800" b="1" i="0" u="none" strike="noStrike" cap="none" dirty="0">
                <a:solidFill>
                  <a:srgbClr val="000000"/>
                </a:solidFill>
                <a:latin typeface="Consolas" panose="020B0609020204030204" pitchFamily="49" charset="0"/>
                <a:cs typeface="Consolas" panose="020B0609020204030204" pitchFamily="49" charset="0"/>
                <a:sym typeface="Arial"/>
              </a:rPr>
              <a:t>week10</a:t>
            </a:r>
            <a:r>
              <a:rPr lang="en-US" sz="1800" b="1" i="0" u="none" strike="noStrike" cap="none" dirty="0">
                <a:solidFill>
                  <a:srgbClr val="000000"/>
                </a:solidFill>
                <a:latin typeface="Arial"/>
                <a:ea typeface="Arial"/>
                <a:cs typeface="Arial"/>
                <a:sym typeface="Arial"/>
              </a:rPr>
              <a:t> database in Atlas</a:t>
            </a:r>
            <a:endParaRPr sz="1800" b="1" i="0" u="none" strike="noStrike" cap="none" dirty="0">
              <a:solidFill>
                <a:srgbClr val="000000"/>
              </a:solidFill>
              <a:latin typeface="Arial"/>
              <a:ea typeface="Arial"/>
              <a:cs typeface="Arial"/>
              <a:sym typeface="Arial"/>
            </a:endParaRPr>
          </a:p>
        </p:txBody>
      </p:sp>
      <p:sp>
        <p:nvSpPr>
          <p:cNvPr id="113" name="Google Shape;113;g36e7437085d_0_145"/>
          <p:cNvSpPr txBox="1"/>
          <p:nvPr/>
        </p:nvSpPr>
        <p:spPr>
          <a:xfrm>
            <a:off x="252569" y="1859644"/>
            <a:ext cx="5843400" cy="22775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We will be creating a new database in </a:t>
            </a:r>
            <a:r>
              <a:rPr lang="en-US" sz="1600" b="1" i="0" u="none" strike="noStrike" cap="none" dirty="0">
                <a:solidFill>
                  <a:schemeClr val="dk1"/>
                </a:solidFill>
                <a:latin typeface="Arial"/>
                <a:ea typeface="Arial"/>
                <a:cs typeface="Arial"/>
                <a:sym typeface="Arial"/>
              </a:rPr>
              <a:t>Atlas</a:t>
            </a:r>
            <a:r>
              <a:rPr lang="en-US" sz="1600" b="0" i="0" u="none" strike="noStrike" cap="none" dirty="0">
                <a:solidFill>
                  <a:schemeClr val="dk1"/>
                </a:solidFill>
                <a:latin typeface="Arial"/>
                <a:ea typeface="Arial"/>
                <a:cs typeface="Arial"/>
                <a:sym typeface="Arial"/>
              </a:rPr>
              <a:t> called </a:t>
            </a:r>
            <a:r>
              <a:rPr lang="en-US" sz="1600" b="1" i="0" u="none" strike="noStrike" cap="none" dirty="0">
                <a:solidFill>
                  <a:schemeClr val="dk1"/>
                </a:solidFill>
                <a:latin typeface="Consolas" panose="020B0609020204030204" pitchFamily="49" charset="0"/>
                <a:cs typeface="Consolas" panose="020B0609020204030204" pitchFamily="49" charset="0"/>
              </a:rPr>
              <a:t>week10</a:t>
            </a:r>
            <a:r>
              <a:rPr lang="en-US" sz="1600" b="0" i="0" u="none" strike="noStrike" cap="none" dirty="0">
                <a:solidFill>
                  <a:schemeClr val="dk1"/>
                </a:solidFill>
                <a:latin typeface="Arial"/>
                <a:ea typeface="Arial"/>
                <a:cs typeface="Arial"/>
                <a:sym typeface="Arial"/>
              </a:rPr>
              <a:t> for all our practices and exercises. You can go ahead and </a:t>
            </a:r>
            <a:r>
              <a:rPr lang="en-US" sz="1600" b="1" i="0" u="none" strike="noStrike" cap="none" dirty="0">
                <a:solidFill>
                  <a:schemeClr val="dk1"/>
                </a:solidFill>
                <a:latin typeface="Arial"/>
                <a:ea typeface="Arial"/>
                <a:cs typeface="Arial"/>
                <a:sym typeface="Arial"/>
              </a:rPr>
              <a:t>drop</a:t>
            </a:r>
            <a:r>
              <a:rPr lang="en-US" sz="1600" b="0" i="0" u="none" strike="noStrike" cap="none" dirty="0">
                <a:solidFill>
                  <a:schemeClr val="dk1"/>
                </a:solidFill>
                <a:latin typeface="Arial"/>
                <a:ea typeface="Arial"/>
                <a:cs typeface="Arial"/>
                <a:sym typeface="Arial"/>
              </a:rPr>
              <a:t> </a:t>
            </a:r>
            <a:r>
              <a:rPr lang="en-US" sz="1600" b="1" i="0" u="none" strike="noStrike" cap="none" dirty="0" err="1">
                <a:solidFill>
                  <a:schemeClr val="dk1"/>
                </a:solidFill>
                <a:latin typeface="Consolas" panose="020B0609020204030204" pitchFamily="49" charset="0"/>
                <a:cs typeface="Consolas" panose="020B0609020204030204" pitchFamily="49" charset="0"/>
                <a:sym typeface="Arial"/>
              </a:rPr>
              <a:t>pawpal</a:t>
            </a:r>
            <a:r>
              <a:rPr lang="en-US" sz="1600" b="1" i="0" u="none" strike="noStrike" cap="none" dirty="0">
                <a:solidFill>
                  <a:schemeClr val="dk1"/>
                </a:solidFill>
                <a:latin typeface="Consolas" panose="020B0609020204030204" pitchFamily="49" charset="0"/>
                <a:cs typeface="Consolas" panose="020B0609020204030204" pitchFamily="49" charset="0"/>
                <a:sym typeface="Arial"/>
              </a:rPr>
              <a:t>-test</a:t>
            </a:r>
            <a:r>
              <a:rPr lang="en-US" sz="1600" b="0" i="0" u="none" strike="noStrike" cap="none" dirty="0">
                <a:solidFill>
                  <a:schemeClr val="dk1"/>
                </a:solidFill>
                <a:latin typeface="Arial"/>
                <a:ea typeface="Arial"/>
                <a:cs typeface="Arial"/>
                <a:sym typeface="Arial"/>
              </a:rPr>
              <a:t> database that we use previously.</a:t>
            </a:r>
          </a:p>
          <a:p>
            <a:pPr marL="0" marR="0" lvl="0" indent="0" algn="l" rtl="0">
              <a:lnSpc>
                <a:spcPct val="100000"/>
              </a:lnSpc>
              <a:spcBef>
                <a:spcPts val="0"/>
              </a:spcBef>
              <a:spcAft>
                <a:spcPts val="0"/>
              </a:spcAft>
              <a:buNone/>
            </a:pPr>
            <a:endParaRPr lang="en-US" sz="1600" dirty="0">
              <a:solidFill>
                <a:schemeClr val="dk1"/>
              </a:solidFill>
            </a:endParaRPr>
          </a:p>
          <a:p>
            <a:pPr marL="457200" lvl="0" indent="-330200">
              <a:buClr>
                <a:schemeClr val="dk1"/>
              </a:buClr>
              <a:buSzPts val="1600"/>
              <a:buFont typeface="Arial"/>
              <a:buChar char="●"/>
            </a:pPr>
            <a:r>
              <a:rPr lang="en-US" sz="1600" dirty="0">
                <a:solidFill>
                  <a:schemeClr val="dk1"/>
                </a:solidFill>
              </a:rPr>
              <a:t>In </a:t>
            </a:r>
            <a:r>
              <a:rPr lang="en-US" sz="1600" b="1" dirty="0">
                <a:solidFill>
                  <a:schemeClr val="dk1"/>
                </a:solidFill>
              </a:rPr>
              <a:t>Atlas</a:t>
            </a:r>
            <a:r>
              <a:rPr lang="en-US" sz="1600" dirty="0">
                <a:solidFill>
                  <a:schemeClr val="dk1"/>
                </a:solidFill>
              </a:rPr>
              <a:t>, click create database or add my Own Data.</a:t>
            </a:r>
            <a:endParaRPr lang="en-US" sz="1600" dirty="0"/>
          </a:p>
          <a:p>
            <a:pPr marL="457200" lvl="0" indent="-330200">
              <a:buClr>
                <a:schemeClr val="dk1"/>
              </a:buClr>
              <a:buSzPts val="1600"/>
              <a:buFont typeface="Arial"/>
              <a:buChar char="●"/>
            </a:pPr>
            <a:r>
              <a:rPr lang="en-US" sz="1600" dirty="0">
                <a:solidFill>
                  <a:schemeClr val="dk1"/>
                </a:solidFill>
              </a:rPr>
              <a:t>Key in the database and collection name.</a:t>
            </a:r>
            <a:endParaRPr lang="en-US" sz="1600" dirty="0"/>
          </a:p>
          <a:p>
            <a:pPr marL="457200" lvl="0" indent="-330200">
              <a:buClr>
                <a:schemeClr val="dk1"/>
              </a:buClr>
              <a:buSzPts val="1600"/>
              <a:buFont typeface="Arial"/>
              <a:buChar char="●"/>
            </a:pPr>
            <a:r>
              <a:rPr lang="en-US" sz="1600" dirty="0">
                <a:solidFill>
                  <a:schemeClr val="dk1"/>
                </a:solidFill>
              </a:rPr>
              <a:t>Click create.</a:t>
            </a:r>
            <a:endParaRPr lang="en-US" sz="1600" dirty="0"/>
          </a:p>
          <a:p>
            <a:pPr marL="0" marR="0" lvl="0" indent="0" algn="l" rtl="0">
              <a:lnSpc>
                <a:spcPct val="100000"/>
              </a:lnSpc>
              <a:spcBef>
                <a:spcPts val="0"/>
              </a:spcBef>
              <a:spcAft>
                <a:spcPts val="0"/>
              </a:spcAft>
              <a:buNone/>
            </a:pPr>
            <a:endParaRPr sz="1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114" name="Google Shape;114;g36e7437085d_0_145"/>
          <p:cNvPicPr preferRelativeResize="0"/>
          <p:nvPr/>
        </p:nvPicPr>
        <p:blipFill rotWithShape="1">
          <a:blip r:embed="rId4">
            <a:alphaModFix/>
          </a:blip>
          <a:srcRect/>
          <a:stretch/>
        </p:blipFill>
        <p:spPr>
          <a:xfrm>
            <a:off x="7559899" y="4211378"/>
            <a:ext cx="3694606" cy="236222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g36e7437085d_0_166"/>
          <p:cNvPicPr preferRelativeResize="0"/>
          <p:nvPr/>
        </p:nvPicPr>
        <p:blipFill rotWithShape="1">
          <a:blip r:embed="rId3">
            <a:alphaModFix/>
          </a:blip>
          <a:srcRect/>
          <a:stretch/>
        </p:blipFill>
        <p:spPr>
          <a:xfrm>
            <a:off x="356616" y="1958823"/>
            <a:ext cx="11412543" cy="4001058"/>
          </a:xfrm>
          <a:prstGeom prst="rect">
            <a:avLst/>
          </a:prstGeom>
          <a:noFill/>
          <a:ln w="9525" cap="flat" cmpd="sng">
            <a:solidFill>
              <a:schemeClr val="accent1"/>
            </a:solidFill>
            <a:prstDash val="solid"/>
            <a:round/>
            <a:headEnd type="none" w="sm" len="sm"/>
            <a:tailEnd type="none" w="sm" len="sm"/>
          </a:ln>
        </p:spPr>
      </p:pic>
      <p:sp>
        <p:nvSpPr>
          <p:cNvPr id="120" name="Google Shape;120;g36e7437085d_0_16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new database in Atlas </a:t>
            </a:r>
            <a:endParaRPr sz="2400" b="1" i="0" u="none" strike="noStrike" cap="none" dirty="0">
              <a:solidFill>
                <a:srgbClr val="11175E"/>
              </a:solidFill>
              <a:latin typeface="Arial"/>
              <a:ea typeface="Arial"/>
              <a:cs typeface="Arial"/>
              <a:sym typeface="Arial"/>
            </a:endParaRPr>
          </a:p>
        </p:txBody>
      </p:sp>
      <p:sp>
        <p:nvSpPr>
          <p:cNvPr id="121" name="Google Shape;121;g36e7437085d_0_166"/>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Books Collection is created</a:t>
            </a:r>
            <a:endParaRPr sz="1800" b="1"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36e7437085d_0_174"/>
          <p:cNvSpPr txBox="1"/>
          <p:nvPr/>
        </p:nvSpPr>
        <p:spPr>
          <a:xfrm>
            <a:off x="104575" y="2628954"/>
            <a:ext cx="5843432" cy="3751154"/>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on </a:t>
            </a:r>
            <a:r>
              <a:rPr lang="en-US" sz="1600" b="1" i="0" u="none" strike="noStrike" cap="none" dirty="0">
                <a:solidFill>
                  <a:schemeClr val="dk1"/>
                </a:solidFill>
                <a:latin typeface="Arial"/>
                <a:ea typeface="Arial"/>
                <a:cs typeface="Arial"/>
                <a:sym typeface="Arial"/>
              </a:rPr>
              <a:t>Overview</a:t>
            </a:r>
            <a:r>
              <a:rPr lang="en-US" sz="1600" b="0" i="0" u="none" strike="noStrike" cap="none" dirty="0">
                <a:solidFill>
                  <a:schemeClr val="dk1"/>
                </a:solidFill>
                <a:latin typeface="Arial"/>
                <a:ea typeface="Arial"/>
                <a:cs typeface="Arial"/>
                <a:sym typeface="Arial"/>
              </a:rPr>
              <a:t> on the left sidebar and click connect on the Cluster</a:t>
            </a:r>
            <a:endParaRPr dirty="0"/>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on </a:t>
            </a:r>
            <a:r>
              <a:rPr lang="en-US" sz="1600" b="1" i="0" u="none" strike="noStrike" cap="none" dirty="0">
                <a:solidFill>
                  <a:schemeClr val="dk1"/>
                </a:solidFill>
                <a:latin typeface="Arial"/>
                <a:ea typeface="Arial"/>
                <a:cs typeface="Arial"/>
                <a:sym typeface="Arial"/>
              </a:rPr>
              <a:t>Drivers</a:t>
            </a:r>
            <a:endParaRPr b="1" dirty="0"/>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p:txBody>
      </p:sp>
      <p:pic>
        <p:nvPicPr>
          <p:cNvPr id="127" name="Google Shape;127;g36e7437085d_0_174"/>
          <p:cNvPicPr preferRelativeResize="0"/>
          <p:nvPr/>
        </p:nvPicPr>
        <p:blipFill rotWithShape="1">
          <a:blip r:embed="rId3">
            <a:alphaModFix/>
          </a:blip>
          <a:srcRect/>
          <a:stretch/>
        </p:blipFill>
        <p:spPr>
          <a:xfrm>
            <a:off x="6484660" y="1426757"/>
            <a:ext cx="5454771" cy="2078491"/>
          </a:xfrm>
          <a:prstGeom prst="rect">
            <a:avLst/>
          </a:prstGeom>
          <a:noFill/>
          <a:ln w="9525" cap="flat" cmpd="sng">
            <a:solidFill>
              <a:schemeClr val="accent1"/>
            </a:solidFill>
            <a:prstDash val="solid"/>
            <a:round/>
            <a:headEnd type="none" w="sm" len="sm"/>
            <a:tailEnd type="none" w="sm" len="sm"/>
          </a:ln>
        </p:spPr>
      </p:pic>
      <p:sp>
        <p:nvSpPr>
          <p:cNvPr id="128" name="Google Shape;128;g36e7437085d_0_17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new database in Atlas </a:t>
            </a:r>
            <a:endParaRPr sz="2400" b="1" i="0" u="none" strike="noStrike" cap="none" dirty="0">
              <a:solidFill>
                <a:srgbClr val="11175E"/>
              </a:solidFill>
              <a:latin typeface="Arial"/>
              <a:ea typeface="Arial"/>
              <a:cs typeface="Arial"/>
              <a:sym typeface="Arial"/>
            </a:endParaRPr>
          </a:p>
        </p:txBody>
      </p:sp>
      <p:sp>
        <p:nvSpPr>
          <p:cNvPr id="129" name="Google Shape;129;g36e7437085d_0_174"/>
          <p:cNvSpPr txBox="1"/>
          <p:nvPr/>
        </p:nvSpPr>
        <p:spPr>
          <a:xfrm>
            <a:off x="247451" y="1433822"/>
            <a:ext cx="64866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Connect and setup connection security</a:t>
            </a:r>
            <a:endParaRPr sz="1800" b="1" i="0" u="none" strike="noStrike" cap="none" dirty="0">
              <a:solidFill>
                <a:srgbClr val="000000"/>
              </a:solidFill>
              <a:latin typeface="Arial"/>
              <a:ea typeface="Arial"/>
              <a:cs typeface="Arial"/>
              <a:sym typeface="Arial"/>
            </a:endParaRPr>
          </a:p>
        </p:txBody>
      </p:sp>
      <p:sp>
        <p:nvSpPr>
          <p:cNvPr id="130" name="Google Shape;130;g36e7437085d_0_174"/>
          <p:cNvSpPr txBox="1"/>
          <p:nvPr/>
        </p:nvSpPr>
        <p:spPr>
          <a:xfrm>
            <a:off x="252569" y="1859644"/>
            <a:ext cx="5843432" cy="87408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dirty="0">
                <a:solidFill>
                  <a:schemeClr val="dk1"/>
                </a:solidFill>
                <a:latin typeface="Arial"/>
                <a:ea typeface="Arial"/>
                <a:cs typeface="Arial"/>
                <a:sym typeface="Arial"/>
              </a:rPr>
              <a:t>Now that we create our database, we need to create a link for our application to connect to it.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131" name="Google Shape;131;g36e7437085d_0_174"/>
          <p:cNvPicPr preferRelativeResize="0"/>
          <p:nvPr/>
        </p:nvPicPr>
        <p:blipFill rotWithShape="1">
          <a:blip r:embed="rId4">
            <a:alphaModFix/>
          </a:blip>
          <a:srcRect/>
          <a:stretch/>
        </p:blipFill>
        <p:spPr>
          <a:xfrm>
            <a:off x="6484660" y="3677881"/>
            <a:ext cx="3092156" cy="308486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6e7437085d_0_190"/>
          <p:cNvSpPr txBox="1"/>
          <p:nvPr/>
        </p:nvSpPr>
        <p:spPr>
          <a:xfrm>
            <a:off x="117930" y="1804678"/>
            <a:ext cx="5941493" cy="24276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Select </a:t>
            </a:r>
            <a:r>
              <a:rPr lang="en-US" sz="1600" b="1" dirty="0">
                <a:solidFill>
                  <a:schemeClr val="tx1"/>
                </a:solidFill>
              </a:rPr>
              <a:t>N</a:t>
            </a:r>
            <a:r>
              <a:rPr lang="en-US" sz="1600" b="1" i="0" u="none" strike="noStrike" cap="none" dirty="0">
                <a:solidFill>
                  <a:schemeClr val="tx1"/>
                </a:solidFill>
                <a:latin typeface="Arial"/>
                <a:ea typeface="Arial"/>
                <a:cs typeface="Arial"/>
                <a:sym typeface="Arial"/>
              </a:rPr>
              <a:t>ode.js</a:t>
            </a:r>
            <a:r>
              <a:rPr lang="en-US" sz="1600" b="0"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as the Driver and copy the </a:t>
            </a:r>
            <a:r>
              <a:rPr lang="en-US" sz="1600" b="1" i="0" u="none" strike="noStrike" cap="none" dirty="0">
                <a:solidFill>
                  <a:srgbClr val="FF0000"/>
                </a:solidFill>
                <a:latin typeface="Arial"/>
                <a:ea typeface="Arial"/>
                <a:cs typeface="Arial"/>
                <a:sym typeface="Arial"/>
              </a:rPr>
              <a:t>USERNAME</a:t>
            </a:r>
            <a:r>
              <a:rPr lang="en-US" sz="1600" b="0" i="0" u="none" strike="noStrike" cap="none" dirty="0">
                <a:solidFill>
                  <a:schemeClr val="dk1"/>
                </a:solidFill>
                <a:latin typeface="Arial"/>
                <a:ea typeface="Arial"/>
                <a:cs typeface="Arial"/>
                <a:sym typeface="Arial"/>
              </a:rPr>
              <a:t>, </a:t>
            </a:r>
            <a:r>
              <a:rPr lang="en-US" sz="1600" b="1" i="0" u="none" strike="noStrike" cap="none" dirty="0">
                <a:solidFill>
                  <a:srgbClr val="FF0000"/>
                </a:solidFill>
                <a:latin typeface="Arial"/>
                <a:ea typeface="Arial"/>
                <a:cs typeface="Arial"/>
                <a:sym typeface="Arial"/>
              </a:rPr>
              <a:t>PASSWORD</a:t>
            </a:r>
            <a:r>
              <a:rPr lang="en-US" sz="1600" b="0" i="0" u="none" strike="noStrike" cap="none" dirty="0">
                <a:solidFill>
                  <a:schemeClr val="dk1"/>
                </a:solidFill>
                <a:latin typeface="Arial"/>
                <a:ea typeface="Arial"/>
                <a:cs typeface="Arial"/>
                <a:sym typeface="Arial"/>
              </a:rPr>
              <a:t>  and </a:t>
            </a:r>
            <a:r>
              <a:rPr lang="en-US" sz="1600" b="1" i="0" u="none" strike="noStrike" cap="none" dirty="0">
                <a:solidFill>
                  <a:srgbClr val="FF0000"/>
                </a:solidFill>
                <a:latin typeface="Arial"/>
                <a:ea typeface="Arial"/>
                <a:cs typeface="Arial"/>
                <a:sym typeface="Arial"/>
              </a:rPr>
              <a:t>CLUSTERADDRESS</a:t>
            </a:r>
            <a:r>
              <a:rPr lang="en-US" sz="1600" b="0" i="0" u="none" strike="noStrike" cap="none" dirty="0">
                <a:solidFill>
                  <a:schemeClr val="dk1"/>
                </a:solidFill>
                <a:latin typeface="Arial"/>
                <a:ea typeface="Arial"/>
                <a:cs typeface="Arial"/>
                <a:sym typeface="Arial"/>
              </a:rPr>
              <a:t> to a digital text file. </a:t>
            </a:r>
            <a:endParaRPr sz="1600" b="0" i="0" u="none" strike="noStrike" cap="none" dirty="0">
              <a:solidFill>
                <a:schemeClr val="dk1"/>
              </a:solidFill>
              <a:latin typeface="Arial"/>
              <a:ea typeface="Arial"/>
              <a:cs typeface="Arial"/>
              <a:sym typeface="Arial"/>
            </a:endParaRPr>
          </a:p>
          <a:p>
            <a:pPr marL="457200" lvl="0" indent="-330200" algn="l" rtl="0">
              <a:spcBef>
                <a:spcPts val="0"/>
              </a:spcBef>
              <a:spcAft>
                <a:spcPts val="0"/>
              </a:spcAft>
              <a:buClr>
                <a:schemeClr val="dk1"/>
              </a:buClr>
              <a:buSzPts val="1600"/>
              <a:buChar char="●"/>
            </a:pPr>
            <a:r>
              <a:rPr lang="en-US" sz="1600" dirty="0">
                <a:solidFill>
                  <a:schemeClr val="dk1"/>
                </a:solidFill>
              </a:rPr>
              <a:t>Ensure that username and password does not contain any special characters</a:t>
            </a:r>
            <a:endParaRPr sz="1600" dirty="0">
              <a:solidFill>
                <a:schemeClr val="dk1"/>
              </a:solidFil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Also copy the </a:t>
            </a:r>
            <a:r>
              <a:rPr lang="en-US" sz="1600" b="1" i="0" u="none" strike="noStrike" cap="none" dirty="0">
                <a:solidFill>
                  <a:schemeClr val="tx1"/>
                </a:solidFill>
                <a:latin typeface="Arial"/>
                <a:ea typeface="Arial"/>
                <a:cs typeface="Arial"/>
                <a:sym typeface="Arial"/>
              </a:rPr>
              <a:t>entire string </a:t>
            </a:r>
            <a:r>
              <a:rPr lang="en-US" sz="1600" b="0" i="0" u="none" strike="noStrike" cap="none" dirty="0">
                <a:solidFill>
                  <a:schemeClr val="dk1"/>
                </a:solidFill>
                <a:latin typeface="Arial"/>
                <a:ea typeface="Arial"/>
                <a:cs typeface="Arial"/>
                <a:sym typeface="Arial"/>
              </a:rPr>
              <a:t>for connecting to </a:t>
            </a:r>
            <a:r>
              <a:rPr lang="en-US" sz="1600" b="1" i="0" u="none" strike="noStrike" cap="none" dirty="0">
                <a:solidFill>
                  <a:schemeClr val="dk1"/>
                </a:solidFill>
                <a:latin typeface="Arial"/>
                <a:ea typeface="Arial"/>
                <a:cs typeface="Arial"/>
                <a:sym typeface="Arial"/>
              </a:rPr>
              <a:t>Compass</a:t>
            </a:r>
            <a:r>
              <a:rPr lang="en-US" sz="1600" b="0" i="0" u="none" strike="noStrike" cap="none" dirty="0">
                <a:solidFill>
                  <a:schemeClr val="dk1"/>
                </a:solidFill>
                <a:latin typeface="Arial"/>
                <a:ea typeface="Arial"/>
                <a:cs typeface="Arial"/>
                <a:sym typeface="Arial"/>
              </a:rPr>
              <a:t> App later.</a:t>
            </a:r>
            <a:endParaRPr sz="16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a:t>
            </a:r>
            <a:r>
              <a:rPr lang="en-US" sz="1600" b="1" i="0" u="none" strike="noStrike" cap="none" dirty="0">
                <a:solidFill>
                  <a:schemeClr val="dk1"/>
                </a:solidFill>
                <a:latin typeface="Arial"/>
                <a:ea typeface="Arial"/>
                <a:cs typeface="Arial"/>
                <a:sym typeface="Arial"/>
              </a:rPr>
              <a:t>Done</a:t>
            </a:r>
            <a:r>
              <a:rPr lang="en-US" sz="1600" b="0" i="0" u="none" strike="noStrike" cap="none" dirty="0">
                <a:solidFill>
                  <a:schemeClr val="dk1"/>
                </a:solidFill>
                <a:latin typeface="Arial"/>
                <a:ea typeface="Arial"/>
                <a:cs typeface="Arial"/>
                <a:sym typeface="Arial"/>
              </a:rPr>
              <a:t>.</a:t>
            </a:r>
            <a:endParaRPr sz="1600" b="0" i="0" u="none" strike="noStrike" cap="none" dirty="0">
              <a:solidFill>
                <a:schemeClr val="dk1"/>
              </a:solidFill>
              <a:latin typeface="Arial"/>
              <a:ea typeface="Arial"/>
              <a:cs typeface="Arial"/>
              <a:sym typeface="Arial"/>
            </a:endParaRPr>
          </a:p>
        </p:txBody>
      </p:sp>
      <p:pic>
        <p:nvPicPr>
          <p:cNvPr id="137" name="Google Shape;137;g36e7437085d_0_190"/>
          <p:cNvPicPr preferRelativeResize="0"/>
          <p:nvPr/>
        </p:nvPicPr>
        <p:blipFill rotWithShape="1">
          <a:blip r:embed="rId3">
            <a:alphaModFix/>
          </a:blip>
          <a:srcRect/>
          <a:stretch/>
        </p:blipFill>
        <p:spPr>
          <a:xfrm>
            <a:off x="6491699" y="1397246"/>
            <a:ext cx="5452850" cy="4883922"/>
          </a:xfrm>
          <a:prstGeom prst="rect">
            <a:avLst/>
          </a:prstGeom>
          <a:noFill/>
          <a:ln w="9525" cap="flat" cmpd="sng">
            <a:solidFill>
              <a:schemeClr val="accent1"/>
            </a:solidFill>
            <a:prstDash val="solid"/>
            <a:round/>
            <a:headEnd type="none" w="sm" len="sm"/>
            <a:tailEnd type="none" w="sm" len="sm"/>
          </a:ln>
        </p:spPr>
      </p:pic>
      <p:sp>
        <p:nvSpPr>
          <p:cNvPr id="138" name="Google Shape;138;g36e7437085d_0_190"/>
          <p:cNvSpPr txBox="1"/>
          <p:nvPr/>
        </p:nvSpPr>
        <p:spPr>
          <a:xfrm>
            <a:off x="231725" y="4707843"/>
            <a:ext cx="6156736" cy="1201625"/>
          </a:xfrm>
          <a:prstGeom prst="rect">
            <a:avLst/>
          </a:prstGeom>
          <a:solidFill>
            <a:srgbClr val="D5DBE5"/>
          </a:solidFill>
          <a:ln w="2540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b="1" i="0" u="none" strike="noStrike" cap="none" dirty="0">
                <a:solidFill>
                  <a:schemeClr val="dk1"/>
                </a:solidFill>
                <a:latin typeface="Arial"/>
                <a:ea typeface="Arial"/>
                <a:cs typeface="Arial"/>
                <a:sym typeface="Arial"/>
              </a:rPr>
              <a:t>Your connection string looks something like this. </a:t>
            </a:r>
            <a:br>
              <a:rPr lang="en-US" sz="1400" b="0" i="0" u="none" strike="noStrike" cap="none" dirty="0">
                <a:solidFill>
                  <a:schemeClr val="dk1"/>
                </a:solidFill>
                <a:latin typeface="Arial"/>
                <a:ea typeface="Arial"/>
                <a:cs typeface="Arial"/>
                <a:sym typeface="Arial"/>
              </a:rPr>
            </a:br>
            <a:r>
              <a:rPr lang="en-US" sz="14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mongodb+srv</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4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&lt;USERNAME&gt;:&lt;PASSWORD</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&gt;@</a:t>
            </a:r>
            <a:r>
              <a:rPr lang="en-US" sz="14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&lt;CLUSTERADDRESS&gt;</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retryWrites</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true&amp;w</a:t>
            </a: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=majority</a:t>
            </a:r>
            <a:br>
              <a:rPr lang="en-US" sz="1400" b="0" i="0" u="none" strike="noStrike" cap="none" dirty="0">
                <a:solidFill>
                  <a:schemeClr val="dk1"/>
                </a:solidFill>
                <a:latin typeface="Arial"/>
                <a:ea typeface="Arial"/>
                <a:cs typeface="Arial"/>
                <a:sym typeface="Arial"/>
              </a:rPr>
            </a:br>
            <a:br>
              <a:rPr lang="en-US" sz="1400" b="0" i="0" u="none" strike="noStrike" cap="none" dirty="0">
                <a:solidFill>
                  <a:schemeClr val="dk1"/>
                </a:solidFill>
                <a:latin typeface="Arial"/>
                <a:ea typeface="Arial"/>
                <a:cs typeface="Arial"/>
                <a:sym typeface="Arial"/>
              </a:rPr>
            </a:br>
            <a:r>
              <a:rPr lang="en-US" sz="1400" b="0" i="0" u="none" strike="noStrike" cap="none" dirty="0">
                <a:solidFill>
                  <a:schemeClr val="dk1"/>
                </a:solidFill>
                <a:latin typeface="Arial"/>
                <a:ea typeface="Arial"/>
                <a:cs typeface="Arial"/>
                <a:sym typeface="Arial"/>
              </a:rPr>
              <a:t>The words highlighted in </a:t>
            </a:r>
            <a:r>
              <a:rPr lang="en-US" sz="1400" b="1" i="0" u="none" strike="noStrike" cap="none" dirty="0">
                <a:solidFill>
                  <a:schemeClr val="dk1"/>
                </a:solidFill>
                <a:latin typeface="Arial"/>
                <a:ea typeface="Arial"/>
                <a:cs typeface="Arial"/>
                <a:sym typeface="Arial"/>
              </a:rPr>
              <a:t>red</a:t>
            </a:r>
            <a:r>
              <a:rPr lang="en-US" sz="1400" b="0" i="0" u="none" strike="noStrike" cap="none" dirty="0">
                <a:solidFill>
                  <a:schemeClr val="dk1"/>
                </a:solidFill>
                <a:latin typeface="Arial"/>
                <a:ea typeface="Arial"/>
                <a:cs typeface="Arial"/>
                <a:sym typeface="Arial"/>
              </a:rPr>
              <a:t> will change according to each user.</a:t>
            </a:r>
            <a:endParaRPr sz="1400" b="0" i="0" u="none" strike="noStrike" cap="none" dirty="0">
              <a:solidFill>
                <a:schemeClr val="dk1"/>
              </a:solidFill>
              <a:latin typeface="Arial"/>
              <a:ea typeface="Arial"/>
              <a:cs typeface="Arial"/>
              <a:sym typeface="Arial"/>
            </a:endParaRPr>
          </a:p>
        </p:txBody>
      </p:sp>
      <p:sp>
        <p:nvSpPr>
          <p:cNvPr id="139" name="Google Shape;139;g36e7437085d_0_19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new database in Atlas </a:t>
            </a:r>
            <a:endParaRPr sz="2400" b="1" i="0" u="none" strike="noStrike" cap="none" dirty="0">
              <a:solidFill>
                <a:srgbClr val="11175E"/>
              </a:solidFill>
              <a:latin typeface="Arial"/>
              <a:ea typeface="Arial"/>
              <a:cs typeface="Arial"/>
              <a:sym typeface="Arial"/>
            </a:endParaRPr>
          </a:p>
        </p:txBody>
      </p:sp>
      <p:sp>
        <p:nvSpPr>
          <p:cNvPr id="140" name="Google Shape;140;g36e7437085d_0_190"/>
          <p:cNvSpPr txBox="1"/>
          <p:nvPr/>
        </p:nvSpPr>
        <p:spPr>
          <a:xfrm>
            <a:off x="247451" y="1415534"/>
            <a:ext cx="648646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Choose a connection method</a:t>
            </a:r>
            <a:endParaRPr sz="1600" b="1"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6e7437085d_0_19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Connecting to MongoDB on Atlas</a:t>
            </a:r>
            <a:endParaRPr sz="2400" b="1" i="0" u="none" strike="noStrike" cap="none" dirty="0">
              <a:solidFill>
                <a:srgbClr val="11175E"/>
              </a:solidFill>
              <a:latin typeface="Arial"/>
              <a:ea typeface="Arial"/>
              <a:cs typeface="Arial"/>
              <a:sym typeface="Arial"/>
            </a:endParaRPr>
          </a:p>
        </p:txBody>
      </p:sp>
      <p:sp>
        <p:nvSpPr>
          <p:cNvPr id="147" name="Google Shape;147;g36e7437085d_0_198"/>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Create </a:t>
            </a:r>
            <a:r>
              <a:rPr lang="en-US" sz="1800" b="1" i="0" u="none" strike="noStrike" cap="none" dirty="0" err="1">
                <a:solidFill>
                  <a:srgbClr val="000000"/>
                </a:solidFill>
                <a:latin typeface="Consolas" panose="020B0609020204030204" pitchFamily="49" charset="0"/>
                <a:cs typeface="Consolas" panose="020B0609020204030204" pitchFamily="49" charset="0"/>
                <a:sym typeface="Arial"/>
              </a:rPr>
              <a:t>config.env</a:t>
            </a:r>
            <a:r>
              <a:rPr lang="en-US" sz="1800" b="1" i="0" u="none" strike="noStrike" cap="none" dirty="0">
                <a:solidFill>
                  <a:srgbClr val="000000"/>
                </a:solidFill>
                <a:latin typeface="Arial"/>
                <a:ea typeface="Arial"/>
                <a:cs typeface="Arial"/>
                <a:sym typeface="Arial"/>
              </a:rPr>
              <a:t> in VSC week10 example1 folder</a:t>
            </a:r>
            <a:endParaRPr sz="1800" b="1" i="0" u="none" strike="noStrike" cap="none" dirty="0">
              <a:solidFill>
                <a:srgbClr val="000000"/>
              </a:solidFill>
              <a:latin typeface="Arial"/>
              <a:ea typeface="Arial"/>
              <a:cs typeface="Arial"/>
              <a:sym typeface="Arial"/>
            </a:endParaRPr>
          </a:p>
        </p:txBody>
      </p:sp>
      <p:sp>
        <p:nvSpPr>
          <p:cNvPr id="148" name="Google Shape;148;g36e7437085d_0_198"/>
          <p:cNvSpPr txBox="1"/>
          <p:nvPr/>
        </p:nvSpPr>
        <p:spPr>
          <a:xfrm>
            <a:off x="252568" y="1859644"/>
            <a:ext cx="6921186" cy="228981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dirty="0">
                <a:solidFill>
                  <a:schemeClr val="dk1"/>
                </a:solidFill>
                <a:latin typeface="Arial"/>
                <a:ea typeface="Arial"/>
                <a:cs typeface="Arial"/>
                <a:sym typeface="Arial"/>
              </a:rPr>
              <a:t>Now that we have created the database and collection in </a:t>
            </a:r>
            <a:r>
              <a:rPr lang="en-US" sz="1600" b="1" i="0" u="none" strike="noStrike" cap="none" dirty="0">
                <a:solidFill>
                  <a:schemeClr val="dk1"/>
                </a:solidFill>
                <a:latin typeface="Arial"/>
                <a:ea typeface="Arial"/>
                <a:cs typeface="Arial"/>
                <a:sym typeface="Arial"/>
              </a:rPr>
              <a:t>Atlas</a:t>
            </a:r>
            <a:r>
              <a:rPr lang="en-US" sz="1600" b="0" i="0" u="none" strike="noStrike" cap="none" dirty="0">
                <a:solidFill>
                  <a:schemeClr val="dk1"/>
                </a:solidFill>
                <a:latin typeface="Arial"/>
                <a:ea typeface="Arial"/>
                <a:cs typeface="Arial"/>
                <a:sym typeface="Arial"/>
              </a:rPr>
              <a:t>, </a:t>
            </a:r>
            <a:br>
              <a:rPr lang="en-US" sz="16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we create a file in VSC to connect it to the week 10 database in </a:t>
            </a:r>
            <a:r>
              <a:rPr lang="en-US" sz="1600" b="1" i="0" u="none" strike="noStrike" cap="none" dirty="0">
                <a:solidFill>
                  <a:schemeClr val="dk1"/>
                </a:solidFill>
                <a:latin typeface="Arial"/>
                <a:ea typeface="Arial"/>
                <a:cs typeface="Arial"/>
                <a:sym typeface="Arial"/>
              </a:rPr>
              <a:t>Atlas</a:t>
            </a:r>
            <a:r>
              <a:rPr lang="en-US" sz="1600" b="0" i="0" u="none" strike="noStrike" cap="none" dirty="0">
                <a:solidFill>
                  <a:schemeClr val="dk1"/>
                </a:solidFill>
                <a:latin typeface="Arial"/>
                <a:ea typeface="Arial"/>
                <a:cs typeface="Arial"/>
                <a:sym typeface="Arial"/>
              </a:rPr>
              <a:t>. We will be using the resource folder </a:t>
            </a:r>
            <a:r>
              <a:rPr lang="en-US" sz="1600" b="1" i="0" u="none" strike="noStrike" cap="none" dirty="0">
                <a:solidFill>
                  <a:schemeClr val="tx1"/>
                </a:solidFill>
                <a:latin typeface="Consolas" panose="020B0609020204030204" pitchFamily="49" charset="0"/>
                <a:cs typeface="Consolas" panose="020B0609020204030204" pitchFamily="49" charset="0"/>
                <a:sym typeface="Arial"/>
              </a:rPr>
              <a:t>example1</a:t>
            </a:r>
          </a:p>
          <a:p>
            <a:pPr marL="0" marR="0" lvl="0" indent="0" algn="l" rtl="0">
              <a:lnSpc>
                <a:spcPct val="115000"/>
              </a:lnSpc>
              <a:spcBef>
                <a:spcPts val="0"/>
              </a:spcBef>
              <a:spcAft>
                <a:spcPts val="0"/>
              </a:spcAft>
              <a:buNone/>
            </a:pPr>
            <a:endParaRPr lang="en-US" sz="1600" b="1" i="0" u="none" strike="noStrike" cap="none" dirty="0">
              <a:solidFill>
                <a:schemeClr val="tx1"/>
              </a:solidFill>
              <a:latin typeface="Arial"/>
              <a:ea typeface="Arial"/>
              <a:cs typeface="Arial"/>
              <a:sym typeface="Arial"/>
            </a:endParaRPr>
          </a:p>
          <a:p>
            <a:pPr marL="285750" indent="-285750">
              <a:lnSpc>
                <a:spcPct val="115000"/>
              </a:lnSpc>
              <a:buFont typeface="Arial" panose="020B0604020202020204" pitchFamily="34" charset="0"/>
              <a:buChar char="•"/>
            </a:pPr>
            <a:r>
              <a:rPr lang="en-US" sz="1600" dirty="0">
                <a:solidFill>
                  <a:schemeClr val="tx1"/>
                </a:solidFill>
              </a:rPr>
              <a:t>Navigate to the </a:t>
            </a:r>
            <a:r>
              <a:rPr lang="en-US" sz="1600" b="1" dirty="0">
                <a:solidFill>
                  <a:schemeClr val="tx1"/>
                </a:solidFill>
                <a:latin typeface="Consolas" panose="020B0609020204030204" pitchFamily="49" charset="0"/>
                <a:cs typeface="Consolas" panose="020B0609020204030204" pitchFamily="49" charset="0"/>
              </a:rPr>
              <a:t>example1</a:t>
            </a:r>
            <a:r>
              <a:rPr lang="en-US" sz="1600" dirty="0">
                <a:solidFill>
                  <a:schemeClr val="tx1"/>
                </a:solidFill>
              </a:rPr>
              <a:t> folder in VSC, create a file named </a:t>
            </a:r>
            <a:r>
              <a:rPr lang="en-US" sz="1600" b="1" dirty="0" err="1">
                <a:solidFill>
                  <a:schemeClr val="tx1"/>
                </a:solidFill>
                <a:latin typeface="Consolas" panose="020B0609020204030204" pitchFamily="49" charset="0"/>
                <a:ea typeface="Roboto Mono"/>
                <a:cs typeface="Consolas" panose="020B0609020204030204" pitchFamily="49" charset="0"/>
                <a:sym typeface="Roboto Mono"/>
              </a:rPr>
              <a:t>config.env</a:t>
            </a:r>
            <a:r>
              <a:rPr lang="en-US" sz="1600" dirty="0">
                <a:solidFill>
                  <a:schemeClr val="tx1"/>
                </a:solidFill>
                <a:latin typeface="Consolas" panose="020B0609020204030204" pitchFamily="49" charset="0"/>
                <a:ea typeface="Roboto Mono"/>
                <a:cs typeface="Consolas" panose="020B0609020204030204" pitchFamily="49" charset="0"/>
                <a:sym typeface="Roboto Mono"/>
              </a:rPr>
              <a:t>.</a:t>
            </a:r>
          </a:p>
          <a:p>
            <a:pPr marL="0" marR="0" lvl="0" indent="0" algn="l" rtl="0">
              <a:lnSpc>
                <a:spcPct val="115000"/>
              </a:lnSpc>
              <a:spcBef>
                <a:spcPts val="0"/>
              </a:spcBef>
              <a:spcAft>
                <a:spcPts val="0"/>
              </a:spcAft>
              <a:buNone/>
            </a:pPr>
            <a:endParaRPr sz="1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149" name="Google Shape;149;g36e7437085d_0_198"/>
          <p:cNvPicPr preferRelativeResize="0"/>
          <p:nvPr/>
        </p:nvPicPr>
        <p:blipFill rotWithShape="1">
          <a:blip r:embed="rId3">
            <a:alphaModFix/>
          </a:blip>
          <a:srcRect/>
          <a:stretch/>
        </p:blipFill>
        <p:spPr>
          <a:xfrm>
            <a:off x="7534988" y="1665288"/>
            <a:ext cx="3118663" cy="3584934"/>
          </a:xfrm>
          <a:prstGeom prst="rect">
            <a:avLst/>
          </a:prstGeom>
          <a:noFill/>
          <a:ln>
            <a:noFill/>
          </a:ln>
        </p:spPr>
      </p:pic>
      <p:sp>
        <p:nvSpPr>
          <p:cNvPr id="150" name="Google Shape;150;g36e7437085d_0_198"/>
          <p:cNvSpPr/>
          <p:nvPr/>
        </p:nvSpPr>
        <p:spPr>
          <a:xfrm rot="10800000">
            <a:off x="9394243" y="3772387"/>
            <a:ext cx="395021" cy="365760"/>
          </a:xfrm>
          <a:prstGeom prst="rightArrow">
            <a:avLst>
              <a:gd name="adj1" fmla="val 50000"/>
              <a:gd name="adj2" fmla="val 50000"/>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a:t>
            </a:r>
            <a:r>
              <a:rPr lang="en-US" sz="2400" b="1" dirty="0" err="1">
                <a:solidFill>
                  <a:schemeClr val="dk1"/>
                </a:solidFill>
                <a:latin typeface="Consolas" panose="020B0609020204030204" pitchFamily="49" charset="0"/>
                <a:cs typeface="Consolas" panose="020B0609020204030204" pitchFamily="49" charset="0"/>
              </a:rPr>
              <a:t>config.env</a:t>
            </a:r>
            <a:r>
              <a:rPr lang="en-US" sz="2400" b="1" dirty="0">
                <a:solidFill>
                  <a:schemeClr val="dk1"/>
                </a:solidFill>
                <a:latin typeface="Consolas" panose="020B0609020204030204" pitchFamily="49" charset="0"/>
                <a:cs typeface="Consolas" panose="020B0609020204030204" pitchFamily="49" charset="0"/>
              </a:rPr>
              <a:t> </a:t>
            </a:r>
            <a:r>
              <a:rPr lang="en-US" sz="2400" b="1" i="0" u="none" strike="noStrike" cap="none" dirty="0">
                <a:solidFill>
                  <a:srgbClr val="11175E"/>
                </a:solidFill>
                <a:latin typeface="Arial"/>
                <a:ea typeface="Arial"/>
                <a:cs typeface="Arial"/>
                <a:sym typeface="Arial"/>
              </a:rPr>
              <a:t>in VSC</a:t>
            </a:r>
            <a:endParaRPr sz="2400" b="1" i="0" u="none" strike="noStrike" cap="none" dirty="0">
              <a:solidFill>
                <a:srgbClr val="11175E"/>
              </a:solidFill>
              <a:latin typeface="Arial"/>
              <a:ea typeface="Arial"/>
              <a:cs typeface="Arial"/>
              <a:sym typeface="Arial"/>
            </a:endParaRPr>
          </a:p>
        </p:txBody>
      </p:sp>
      <p:sp>
        <p:nvSpPr>
          <p:cNvPr id="156" name="Google Shape;156;p5"/>
          <p:cNvSpPr txBox="1"/>
          <p:nvPr/>
        </p:nvSpPr>
        <p:spPr>
          <a:xfrm>
            <a:off x="334729" y="2754116"/>
            <a:ext cx="11522541" cy="3278244"/>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dirty="0">
                <a:solidFill>
                  <a:schemeClr val="dk1"/>
                </a:solidFill>
                <a:latin typeface="Arial"/>
                <a:ea typeface="Arial"/>
                <a:cs typeface="Arial"/>
                <a:sym typeface="Arial"/>
              </a:rPr>
              <a:t>Copy these lines</a:t>
            </a:r>
            <a:endParaRPr sz="1600" dirty="0"/>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dirty="0">
                <a:solidFill>
                  <a:schemeClr val="dk1"/>
                </a:solidFill>
                <a:latin typeface="Arial"/>
                <a:ea typeface="Arial"/>
                <a:cs typeface="Arial"/>
                <a:sym typeface="Arial"/>
              </a:rPr>
              <a:t>Replace &lt;</a:t>
            </a:r>
            <a:r>
              <a:rPr lang="en-US" sz="1800" b="0" i="0" u="none" strike="noStrike" cap="none" dirty="0">
                <a:solidFill>
                  <a:schemeClr val="dk1"/>
                </a:solidFill>
                <a:latin typeface="Consolas" panose="020B0609020204030204" pitchFamily="49" charset="0"/>
                <a:cs typeface="Consolas" panose="020B0609020204030204" pitchFamily="49" charset="0"/>
                <a:sym typeface="Arial"/>
              </a:rPr>
              <a:t>USERNAME</a:t>
            </a:r>
            <a:r>
              <a:rPr lang="en-US" sz="1800" b="0" i="0" u="none" strike="noStrike" cap="none" dirty="0">
                <a:solidFill>
                  <a:schemeClr val="dk1"/>
                </a:solidFill>
                <a:latin typeface="Arial"/>
                <a:ea typeface="Arial"/>
                <a:cs typeface="Arial"/>
                <a:sym typeface="Arial"/>
              </a:rPr>
              <a:t>&gt; with your </a:t>
            </a:r>
            <a:r>
              <a:rPr lang="en-US" sz="1800" b="0" i="0" u="none" strike="noStrike" cap="none" dirty="0" err="1">
                <a:solidFill>
                  <a:schemeClr val="dk1"/>
                </a:solidFill>
                <a:latin typeface="Arial"/>
                <a:ea typeface="Arial"/>
                <a:cs typeface="Arial"/>
                <a:sym typeface="Arial"/>
              </a:rPr>
              <a:t>mogodb</a:t>
            </a:r>
            <a:r>
              <a:rPr lang="en-US" sz="1800" b="0" i="0" u="none" strike="noStrike" cap="none" dirty="0">
                <a:solidFill>
                  <a:schemeClr val="dk1"/>
                </a:solidFill>
                <a:latin typeface="Arial"/>
                <a:ea typeface="Arial"/>
                <a:cs typeface="Arial"/>
                <a:sym typeface="Arial"/>
              </a:rPr>
              <a:t> username and the &lt;</a:t>
            </a:r>
            <a:r>
              <a:rPr lang="en-US" sz="1800" b="0" i="0" u="none" strike="noStrike" cap="none" dirty="0">
                <a:solidFill>
                  <a:schemeClr val="dk1"/>
                </a:solidFill>
                <a:latin typeface="Consolas" panose="020B0609020204030204" pitchFamily="49" charset="0"/>
                <a:cs typeface="Consolas" panose="020B0609020204030204" pitchFamily="49" charset="0"/>
                <a:sym typeface="Arial"/>
              </a:rPr>
              <a:t>PASSWORD</a:t>
            </a:r>
            <a:r>
              <a:rPr lang="en-US" sz="1800" b="0" i="0" u="none" strike="noStrike" cap="none" dirty="0">
                <a:solidFill>
                  <a:schemeClr val="dk1"/>
                </a:solidFill>
                <a:latin typeface="Arial"/>
                <a:ea typeface="Arial"/>
                <a:cs typeface="Arial"/>
                <a:sym typeface="Arial"/>
              </a:rPr>
              <a:t>&gt; to your actual password.</a:t>
            </a:r>
            <a:endParaRPr sz="18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dirty="0">
                <a:solidFill>
                  <a:schemeClr val="dk1"/>
                </a:solidFill>
                <a:latin typeface="Arial"/>
                <a:ea typeface="Arial"/>
                <a:cs typeface="Arial"/>
                <a:sym typeface="Arial"/>
              </a:rPr>
              <a:t>Replace the &lt;</a:t>
            </a:r>
            <a:r>
              <a:rPr lang="en-US" sz="1800" b="0" i="0" u="none" strike="noStrike" cap="none" dirty="0">
                <a:solidFill>
                  <a:schemeClr val="dk1"/>
                </a:solidFill>
                <a:latin typeface="Consolas" panose="020B0609020204030204" pitchFamily="49" charset="0"/>
                <a:cs typeface="Consolas" panose="020B0609020204030204" pitchFamily="49" charset="0"/>
                <a:sym typeface="Arial"/>
              </a:rPr>
              <a:t>CLUSTERADDRESS</a:t>
            </a:r>
            <a:r>
              <a:rPr lang="en-US" sz="1800" b="0" i="0" u="none" strike="noStrike" cap="none" dirty="0">
                <a:solidFill>
                  <a:schemeClr val="dk1"/>
                </a:solidFill>
                <a:latin typeface="Arial"/>
                <a:ea typeface="Arial"/>
                <a:cs typeface="Arial"/>
                <a:sym typeface="Arial"/>
              </a:rPr>
              <a:t>&gt; with your own from the connection string</a:t>
            </a:r>
            <a:endParaRPr sz="1600" dirty="0"/>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dirty="0">
                <a:solidFill>
                  <a:schemeClr val="dk1"/>
                </a:solidFill>
                <a:latin typeface="Arial"/>
                <a:ea typeface="Arial"/>
                <a:cs typeface="Arial"/>
                <a:sym typeface="Arial"/>
              </a:rPr>
              <a:t>Replace &lt;</a:t>
            </a:r>
            <a:r>
              <a:rPr lang="en-US" sz="1800" b="0" i="0" u="none" strike="noStrike" cap="none" dirty="0">
                <a:solidFill>
                  <a:schemeClr val="dk1"/>
                </a:solidFill>
                <a:latin typeface="Consolas" panose="020B0609020204030204" pitchFamily="49" charset="0"/>
                <a:cs typeface="Consolas" panose="020B0609020204030204" pitchFamily="49" charset="0"/>
                <a:sym typeface="Arial"/>
              </a:rPr>
              <a:t>DBNAME</a:t>
            </a:r>
            <a:r>
              <a:rPr lang="en-US" sz="1800" b="0" i="0" u="none" strike="noStrike" cap="none" dirty="0">
                <a:solidFill>
                  <a:schemeClr val="dk1"/>
                </a:solidFill>
                <a:latin typeface="Arial"/>
                <a:ea typeface="Arial"/>
                <a:cs typeface="Arial"/>
                <a:sym typeface="Arial"/>
              </a:rPr>
              <a:t>&gt; as </a:t>
            </a:r>
            <a:r>
              <a:rPr lang="en-US" sz="1800" b="1" i="0" u="none" strike="noStrike" cap="none" dirty="0">
                <a:solidFill>
                  <a:schemeClr val="tx1"/>
                </a:solidFill>
                <a:latin typeface="Consolas" panose="020B0609020204030204" pitchFamily="49" charset="0"/>
                <a:cs typeface="Consolas" panose="020B0609020204030204" pitchFamily="49" charset="0"/>
                <a:sym typeface="Arial"/>
              </a:rPr>
              <a:t>week10</a:t>
            </a:r>
            <a:endParaRPr sz="1800" b="1" i="0" u="none" strike="noStrike" cap="none" dirty="0">
              <a:solidFill>
                <a:schemeClr val="tx1"/>
              </a:solidFill>
              <a:latin typeface="Consolas" panose="020B0609020204030204" pitchFamily="49" charset="0"/>
              <a:cs typeface="Consolas" panose="020B0609020204030204" pitchFamily="49" charset="0"/>
              <a:sym typeface="Arial"/>
            </a:endParaRPr>
          </a:p>
          <a:p>
            <a:pPr marL="457200" marR="0" lvl="0" indent="0" algn="l" rtl="0">
              <a:lnSpc>
                <a:spcPct val="100000"/>
              </a:lnSpc>
              <a:spcBef>
                <a:spcPts val="0"/>
              </a:spcBef>
              <a:spcAft>
                <a:spcPts val="0"/>
              </a:spcAft>
              <a:buClr>
                <a:srgbClr val="000000"/>
              </a:buClr>
              <a:buSzPts val="1600"/>
              <a:buFont typeface="Arial"/>
              <a:buNone/>
            </a:pPr>
            <a:endParaRPr sz="1800" b="0" i="0" u="none" strike="noStrike" cap="none" dirty="0">
              <a:solidFill>
                <a:schemeClr val="dk1"/>
              </a:solidFill>
              <a:latin typeface="Arial"/>
              <a:ea typeface="Arial"/>
              <a:cs typeface="Arial"/>
              <a:sym typeface="Arial"/>
            </a:endParaRPr>
          </a:p>
        </p:txBody>
      </p:sp>
      <p:sp>
        <p:nvSpPr>
          <p:cNvPr id="157" name="Google Shape;157;p5"/>
          <p:cNvSpPr txBox="1"/>
          <p:nvPr/>
        </p:nvSpPr>
        <p:spPr>
          <a:xfrm>
            <a:off x="349791" y="1834644"/>
            <a:ext cx="11554034" cy="851406"/>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DB=</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mongodb+srv</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://&lt;USERNAME&gt;:&lt;PASSWORD&gt;@&lt;CLUSTERADDRESS&gt;/&lt;DBNAME&gt;?</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retryWrites</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true&amp;w</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=majority</a:t>
            </a:r>
            <a:endParaRPr sz="2800" b="0" i="0" u="none" strike="noStrike" cap="none" dirty="0">
              <a:solidFill>
                <a:srgbClr val="FF0000"/>
              </a:solidFill>
              <a:latin typeface="Arial"/>
              <a:ea typeface="Arial"/>
              <a:cs typeface="Arial"/>
              <a:sym typeface="Arial"/>
            </a:endParaRPr>
          </a:p>
        </p:txBody>
      </p:sp>
      <p:sp>
        <p:nvSpPr>
          <p:cNvPr id="158" name="Google Shape;158;p5"/>
          <p:cNvSpPr txBox="1"/>
          <p:nvPr/>
        </p:nvSpPr>
        <p:spPr>
          <a:xfrm>
            <a:off x="349791" y="4333464"/>
            <a:ext cx="11507479" cy="856374"/>
          </a:xfrm>
          <a:prstGeom prst="rect">
            <a:avLst/>
          </a:prstGeom>
          <a:solidFill>
            <a:srgbClr val="D5DBE5"/>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Example</a:t>
            </a:r>
            <a:endParaRPr sz="16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DB=</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mongodb+srv</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6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johntan:12345</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6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waddev.rlo3gjq.mongodb.net</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600" u="none" strike="noStrike" cap="none" dirty="0">
                <a:solidFill>
                  <a:srgbClr val="FF0000"/>
                </a:solidFill>
                <a:latin typeface="Consolas" panose="020B0609020204030204" pitchFamily="49" charset="0"/>
                <a:ea typeface="Roboto Mono"/>
                <a:cs typeface="Consolas" panose="020B0609020204030204" pitchFamily="49" charset="0"/>
                <a:sym typeface="Roboto Mono"/>
              </a:rPr>
              <a:t>week10</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?retryWrites=</a:t>
            </a:r>
            <a:r>
              <a:rPr lang="en-US" sz="16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true&amp;w</a:t>
            </a:r>
            <a:r>
              <a:rPr lang="en-US" sz="16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=majority</a:t>
            </a:r>
            <a:endParaRPr dirty="0"/>
          </a:p>
          <a:p>
            <a:pPr marL="0" marR="0" lvl="0" indent="0" algn="l" rtl="0">
              <a:lnSpc>
                <a:spcPct val="100000"/>
              </a:lnSpc>
              <a:spcBef>
                <a:spcPts val="0"/>
              </a:spcBef>
              <a:spcAft>
                <a:spcPts val="0"/>
              </a:spcAft>
              <a:buClr>
                <a:schemeClr val="dk1"/>
              </a:buClr>
              <a:buSzPts val="1100"/>
              <a:buFont typeface="Arial"/>
              <a:buNone/>
            </a:pPr>
            <a:endParaRPr sz="16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159" name="Google Shape;159;p5"/>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Copy these line into </a:t>
            </a:r>
            <a:r>
              <a:rPr lang="en-US" sz="1800" b="1" dirty="0" err="1">
                <a:solidFill>
                  <a:schemeClr val="dk1"/>
                </a:solidFill>
                <a:latin typeface="Consolas" panose="020B0609020204030204" pitchFamily="49" charset="0"/>
                <a:cs typeface="Consolas" panose="020B0609020204030204" pitchFamily="49" charset="0"/>
              </a:rPr>
              <a:t>config</a:t>
            </a:r>
            <a:r>
              <a:rPr lang="en-US" sz="1800" b="1" i="0" u="none" strike="noStrike" cap="none" dirty="0" err="1">
                <a:solidFill>
                  <a:srgbClr val="000000"/>
                </a:solidFill>
                <a:latin typeface="Arial"/>
                <a:ea typeface="Arial"/>
                <a:cs typeface="Arial"/>
                <a:sym typeface="Arial"/>
              </a:rPr>
              <a:t>.</a:t>
            </a:r>
            <a:r>
              <a:rPr lang="en-US" sz="1800" b="1" dirty="0" err="1">
                <a:solidFill>
                  <a:schemeClr val="dk1"/>
                </a:solidFill>
                <a:latin typeface="Consolas" panose="020B0609020204030204" pitchFamily="49" charset="0"/>
                <a:cs typeface="Consolas" panose="020B0609020204030204" pitchFamily="49" charset="0"/>
              </a:rPr>
              <a:t>env</a:t>
            </a:r>
            <a:endParaRPr sz="1800" b="1" dirty="0">
              <a:solidFill>
                <a:schemeClr val="dk1"/>
              </a:solidFill>
              <a:latin typeface="Consolas" panose="020B0609020204030204" pitchFamily="49" charset="0"/>
              <a:cs typeface="Consolas" panose="020B06090202040302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Example 1: Database connection string</a:t>
            </a:r>
            <a:endParaRPr sz="2400" b="1" i="0" u="none" strike="noStrike" cap="none">
              <a:solidFill>
                <a:srgbClr val="11175E"/>
              </a:solidFill>
              <a:latin typeface="Arial"/>
              <a:ea typeface="Arial"/>
              <a:cs typeface="Arial"/>
              <a:sym typeface="Arial"/>
            </a:endParaRPr>
          </a:p>
        </p:txBody>
      </p:sp>
      <p:sp>
        <p:nvSpPr>
          <p:cNvPr id="165" name="Google Shape;165;p18"/>
          <p:cNvSpPr txBox="1"/>
          <p:nvPr/>
        </p:nvSpPr>
        <p:spPr>
          <a:xfrm>
            <a:off x="231725" y="1510792"/>
            <a:ext cx="11672100" cy="4398087"/>
          </a:xfrm>
          <a:prstGeom prst="rect">
            <a:avLst/>
          </a:prstGeom>
          <a:noFill/>
          <a:ln>
            <a:noFill/>
          </a:ln>
        </p:spPr>
        <p:txBody>
          <a:bodyPr spcFirstLastPara="1" wrap="square" lIns="91425" tIns="45700" rIns="91425" bIns="45700" anchor="t" anchorCtr="0">
            <a:spAutoFit/>
          </a:bodyPr>
          <a:lstStyle/>
          <a:p>
            <a:pPr>
              <a:lnSpc>
                <a:spcPct val="115000"/>
              </a:lnSpc>
              <a:buSzPts val="2300"/>
            </a:pPr>
            <a:r>
              <a:rPr lang="en-US" sz="1800" b="1" dirty="0">
                <a:solidFill>
                  <a:schemeClr val="dk1"/>
                </a:solidFill>
              </a:rPr>
              <a:t>What are the parameters after database name?</a:t>
            </a:r>
          </a:p>
          <a:p>
            <a:pPr>
              <a:lnSpc>
                <a:spcPct val="115000"/>
              </a:lnSpc>
              <a:buSzPts val="2300"/>
            </a:pPr>
            <a:endParaRPr lang="en-US" sz="1600" dirty="0"/>
          </a:p>
          <a:p>
            <a:pPr marL="285750" marR="0" lvl="0" indent="-285750" algn="l" rtl="0">
              <a:lnSpc>
                <a:spcPct val="115000"/>
              </a:lnSpc>
              <a:spcBef>
                <a:spcPts val="0"/>
              </a:spcBef>
              <a:spcAft>
                <a:spcPts val="0"/>
              </a:spcAft>
              <a:buClr>
                <a:srgbClr val="000000"/>
              </a:buClr>
              <a:buSzPts val="2300"/>
              <a:buFont typeface="Arial"/>
              <a:buChar char="•"/>
            </a:pPr>
            <a:r>
              <a:rPr lang="en-US" sz="1800" b="1" dirty="0" err="1">
                <a:solidFill>
                  <a:schemeClr val="dk1"/>
                </a:solidFill>
                <a:latin typeface="Consolas" panose="020B0609020204030204" pitchFamily="49" charset="0"/>
                <a:cs typeface="Consolas" panose="020B0609020204030204" pitchFamily="49" charset="0"/>
              </a:rPr>
              <a:t>retryWrites</a:t>
            </a:r>
            <a:r>
              <a:rPr lang="en-US" sz="1800" b="1" dirty="0">
                <a:solidFill>
                  <a:schemeClr val="dk1"/>
                </a:solidFill>
                <a:latin typeface="Consolas" panose="020B0609020204030204" pitchFamily="49" charset="0"/>
                <a:cs typeface="Consolas" panose="020B0609020204030204" pitchFamily="49" charset="0"/>
              </a:rPr>
              <a:t>=true</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Purpose</a:t>
            </a:r>
            <a:r>
              <a:rPr lang="en-US" sz="1600" b="0" i="0" u="none" strike="noStrike" cap="none" dirty="0">
                <a:solidFill>
                  <a:schemeClr val="dk1"/>
                </a:solidFill>
                <a:latin typeface="Arial"/>
                <a:ea typeface="Arial"/>
                <a:cs typeface="Arial"/>
                <a:sym typeface="Arial"/>
              </a:rPr>
              <a:t>: Enables </a:t>
            </a:r>
            <a:r>
              <a:rPr lang="en-US" sz="1600" b="1" i="0" u="none" strike="noStrike" cap="none" dirty="0" err="1">
                <a:solidFill>
                  <a:schemeClr val="dk1"/>
                </a:solidFill>
                <a:latin typeface="Arial"/>
                <a:ea typeface="Arial"/>
                <a:cs typeface="Arial"/>
                <a:sym typeface="Arial"/>
              </a:rPr>
              <a:t>retryable</a:t>
            </a:r>
            <a:r>
              <a:rPr lang="en-US" sz="1600" b="1" i="0" u="none" strike="noStrike" cap="none" dirty="0">
                <a:solidFill>
                  <a:schemeClr val="dk1"/>
                </a:solidFill>
                <a:latin typeface="Arial"/>
                <a:ea typeface="Arial"/>
                <a:cs typeface="Arial"/>
                <a:sym typeface="Arial"/>
              </a:rPr>
              <a:t> writes</a:t>
            </a:r>
            <a:r>
              <a:rPr lang="en-US" sz="1600" b="0" i="0" u="none" strike="noStrike" cap="none" dirty="0">
                <a:solidFill>
                  <a:schemeClr val="dk1"/>
                </a:solidFill>
                <a:latin typeface="Arial"/>
                <a:ea typeface="Arial"/>
                <a:cs typeface="Arial"/>
                <a:sym typeface="Arial"/>
              </a:rPr>
              <a:t>.</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What it does</a:t>
            </a:r>
            <a:r>
              <a:rPr lang="en-US" sz="1600" b="0" i="0" u="none" strike="noStrike" cap="none" dirty="0">
                <a:solidFill>
                  <a:schemeClr val="dk1"/>
                </a:solidFill>
                <a:latin typeface="Arial"/>
                <a:ea typeface="Arial"/>
                <a:cs typeface="Arial"/>
                <a:sym typeface="Arial"/>
              </a:rPr>
              <a:t>: If a network error or transient issue occurs during a write operation (like </a:t>
            </a:r>
            <a:r>
              <a:rPr lang="en-US" sz="1600" b="1" dirty="0">
                <a:solidFill>
                  <a:schemeClr val="dk1"/>
                </a:solidFill>
                <a:latin typeface="Consolas" panose="020B0609020204030204" pitchFamily="49" charset="0"/>
                <a:cs typeface="Consolas" panose="020B0609020204030204" pitchFamily="49" charset="0"/>
              </a:rPr>
              <a:t>insert</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update</a:t>
            </a:r>
            <a:r>
              <a:rPr lang="en-US" sz="1600" b="0" i="0" u="none" strike="noStrike" cap="none" dirty="0">
                <a:solidFill>
                  <a:schemeClr val="dk1"/>
                </a:solidFill>
                <a:latin typeface="Arial"/>
                <a:ea typeface="Arial"/>
                <a:cs typeface="Arial"/>
                <a:sym typeface="Arial"/>
              </a:rPr>
              <a:t>, or </a:t>
            </a:r>
            <a:r>
              <a:rPr lang="en-US" sz="1600" b="1" dirty="0">
                <a:solidFill>
                  <a:schemeClr val="dk1"/>
                </a:solidFill>
                <a:latin typeface="Consolas" panose="020B0609020204030204" pitchFamily="49" charset="0"/>
                <a:cs typeface="Consolas" panose="020B0609020204030204" pitchFamily="49" charset="0"/>
              </a:rPr>
              <a:t>delete</a:t>
            </a:r>
            <a:r>
              <a:rPr lang="en-US" sz="1600" b="0" i="0" u="none" strike="noStrike" cap="none" dirty="0">
                <a:solidFill>
                  <a:schemeClr val="dk1"/>
                </a:solidFill>
                <a:latin typeface="Arial"/>
                <a:ea typeface="Arial"/>
                <a:cs typeface="Arial"/>
                <a:sym typeface="Arial"/>
              </a:rPr>
              <a:t>), MongoDB will </a:t>
            </a:r>
            <a:r>
              <a:rPr lang="en-US" sz="1600" b="1" i="0" u="none" strike="noStrike" cap="none" dirty="0">
                <a:solidFill>
                  <a:schemeClr val="dk1"/>
                </a:solidFill>
                <a:latin typeface="Arial"/>
                <a:ea typeface="Arial"/>
                <a:cs typeface="Arial"/>
                <a:sym typeface="Arial"/>
              </a:rPr>
              <a:t>automatically retry </a:t>
            </a:r>
            <a:r>
              <a:rPr lang="en-US" sz="1600" b="0" i="0" u="none" strike="noStrike" cap="none" dirty="0">
                <a:solidFill>
                  <a:schemeClr val="dk1"/>
                </a:solidFill>
                <a:latin typeface="Arial"/>
                <a:ea typeface="Arial"/>
                <a:cs typeface="Arial"/>
                <a:sym typeface="Arial"/>
              </a:rPr>
              <a:t>the operation once.</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Default: </a:t>
            </a:r>
            <a:r>
              <a:rPr lang="en-US" sz="1600" b="1" dirty="0">
                <a:solidFill>
                  <a:schemeClr val="dk1"/>
                </a:solidFill>
                <a:latin typeface="Consolas" panose="020B0609020204030204" pitchFamily="49" charset="0"/>
                <a:cs typeface="Consolas" panose="020B0609020204030204" pitchFamily="49" charset="0"/>
              </a:rPr>
              <a:t>true</a:t>
            </a:r>
            <a:r>
              <a:rPr lang="en-US" sz="1600" b="0" i="0" u="none" strike="noStrike" cap="none" dirty="0">
                <a:solidFill>
                  <a:schemeClr val="dk1"/>
                </a:solidFill>
                <a:latin typeface="Arial"/>
                <a:ea typeface="Arial"/>
                <a:cs typeface="Arial"/>
                <a:sym typeface="Arial"/>
              </a:rPr>
              <a:t> is usually safe and recommended for most applications.</a:t>
            </a:r>
            <a:endParaRPr sz="1600" dirty="0"/>
          </a:p>
          <a:p>
            <a:pPr marL="285750" marR="0" lvl="0" indent="-285750" algn="l" rtl="0">
              <a:lnSpc>
                <a:spcPct val="115000"/>
              </a:lnSpc>
              <a:spcBef>
                <a:spcPts val="2400"/>
              </a:spcBef>
              <a:spcAft>
                <a:spcPts val="0"/>
              </a:spcAft>
              <a:buClr>
                <a:srgbClr val="000000"/>
              </a:buClr>
              <a:buSzPts val="2300"/>
              <a:buFont typeface="Arial"/>
              <a:buChar char="•"/>
            </a:pPr>
            <a:r>
              <a:rPr lang="en-US" sz="1800" b="1" dirty="0">
                <a:solidFill>
                  <a:schemeClr val="dk1"/>
                </a:solidFill>
                <a:latin typeface="Consolas" panose="020B0609020204030204" pitchFamily="49" charset="0"/>
                <a:cs typeface="Consolas" panose="020B0609020204030204" pitchFamily="49" charset="0"/>
              </a:rPr>
              <a:t>w=majority</a:t>
            </a:r>
            <a:br>
              <a:rPr lang="en-US" sz="1600" b="0" i="0" u="none" strike="noStrike" cap="none" dirty="0">
                <a:solidFill>
                  <a:srgbClr val="C00000"/>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Purpose: </a:t>
            </a:r>
            <a:r>
              <a:rPr lang="en-US" sz="1600" b="0" i="0" u="none" strike="noStrike" cap="none" dirty="0">
                <a:solidFill>
                  <a:schemeClr val="dk1"/>
                </a:solidFill>
                <a:latin typeface="Arial"/>
                <a:ea typeface="Arial"/>
                <a:cs typeface="Arial"/>
                <a:sym typeface="Arial"/>
              </a:rPr>
              <a:t>Sets the </a:t>
            </a:r>
            <a:r>
              <a:rPr lang="en-US" sz="1600" b="1" i="0" u="none" strike="noStrike" cap="none" dirty="0">
                <a:solidFill>
                  <a:schemeClr val="dk1"/>
                </a:solidFill>
                <a:latin typeface="Arial"/>
                <a:ea typeface="Arial"/>
                <a:cs typeface="Arial"/>
                <a:sym typeface="Arial"/>
              </a:rPr>
              <a:t>write concern level</a:t>
            </a:r>
            <a:r>
              <a:rPr lang="en-US" sz="1600" b="0" i="0" u="none" strike="noStrike" cap="none" dirty="0">
                <a:solidFill>
                  <a:schemeClr val="dk1"/>
                </a:solidFill>
                <a:latin typeface="Arial"/>
                <a:ea typeface="Arial"/>
                <a:cs typeface="Arial"/>
                <a:sym typeface="Arial"/>
              </a:rPr>
              <a:t>.</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What it means</a:t>
            </a:r>
            <a:r>
              <a:rPr lang="en-US" sz="1600" b="0" i="0" u="none" strike="noStrike" cap="none" dirty="0">
                <a:solidFill>
                  <a:schemeClr val="dk1"/>
                </a:solidFill>
                <a:latin typeface="Arial"/>
                <a:ea typeface="Arial"/>
                <a:cs typeface="Arial"/>
                <a:sym typeface="Arial"/>
              </a:rPr>
              <a:t>: The write must be </a:t>
            </a:r>
            <a:r>
              <a:rPr lang="en-US" sz="1600" b="1" i="0" u="none" strike="noStrike" cap="none" dirty="0">
                <a:solidFill>
                  <a:schemeClr val="dk1"/>
                </a:solidFill>
                <a:latin typeface="Arial"/>
                <a:ea typeface="Arial"/>
                <a:cs typeface="Arial"/>
                <a:sym typeface="Arial"/>
              </a:rPr>
              <a:t>acknowledged by the majority of replica set members</a:t>
            </a:r>
            <a:r>
              <a:rPr lang="en-US" sz="1600" b="0" i="0" u="none" strike="noStrike" cap="none" dirty="0">
                <a:solidFill>
                  <a:schemeClr val="dk1"/>
                </a:solidFill>
                <a:latin typeface="Arial"/>
                <a:ea typeface="Arial"/>
                <a:cs typeface="Arial"/>
                <a:sym typeface="Arial"/>
              </a:rPr>
              <a:t> before it's considered successful.</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Why it's used</a:t>
            </a:r>
            <a:r>
              <a:rPr lang="en-US" sz="1600" b="0" i="0" u="none" strike="noStrike" cap="none" dirty="0">
                <a:solidFill>
                  <a:schemeClr val="dk1"/>
                </a:solidFill>
                <a:latin typeface="Arial"/>
                <a:ea typeface="Arial"/>
                <a:cs typeface="Arial"/>
                <a:sym typeface="Arial"/>
              </a:rPr>
              <a:t>: Ensures strong data consistency and durability.</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Arial"/>
                <a:ea typeface="Arial"/>
                <a:cs typeface="Arial"/>
                <a:sym typeface="Arial"/>
              </a:rPr>
              <a:t>Example</a:t>
            </a:r>
            <a:r>
              <a:rPr lang="en-US" sz="1600" b="0" i="0" u="none" strike="noStrike" cap="none" dirty="0">
                <a:solidFill>
                  <a:schemeClr val="dk1"/>
                </a:solidFill>
                <a:latin typeface="Arial"/>
                <a:ea typeface="Arial"/>
                <a:cs typeface="Arial"/>
                <a:sym typeface="Arial"/>
              </a:rPr>
              <a:t>: If your replica set has 3 members, at least 2 must confirm the write.</a:t>
            </a:r>
            <a:endParaRPr sz="1600" dirty="0"/>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6e7437085d_0_20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ENV?</a:t>
            </a:r>
            <a:endParaRPr sz="2400" b="1" i="0" u="none" strike="noStrike" cap="none">
              <a:solidFill>
                <a:srgbClr val="11175E"/>
              </a:solidFill>
              <a:latin typeface="Arial"/>
              <a:ea typeface="Arial"/>
              <a:cs typeface="Arial"/>
              <a:sym typeface="Arial"/>
            </a:endParaRPr>
          </a:p>
        </p:txBody>
      </p:sp>
      <p:sp>
        <p:nvSpPr>
          <p:cNvPr id="172" name="Google Shape;172;g36e7437085d_0_209"/>
          <p:cNvSpPr txBox="1"/>
          <p:nvPr/>
        </p:nvSpPr>
        <p:spPr>
          <a:xfrm>
            <a:off x="250163" y="1368428"/>
            <a:ext cx="11672100" cy="5146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rgbClr val="000000"/>
              </a:buClr>
              <a:buSzPts val="2800"/>
              <a:buFont typeface="Arial"/>
              <a:buNone/>
            </a:pPr>
            <a:r>
              <a:rPr lang="en-US" sz="1600" b="1" i="0" u="none" strike="noStrike" cap="none" dirty="0">
                <a:solidFill>
                  <a:schemeClr val="dk1"/>
                </a:solidFill>
                <a:latin typeface="Arial"/>
                <a:ea typeface="Arial"/>
                <a:cs typeface="Arial"/>
                <a:sym typeface="Arial"/>
              </a:rPr>
              <a:t>ENV</a:t>
            </a:r>
            <a:r>
              <a:rPr lang="en-US" sz="1600" b="0" i="0" u="none" strike="noStrike" cap="none" dirty="0">
                <a:solidFill>
                  <a:schemeClr val="dk1"/>
                </a:solidFill>
                <a:latin typeface="Arial"/>
                <a:ea typeface="Arial"/>
                <a:cs typeface="Arial"/>
                <a:sym typeface="Arial"/>
              </a:rPr>
              <a:t> refers to </a:t>
            </a:r>
            <a:r>
              <a:rPr lang="en-US" sz="1600" b="1" i="0" u="none" strike="noStrike" cap="none" dirty="0">
                <a:solidFill>
                  <a:schemeClr val="dk1"/>
                </a:solidFill>
                <a:latin typeface="Arial"/>
                <a:ea typeface="Arial"/>
                <a:cs typeface="Arial"/>
                <a:sym typeface="Arial"/>
              </a:rPr>
              <a:t>environment variables</a:t>
            </a:r>
            <a:r>
              <a:rPr lang="en-US" sz="1600" b="0" i="0" u="none" strike="noStrike" cap="none" dirty="0">
                <a:solidFill>
                  <a:schemeClr val="dk1"/>
                </a:solidFill>
                <a:latin typeface="Arial"/>
                <a:ea typeface="Arial"/>
                <a:cs typeface="Arial"/>
                <a:sym typeface="Arial"/>
              </a:rPr>
              <a:t>. These are dynamic named values that can affect the behavior of running processes and programs. They are typically set outside of the application's code and are used to store configuration settings, sensitive information, or environment-specific values.</a:t>
            </a:r>
            <a:endParaRPr dirty="0"/>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Here's why environment variables are crucial in Node.js development:</a:t>
            </a:r>
            <a:endParaRPr dirty="0"/>
          </a:p>
          <a:p>
            <a:pPr marL="0" marR="0" lvl="0" indent="0" algn="l" rtl="0">
              <a:lnSpc>
                <a:spcPct val="115000"/>
              </a:lnSpc>
              <a:spcBef>
                <a:spcPts val="1200"/>
              </a:spcBef>
              <a:spcAft>
                <a:spcPts val="0"/>
              </a:spcAft>
              <a:buClr>
                <a:srgbClr val="000000"/>
              </a:buClr>
              <a:buSzPts val="2800"/>
              <a:buFont typeface="Arial"/>
              <a:buNone/>
            </a:pPr>
            <a:r>
              <a:rPr lang="en-US" sz="1600" b="1" i="1" u="none" strike="noStrike" cap="none" dirty="0">
                <a:solidFill>
                  <a:schemeClr val="dk1"/>
                </a:solidFill>
                <a:latin typeface="Arial"/>
                <a:ea typeface="Arial"/>
                <a:cs typeface="Arial"/>
                <a:sym typeface="Arial"/>
              </a:rPr>
              <a:t>Configuration Management:</a:t>
            </a:r>
            <a:endParaRPr dirty="0"/>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They allow for easy configuration of your application across different environments (development, testing, staging, production) without modifying the codebase. For example, database connection strings, API keys, or port numbers can differ between environments.</a:t>
            </a:r>
            <a:endParaRPr dirty="0"/>
          </a:p>
          <a:p>
            <a:pPr marL="0" marR="0" lvl="0" indent="0" algn="l" rtl="0">
              <a:lnSpc>
                <a:spcPct val="115000"/>
              </a:lnSpc>
              <a:spcBef>
                <a:spcPts val="1200"/>
              </a:spcBef>
              <a:spcAft>
                <a:spcPts val="0"/>
              </a:spcAft>
              <a:buClr>
                <a:srgbClr val="000000"/>
              </a:buClr>
              <a:buSzPts val="2800"/>
              <a:buFont typeface="Arial"/>
              <a:buNone/>
            </a:pPr>
            <a:r>
              <a:rPr lang="en-US" sz="1600" b="1" i="1" u="none" strike="noStrike" cap="none" dirty="0">
                <a:solidFill>
                  <a:schemeClr val="dk1"/>
                </a:solidFill>
                <a:latin typeface="Arial"/>
                <a:ea typeface="Arial"/>
                <a:cs typeface="Arial"/>
                <a:sym typeface="Arial"/>
              </a:rPr>
              <a:t>Security:</a:t>
            </a:r>
            <a:endParaRPr dirty="0"/>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Sensitive data like API keys, database credentials, or secret keys should never be hardcoded into your application's source code. Environment variables provide a secure way to store and access this information, keeping it separate from your version control system.</a:t>
            </a:r>
            <a:endParaRPr dirty="0"/>
          </a:p>
          <a:p>
            <a:pPr marL="0" marR="0" lvl="0" indent="0" algn="just" rtl="0">
              <a:lnSpc>
                <a:spcPct val="100000"/>
              </a:lnSpc>
              <a:spcBef>
                <a:spcPts val="1200"/>
              </a:spcBef>
              <a:spcAft>
                <a:spcPts val="0"/>
              </a:spcAft>
              <a:buClr>
                <a:srgbClr val="000000"/>
              </a:buClr>
              <a:buSzPts val="1600"/>
              <a:buFont typeface="Arial"/>
              <a:buNone/>
            </a:pPr>
            <a:endParaRPr sz="1600" b="1"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6e7958bfd6_0_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ENV</a:t>
            </a:r>
            <a:endParaRPr sz="2400" b="1" i="0" u="none" strike="noStrike" cap="none">
              <a:solidFill>
                <a:srgbClr val="11175E"/>
              </a:solidFill>
              <a:latin typeface="Arial"/>
              <a:ea typeface="Arial"/>
              <a:cs typeface="Arial"/>
              <a:sym typeface="Arial"/>
            </a:endParaRPr>
          </a:p>
        </p:txBody>
      </p:sp>
      <p:sp>
        <p:nvSpPr>
          <p:cNvPr id="178" name="Google Shape;178;g36e7958bfd6_0_1"/>
          <p:cNvSpPr txBox="1"/>
          <p:nvPr/>
        </p:nvSpPr>
        <p:spPr>
          <a:xfrm>
            <a:off x="259157" y="1380236"/>
            <a:ext cx="11424600" cy="2908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None/>
            </a:pPr>
            <a:r>
              <a:rPr lang="en-US" sz="1600" b="1" i="1" u="none" strike="noStrike" cap="none">
                <a:solidFill>
                  <a:schemeClr val="dk1"/>
                </a:solidFill>
                <a:latin typeface="Arial"/>
                <a:ea typeface="Arial"/>
                <a:cs typeface="Arial"/>
                <a:sym typeface="Arial"/>
              </a:rPr>
              <a:t>Flexibility and Portability:</a:t>
            </a:r>
            <a:endParaRPr/>
          </a:p>
          <a:p>
            <a:pPr marL="0" marR="0" lvl="0" indent="0" algn="l" rtl="0">
              <a:lnSpc>
                <a:spcPct val="115000"/>
              </a:lnSpc>
              <a:spcBef>
                <a:spcPts val="1200"/>
              </a:spcBef>
              <a:spcAft>
                <a:spcPts val="0"/>
              </a:spcAft>
              <a:buNone/>
            </a:pPr>
            <a:r>
              <a:rPr lang="en-US" sz="1600" b="0" i="0" u="none" strike="noStrike" cap="none">
                <a:solidFill>
                  <a:schemeClr val="dk1"/>
                </a:solidFill>
                <a:latin typeface="Arial"/>
                <a:ea typeface="Arial"/>
                <a:cs typeface="Arial"/>
                <a:sym typeface="Arial"/>
              </a:rPr>
              <a:t>Using environment variables makes your application more flexible and portable. You can deploy the same codebase to various environments with different configurations simply by changing the environment variables.</a:t>
            </a:r>
            <a:endParaRPr/>
          </a:p>
          <a:p>
            <a:pPr marL="0" marR="0" lvl="0" indent="0" algn="l" rtl="0">
              <a:lnSpc>
                <a:spcPct val="115000"/>
              </a:lnSpc>
              <a:spcBef>
                <a:spcPts val="1200"/>
              </a:spcBef>
              <a:spcAft>
                <a:spcPts val="0"/>
              </a:spcAft>
              <a:buNone/>
            </a:pPr>
            <a:r>
              <a:rPr lang="en-US" sz="1600" b="1" i="1" u="none" strike="noStrike" cap="none">
                <a:solidFill>
                  <a:schemeClr val="dk1"/>
                </a:solidFill>
                <a:latin typeface="Arial"/>
                <a:ea typeface="Arial"/>
                <a:cs typeface="Arial"/>
                <a:sym typeface="Arial"/>
              </a:rPr>
              <a:t>How to access environment variables in Node.js:</a:t>
            </a:r>
            <a:endParaRPr/>
          </a:p>
          <a:p>
            <a:pPr marL="0" marR="0" lvl="0" indent="0" algn="l" rtl="0">
              <a:lnSpc>
                <a:spcPct val="115000"/>
              </a:lnSpc>
              <a:spcBef>
                <a:spcPts val="1200"/>
              </a:spcBef>
              <a:spcAft>
                <a:spcPts val="0"/>
              </a:spcAft>
              <a:buNone/>
            </a:pPr>
            <a:r>
              <a:rPr lang="en-US" sz="1600" b="0" i="0" u="none" strike="noStrike" cap="none">
                <a:solidFill>
                  <a:schemeClr val="dk1"/>
                </a:solidFill>
                <a:latin typeface="Arial"/>
                <a:ea typeface="Arial"/>
                <a:cs typeface="Arial"/>
                <a:sym typeface="Arial"/>
              </a:rPr>
              <a:t>Node.js provides the process.env object, which is a global object that contains all the environment variables available to the current Node.js process. You can access individual environment variables as properties of this object.</a:t>
            </a:r>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Example 1: Understanding the </a:t>
            </a:r>
            <a:r>
              <a:rPr lang="en-US" sz="2400" b="1" i="0" u="none" strike="noStrike" cap="none">
                <a:solidFill>
                  <a:schemeClr val="dk1"/>
                </a:solidFill>
                <a:latin typeface="Arial"/>
                <a:ea typeface="Arial"/>
                <a:cs typeface="Arial"/>
                <a:sym typeface="Arial"/>
              </a:rPr>
              <a:t>server.js </a:t>
            </a:r>
            <a:r>
              <a:rPr lang="en-US" sz="2400" b="1" i="0" u="none" strike="noStrike" cap="none">
                <a:solidFill>
                  <a:srgbClr val="11175E"/>
                </a:solidFill>
                <a:latin typeface="Arial"/>
                <a:ea typeface="Arial"/>
                <a:cs typeface="Arial"/>
                <a:sym typeface="Arial"/>
              </a:rPr>
              <a:t>file PART 1</a:t>
            </a:r>
            <a:endParaRPr sz="2400" b="1" i="0" u="none" strike="noStrike" cap="none">
              <a:solidFill>
                <a:srgbClr val="11175E"/>
              </a:solidFill>
              <a:latin typeface="Arial"/>
              <a:ea typeface="Arial"/>
              <a:cs typeface="Arial"/>
              <a:sym typeface="Arial"/>
            </a:endParaRPr>
          </a:p>
        </p:txBody>
      </p:sp>
      <p:sp>
        <p:nvSpPr>
          <p:cNvPr id="184" name="Google Shape;184;p19"/>
          <p:cNvSpPr txBox="1"/>
          <p:nvPr/>
        </p:nvSpPr>
        <p:spPr>
          <a:xfrm>
            <a:off x="2967997" y="2133248"/>
            <a:ext cx="6626275" cy="4318351"/>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const mongoose = require('mongoose');</a:t>
            </a:r>
            <a:endParaRPr dirty="0"/>
          </a:p>
          <a:p>
            <a:pPr marL="0" marR="0" lvl="0" indent="0" algn="l" rtl="0">
              <a:lnSpc>
                <a:spcPct val="100000"/>
              </a:lnSpc>
              <a:spcBef>
                <a:spcPts val="0"/>
              </a:spcBef>
              <a:spcAft>
                <a:spcPts val="0"/>
              </a:spcAft>
              <a:buClr>
                <a:schemeClr val="dk1"/>
              </a:buClr>
              <a:buSzPts val="1100"/>
              <a:buFont typeface="Arial"/>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const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dotenv</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 require('</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dotenv</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Specify the path to the environment variable file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config.env</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chemeClr val="dk1"/>
              </a:buClr>
              <a:buSzPts val="1100"/>
              <a:buFont typeface="Arial"/>
              <a:buNone/>
            </a:pP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dotenv.config</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path: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config.env</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async function to connect to DB</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async function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connectDB</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try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await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mongoose.connect</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process.env.DB</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console.log</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("MongoDB connected successfully");</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 catch (error)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console.error</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("MongoDB connection failed:",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error.message</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process.exit</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(1);</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b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continue on next slide</a:t>
            </a: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1600"/>
              <a:buFont typeface="Arial"/>
              <a:buNone/>
            </a:pPr>
            <a:r>
              <a:rPr lang="en-US" sz="18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sz="18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28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185" name="Google Shape;185;p19"/>
          <p:cNvSpPr txBox="1"/>
          <p:nvPr/>
        </p:nvSpPr>
        <p:spPr>
          <a:xfrm>
            <a:off x="111760" y="1363939"/>
            <a:ext cx="10202700" cy="946800"/>
          </a:xfrm>
          <a:prstGeom prst="rect">
            <a:avLst/>
          </a:prstGeom>
          <a:noFill/>
          <a:ln>
            <a:noFill/>
          </a:ln>
        </p:spPr>
        <p:txBody>
          <a:bodyPr spcFirstLastPara="1" wrap="square" lIns="91425" tIns="91425" rIns="91425" bIns="91425" anchor="t" anchorCtr="0">
            <a:noAutofit/>
          </a:bodyPr>
          <a:lstStyle/>
          <a:p>
            <a:pPr marL="12700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a:t>
            </a:r>
            <a:r>
              <a:rPr lang="en-US" sz="1600" b="1" i="0" u="none" strike="noStrike" cap="none" dirty="0" err="1">
                <a:solidFill>
                  <a:schemeClr val="dk1"/>
                </a:solidFill>
                <a:latin typeface="Consolas" panose="020B0609020204030204" pitchFamily="49" charset="0"/>
                <a:cs typeface="Consolas" panose="020B0609020204030204" pitchFamily="49" charset="0"/>
                <a:sym typeface="Arial"/>
              </a:rPr>
              <a:t>server.js</a:t>
            </a:r>
            <a:r>
              <a:rPr lang="en-US" sz="1600" b="1" i="0" u="none" strike="noStrike" cap="none" dirty="0">
                <a:solidFill>
                  <a:schemeClr val="dk1"/>
                </a:solidFill>
                <a:latin typeface="Consolas" panose="020B0609020204030204" pitchFamily="49" charset="0"/>
                <a:cs typeface="Consolas" panose="020B0609020204030204" pitchFamily="49" charset="0"/>
                <a:sym typeface="Arial"/>
              </a:rPr>
              <a:t> </a:t>
            </a:r>
            <a:r>
              <a:rPr lang="en-US" sz="1600" b="0" i="0" u="none" strike="noStrike" cap="none" dirty="0">
                <a:solidFill>
                  <a:schemeClr val="dk1"/>
                </a:solidFill>
                <a:latin typeface="Arial"/>
                <a:ea typeface="Arial"/>
                <a:cs typeface="Arial"/>
                <a:sym typeface="Arial"/>
              </a:rPr>
              <a:t>file is provided in the example1 folder.</a:t>
            </a:r>
            <a:endParaRPr dirty="0"/>
          </a:p>
          <a:p>
            <a:pPr marL="12700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script here shows the </a:t>
            </a:r>
            <a:r>
              <a:rPr lang="en-US" sz="1600" b="1" i="0" u="none" strike="noStrike" cap="none" dirty="0">
                <a:solidFill>
                  <a:srgbClr val="0000FF"/>
                </a:solidFill>
                <a:latin typeface="Arial"/>
                <a:ea typeface="Arial"/>
                <a:cs typeface="Arial"/>
                <a:sym typeface="Arial"/>
              </a:rPr>
              <a:t>portion</a:t>
            </a:r>
            <a:r>
              <a:rPr lang="en-US" sz="1600" b="0" i="0" u="none" strike="noStrike" cap="none" dirty="0">
                <a:solidFill>
                  <a:schemeClr val="dk1"/>
                </a:solidFill>
                <a:latin typeface="Arial"/>
                <a:ea typeface="Arial"/>
                <a:cs typeface="Arial"/>
                <a:sym typeface="Arial"/>
              </a:rPr>
              <a:t> for connecting to database. </a:t>
            </a:r>
            <a:endParaRPr dirty="0"/>
          </a:p>
          <a:p>
            <a:pPr marL="1270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1270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p:txBody>
      </p:sp>
      <p:sp>
        <p:nvSpPr>
          <p:cNvPr id="186" name="Google Shape;186;p19"/>
          <p:cNvSpPr txBox="1"/>
          <p:nvPr/>
        </p:nvSpPr>
        <p:spPr>
          <a:xfrm>
            <a:off x="346472" y="2065849"/>
            <a:ext cx="2376407" cy="677078"/>
          </a:xfrm>
          <a:prstGeom prst="rect">
            <a:avLst/>
          </a:prstGeom>
          <a:solidFill>
            <a:srgbClr val="F4B081"/>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Require the mongoose and </a:t>
            </a:r>
            <a:r>
              <a:rPr lang="en-US" sz="1600" b="1" dirty="0" err="1">
                <a:solidFill>
                  <a:schemeClr val="dk1"/>
                </a:solidFill>
                <a:latin typeface="Consolas" panose="020B0609020204030204" pitchFamily="49" charset="0"/>
                <a:cs typeface="Consolas" panose="020B0609020204030204" pitchFamily="49" charset="0"/>
              </a:rPr>
              <a:t>dotenv</a:t>
            </a:r>
            <a:r>
              <a:rPr lang="en-US" sz="1600" b="0" i="0" u="none" strike="noStrike" cap="none" dirty="0">
                <a:solidFill>
                  <a:srgbClr val="000000"/>
                </a:solidFill>
                <a:latin typeface="Arial"/>
                <a:ea typeface="Arial"/>
                <a:cs typeface="Arial"/>
                <a:sym typeface="Arial"/>
              </a:rPr>
              <a:t> library</a:t>
            </a:r>
            <a:endParaRPr sz="1600" b="0" i="0" u="none" strike="noStrike" cap="none" dirty="0">
              <a:solidFill>
                <a:srgbClr val="000000"/>
              </a:solidFill>
              <a:latin typeface="Arial"/>
              <a:ea typeface="Arial"/>
              <a:cs typeface="Arial"/>
              <a:sym typeface="Arial"/>
            </a:endParaRPr>
          </a:p>
        </p:txBody>
      </p:sp>
      <p:sp>
        <p:nvSpPr>
          <p:cNvPr id="187" name="Google Shape;187;p19"/>
          <p:cNvSpPr/>
          <p:nvPr/>
        </p:nvSpPr>
        <p:spPr>
          <a:xfrm>
            <a:off x="3017692" y="2183506"/>
            <a:ext cx="3557279" cy="492363"/>
          </a:xfrm>
          <a:prstGeom prst="flowChartAlternateProcess">
            <a:avLst/>
          </a:prstGeom>
          <a:noFill/>
          <a:ln w="19050" cap="flat" cmpd="sng">
            <a:solidFill>
              <a:srgbClr val="F4B08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88" name="Google Shape;188;p19"/>
          <p:cNvCxnSpPr>
            <a:cxnSpLocks/>
            <a:stCxn id="186" idx="3"/>
            <a:endCxn id="187" idx="1"/>
          </p:cNvCxnSpPr>
          <p:nvPr/>
        </p:nvCxnSpPr>
        <p:spPr>
          <a:xfrm>
            <a:off x="2722879" y="2404388"/>
            <a:ext cx="294813" cy="25300"/>
          </a:xfrm>
          <a:prstGeom prst="straightConnector1">
            <a:avLst/>
          </a:prstGeom>
          <a:noFill/>
          <a:ln w="19050" cap="flat" cmpd="sng">
            <a:solidFill>
              <a:srgbClr val="F4B081"/>
            </a:solidFill>
            <a:prstDash val="solid"/>
            <a:round/>
            <a:headEnd type="none" w="sm" len="sm"/>
            <a:tailEnd type="triangle" w="med" len="med"/>
          </a:ln>
        </p:spPr>
      </p:cxnSp>
      <p:sp>
        <p:nvSpPr>
          <p:cNvPr id="189" name="Google Shape;189;p19"/>
          <p:cNvSpPr/>
          <p:nvPr/>
        </p:nvSpPr>
        <p:spPr>
          <a:xfrm>
            <a:off x="3017692" y="3005884"/>
            <a:ext cx="3709679" cy="275575"/>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0" name="Google Shape;190;p19"/>
          <p:cNvCxnSpPr>
            <a:cxnSpLocks/>
            <a:stCxn id="191" idx="1"/>
            <a:endCxn id="189" idx="3"/>
          </p:cNvCxnSpPr>
          <p:nvPr/>
        </p:nvCxnSpPr>
        <p:spPr>
          <a:xfrm flipH="1">
            <a:off x="6727371" y="3111872"/>
            <a:ext cx="3031286" cy="31800"/>
          </a:xfrm>
          <a:prstGeom prst="straightConnector1">
            <a:avLst/>
          </a:prstGeom>
          <a:noFill/>
          <a:ln w="19050" cap="flat" cmpd="sng">
            <a:solidFill>
              <a:srgbClr val="6AA84F"/>
            </a:solidFill>
            <a:prstDash val="solid"/>
            <a:round/>
            <a:headEnd type="none" w="sm" len="sm"/>
            <a:tailEnd type="triangle" w="med" len="med"/>
          </a:ln>
        </p:spPr>
      </p:cxnSp>
      <p:sp>
        <p:nvSpPr>
          <p:cNvPr id="191" name="Google Shape;191;p19"/>
          <p:cNvSpPr txBox="1"/>
          <p:nvPr/>
        </p:nvSpPr>
        <p:spPr>
          <a:xfrm>
            <a:off x="9758657" y="2773333"/>
            <a:ext cx="2086870" cy="677078"/>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Specify the path of the </a:t>
            </a:r>
            <a:r>
              <a:rPr lang="en-US" sz="1600" b="1" dirty="0">
                <a:solidFill>
                  <a:schemeClr val="dk1"/>
                </a:solidFill>
                <a:latin typeface="Consolas" panose="020B0609020204030204" pitchFamily="49" charset="0"/>
                <a:cs typeface="Consolas" panose="020B0609020204030204" pitchFamily="49" charset="0"/>
              </a:rPr>
              <a:t>.env</a:t>
            </a:r>
            <a:r>
              <a:rPr lang="en-US" sz="1600" b="0" i="0" u="none" strike="noStrike" cap="none" dirty="0">
                <a:solidFill>
                  <a:schemeClr val="dk1"/>
                </a:solidFill>
                <a:latin typeface="Arial"/>
                <a:ea typeface="Arial"/>
                <a:cs typeface="Arial"/>
                <a:sym typeface="Arial"/>
              </a:rPr>
              <a:t> file</a:t>
            </a:r>
            <a:endParaRPr sz="1600" b="0" i="0" u="none" strike="noStrike" cap="none" dirty="0">
              <a:solidFill>
                <a:srgbClr val="000000"/>
              </a:solidFill>
              <a:latin typeface="Arial"/>
              <a:ea typeface="Arial"/>
              <a:cs typeface="Arial"/>
              <a:sym typeface="Arial"/>
            </a:endParaRPr>
          </a:p>
        </p:txBody>
      </p:sp>
      <p:sp>
        <p:nvSpPr>
          <p:cNvPr id="192" name="Google Shape;192;p19"/>
          <p:cNvSpPr txBox="1"/>
          <p:nvPr/>
        </p:nvSpPr>
        <p:spPr>
          <a:xfrm>
            <a:off x="346472" y="3305983"/>
            <a:ext cx="2376408" cy="1661963"/>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Asyn function is written to connect to the database to ensure that the database is connected before we start the webserver.</a:t>
            </a:r>
            <a:endParaRPr sz="1600" b="0" i="0" u="none" strike="noStrike" cap="none">
              <a:solidFill>
                <a:srgbClr val="000000"/>
              </a:solidFill>
              <a:latin typeface="Arial"/>
              <a:ea typeface="Arial"/>
              <a:cs typeface="Arial"/>
              <a:sym typeface="Arial"/>
            </a:endParaRPr>
          </a:p>
        </p:txBody>
      </p:sp>
      <p:sp>
        <p:nvSpPr>
          <p:cNvPr id="193" name="Google Shape;193;p19"/>
          <p:cNvSpPr/>
          <p:nvPr/>
        </p:nvSpPr>
        <p:spPr>
          <a:xfrm>
            <a:off x="3021874" y="3822857"/>
            <a:ext cx="2981362" cy="227912"/>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4" name="Google Shape;194;p19"/>
          <p:cNvCxnSpPr>
            <a:cxnSpLocks/>
            <a:stCxn id="192" idx="3"/>
            <a:endCxn id="193" idx="1"/>
          </p:cNvCxnSpPr>
          <p:nvPr/>
        </p:nvCxnSpPr>
        <p:spPr>
          <a:xfrm flipV="1">
            <a:off x="2722880" y="3936813"/>
            <a:ext cx="298994" cy="200152"/>
          </a:xfrm>
          <a:prstGeom prst="straightConnector1">
            <a:avLst/>
          </a:prstGeom>
          <a:noFill/>
          <a:ln w="19050" cap="flat" cmpd="sng">
            <a:solidFill>
              <a:srgbClr val="FFCCFF"/>
            </a:solidFill>
            <a:prstDash val="solid"/>
            <a:round/>
            <a:headEnd type="none" w="sm" len="sm"/>
            <a:tailEnd type="triangle" w="med" len="med"/>
          </a:ln>
        </p:spPr>
      </p:cxnSp>
      <p:sp>
        <p:nvSpPr>
          <p:cNvPr id="195" name="Google Shape;195;p19"/>
          <p:cNvSpPr/>
          <p:nvPr/>
        </p:nvSpPr>
        <p:spPr>
          <a:xfrm>
            <a:off x="3362205" y="4168030"/>
            <a:ext cx="3709679" cy="27391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6" name="Google Shape;196;p19"/>
          <p:cNvCxnSpPr>
            <a:cxnSpLocks/>
            <a:stCxn id="197" idx="1"/>
            <a:endCxn id="195" idx="3"/>
          </p:cNvCxnSpPr>
          <p:nvPr/>
        </p:nvCxnSpPr>
        <p:spPr>
          <a:xfrm flipH="1" flipV="1">
            <a:off x="7071884" y="4304985"/>
            <a:ext cx="2686772" cy="215445"/>
          </a:xfrm>
          <a:prstGeom prst="straightConnector1">
            <a:avLst/>
          </a:prstGeom>
          <a:noFill/>
          <a:ln w="19050" cap="flat" cmpd="sng">
            <a:solidFill>
              <a:srgbClr val="0000FF"/>
            </a:solidFill>
            <a:prstDash val="solid"/>
            <a:round/>
            <a:headEnd type="none" w="sm" len="sm"/>
            <a:tailEnd type="triangle" w="med" len="med"/>
          </a:ln>
        </p:spPr>
      </p:cxnSp>
      <p:sp>
        <p:nvSpPr>
          <p:cNvPr id="197" name="Google Shape;197;p19"/>
          <p:cNvSpPr txBox="1"/>
          <p:nvPr/>
        </p:nvSpPr>
        <p:spPr>
          <a:xfrm>
            <a:off x="9758656" y="3566338"/>
            <a:ext cx="2086800" cy="1908184"/>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We connect to MongoDB with the const DB in the </a:t>
            </a:r>
            <a:r>
              <a:rPr lang="en-US" sz="1600" b="1" dirty="0" err="1">
                <a:solidFill>
                  <a:schemeClr val="dk1"/>
                </a:solidFill>
                <a:latin typeface="Consolas" panose="020B0609020204030204" pitchFamily="49" charset="0"/>
                <a:cs typeface="Consolas" panose="020B0609020204030204" pitchFamily="49" charset="0"/>
              </a:rPr>
              <a:t>config.env</a:t>
            </a:r>
            <a:r>
              <a:rPr lang="en-US" sz="1600" b="0" i="0" u="none" strike="noStrike" cap="none" dirty="0">
                <a:solidFill>
                  <a:schemeClr val="dk1"/>
                </a:solidFill>
                <a:latin typeface="Arial"/>
                <a:ea typeface="Arial"/>
                <a:cs typeface="Arial"/>
                <a:sym typeface="Arial"/>
              </a:rPr>
              <a:t> file. DB contains your </a:t>
            </a:r>
            <a:r>
              <a:rPr lang="en-US" sz="1600" b="1" dirty="0">
                <a:solidFill>
                  <a:schemeClr val="dk1"/>
                </a:solidFill>
                <a:latin typeface="Consolas" panose="020B0609020204030204" pitchFamily="49" charset="0"/>
                <a:cs typeface="Consolas" panose="020B0609020204030204" pitchFamily="49" charset="0"/>
              </a:rPr>
              <a:t>username</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password</a:t>
            </a:r>
            <a:r>
              <a:rPr lang="en-US" sz="1600" b="0" i="0" u="none" strike="noStrike" cap="none" dirty="0">
                <a:solidFill>
                  <a:schemeClr val="dk1"/>
                </a:solidFill>
                <a:latin typeface="Arial"/>
                <a:ea typeface="Arial"/>
                <a:cs typeface="Arial"/>
                <a:sym typeface="Arial"/>
              </a:rPr>
              <a:t> and cluster address </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36e7958bfd6_0_3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Example 1: Understanding the </a:t>
            </a:r>
            <a:r>
              <a:rPr lang="en-US" sz="2400" b="1" i="0" u="none" strike="noStrike" cap="none">
                <a:solidFill>
                  <a:schemeClr val="dk1"/>
                </a:solidFill>
                <a:latin typeface="Arial"/>
                <a:ea typeface="Arial"/>
                <a:cs typeface="Arial"/>
                <a:sym typeface="Arial"/>
              </a:rPr>
              <a:t>server.js </a:t>
            </a:r>
            <a:r>
              <a:rPr lang="en-US" sz="2400" b="1" i="0" u="none" strike="noStrike" cap="none">
                <a:solidFill>
                  <a:srgbClr val="11175E"/>
                </a:solidFill>
                <a:latin typeface="Arial"/>
                <a:ea typeface="Arial"/>
                <a:cs typeface="Arial"/>
                <a:sym typeface="Arial"/>
              </a:rPr>
              <a:t>file PART 2</a:t>
            </a:r>
            <a:endParaRPr sz="2400" b="1" i="0" u="none" strike="noStrike" cap="none">
              <a:solidFill>
                <a:srgbClr val="11175E"/>
              </a:solidFill>
              <a:latin typeface="Arial"/>
              <a:ea typeface="Arial"/>
              <a:cs typeface="Arial"/>
              <a:sym typeface="Arial"/>
            </a:endParaRPr>
          </a:p>
        </p:txBody>
      </p:sp>
      <p:sp>
        <p:nvSpPr>
          <p:cNvPr id="203" name="Google Shape;203;g36e7958bfd6_0_33"/>
          <p:cNvSpPr txBox="1"/>
          <p:nvPr/>
        </p:nvSpPr>
        <p:spPr>
          <a:xfrm>
            <a:off x="2967997" y="2364739"/>
            <a:ext cx="6626275" cy="3423414"/>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b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function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startServer</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const hostname = "localhost"; // Define server hostname</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const port = 8000;// Define port number</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 Start the server and listen on the specified hostname and port</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server.listen</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(port, hostname, () =&gt;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console.log</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(`Server running at http://${hostname}:${port}/`);</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b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call </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connectDB</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first and when connection is ready, we start the web server</a:t>
            </a:r>
            <a:endParaRPr dirty="0"/>
          </a:p>
          <a:p>
            <a:pPr marL="0" marR="0" lvl="0" indent="0" algn="l" rtl="0">
              <a:lnSpc>
                <a:spcPct val="100000"/>
              </a:lnSpc>
              <a:spcBef>
                <a:spcPts val="0"/>
              </a:spcBef>
              <a:spcAft>
                <a:spcPts val="0"/>
              </a:spcAft>
              <a:buNone/>
            </a:pP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connectDB</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().then(</a:t>
            </a:r>
            <a:r>
              <a:rPr lang="en-US" sz="1300" u="none" strike="noStrike" cap="none" dirty="0" err="1">
                <a:solidFill>
                  <a:schemeClr val="dk1"/>
                </a:solidFill>
                <a:latin typeface="Consolas" panose="020B0609020204030204" pitchFamily="49" charset="0"/>
                <a:ea typeface="Roboto Mono"/>
                <a:cs typeface="Consolas" panose="020B0609020204030204" pitchFamily="49" charset="0"/>
                <a:sym typeface="Roboto Mono"/>
              </a:rPr>
              <a:t>startServer</a:t>
            </a: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28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204" name="Google Shape;204;g36e7958bfd6_0_33"/>
          <p:cNvSpPr txBox="1"/>
          <p:nvPr/>
        </p:nvSpPr>
        <p:spPr>
          <a:xfrm>
            <a:off x="111760" y="1363939"/>
            <a:ext cx="10202700" cy="946800"/>
          </a:xfrm>
          <a:prstGeom prst="rect">
            <a:avLst/>
          </a:prstGeom>
          <a:noFill/>
          <a:ln>
            <a:noFill/>
          </a:ln>
        </p:spPr>
        <p:txBody>
          <a:bodyPr spcFirstLastPara="1" wrap="square" lIns="91425" tIns="91425" rIns="91425" bIns="91425" anchor="t" anchorCtr="0">
            <a:noAutofit/>
          </a:bodyPr>
          <a:lstStyle/>
          <a:p>
            <a:pPr marL="12700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a:t>
            </a:r>
            <a:r>
              <a:rPr lang="en-US" sz="1600" b="1" i="0" u="none" strike="noStrike" cap="none" dirty="0" err="1">
                <a:solidFill>
                  <a:schemeClr val="dk1"/>
                </a:solidFill>
                <a:latin typeface="Consolas" panose="020B0609020204030204" pitchFamily="49" charset="0"/>
                <a:cs typeface="Consolas" panose="020B0609020204030204" pitchFamily="49" charset="0"/>
                <a:sym typeface="Arial"/>
              </a:rPr>
              <a:t>server.js</a:t>
            </a:r>
            <a:r>
              <a:rPr lang="en-US" sz="1600" b="0" i="0" u="none" strike="noStrike" cap="none" dirty="0">
                <a:solidFill>
                  <a:schemeClr val="dk1"/>
                </a:solidFill>
                <a:latin typeface="Arial"/>
                <a:ea typeface="Arial"/>
                <a:cs typeface="Arial"/>
                <a:sym typeface="Arial"/>
              </a:rPr>
              <a:t> file is provided in the example1 folder.</a:t>
            </a:r>
            <a:endParaRPr dirty="0"/>
          </a:p>
          <a:p>
            <a:pPr marL="12700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script here shows the </a:t>
            </a:r>
            <a:r>
              <a:rPr lang="en-US" sz="1600" b="1" i="0" u="none" strike="noStrike" cap="none" dirty="0">
                <a:solidFill>
                  <a:srgbClr val="0000FF"/>
                </a:solidFill>
                <a:latin typeface="Arial"/>
                <a:ea typeface="Arial"/>
                <a:cs typeface="Arial"/>
                <a:sym typeface="Arial"/>
              </a:rPr>
              <a:t>portion</a:t>
            </a:r>
            <a:r>
              <a:rPr lang="en-US" sz="1600" b="0" i="0" u="none" strike="noStrike" cap="none" dirty="0">
                <a:solidFill>
                  <a:schemeClr val="dk1"/>
                </a:solidFill>
                <a:latin typeface="Arial"/>
                <a:ea typeface="Arial"/>
                <a:cs typeface="Arial"/>
                <a:sym typeface="Arial"/>
              </a:rPr>
              <a:t> for starting the web server. </a:t>
            </a:r>
            <a:endParaRPr dirty="0"/>
          </a:p>
          <a:p>
            <a:pPr marL="1270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1270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p:txBody>
      </p:sp>
      <p:sp>
        <p:nvSpPr>
          <p:cNvPr id="205" name="Google Shape;205;g36e7958bfd6_0_33"/>
          <p:cNvSpPr txBox="1"/>
          <p:nvPr/>
        </p:nvSpPr>
        <p:spPr>
          <a:xfrm>
            <a:off x="318312" y="4657383"/>
            <a:ext cx="2376408" cy="1415742"/>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We call the </a:t>
            </a:r>
            <a:r>
              <a:rPr lang="en-US" sz="1600" b="1" i="0" u="none" strike="noStrike" cap="none" dirty="0" err="1">
                <a:solidFill>
                  <a:srgbClr val="000000"/>
                </a:solidFill>
                <a:latin typeface="Consolas" panose="020B0609020204030204" pitchFamily="49" charset="0"/>
                <a:cs typeface="Consolas" panose="020B0609020204030204" pitchFamily="49" charset="0"/>
                <a:sym typeface="Arial"/>
              </a:rPr>
              <a:t>connectDB</a:t>
            </a:r>
            <a:r>
              <a:rPr lang="en-US" sz="1600" b="0" i="0" u="none" strike="noStrike" cap="none" dirty="0">
                <a:solidFill>
                  <a:srgbClr val="000000"/>
                </a:solidFill>
                <a:latin typeface="Arial"/>
                <a:ea typeface="Arial"/>
                <a:cs typeface="Arial"/>
                <a:sym typeface="Arial"/>
              </a:rPr>
              <a:t> function first to ensure that the database is connected before we start the web server.</a:t>
            </a:r>
            <a:endParaRPr sz="1600" b="0" i="0" u="none" strike="noStrike" cap="none" dirty="0">
              <a:solidFill>
                <a:srgbClr val="000000"/>
              </a:solidFill>
              <a:latin typeface="Arial"/>
              <a:ea typeface="Arial"/>
              <a:cs typeface="Arial"/>
              <a:sym typeface="Arial"/>
            </a:endParaRPr>
          </a:p>
        </p:txBody>
      </p:sp>
      <p:sp>
        <p:nvSpPr>
          <p:cNvPr id="206" name="Google Shape;206;g36e7958bfd6_0_33"/>
          <p:cNvSpPr/>
          <p:nvPr/>
        </p:nvSpPr>
        <p:spPr>
          <a:xfrm>
            <a:off x="2967997" y="5221793"/>
            <a:ext cx="1096003" cy="286922"/>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7" name="Google Shape;207;g36e7958bfd6_0_33"/>
          <p:cNvCxnSpPr>
            <a:cxnSpLocks/>
            <a:stCxn id="205" idx="3"/>
            <a:endCxn id="206" idx="1"/>
          </p:cNvCxnSpPr>
          <p:nvPr/>
        </p:nvCxnSpPr>
        <p:spPr>
          <a:xfrm>
            <a:off x="2694720" y="5365254"/>
            <a:ext cx="273277" cy="0"/>
          </a:xfrm>
          <a:prstGeom prst="straightConnector1">
            <a:avLst/>
          </a:prstGeom>
          <a:noFill/>
          <a:ln w="19050" cap="flat" cmpd="sng">
            <a:solidFill>
              <a:srgbClr val="FFCCFF"/>
            </a:solidFill>
            <a:prstDash val="solid"/>
            <a:round/>
            <a:headEnd type="none" w="sm" len="sm"/>
            <a:tailEnd type="triangle" w="med" len="med"/>
          </a:ln>
        </p:spPr>
      </p:cxnSp>
      <p:sp>
        <p:nvSpPr>
          <p:cNvPr id="208" name="Google Shape;208;g36e7958bfd6_0_33"/>
          <p:cNvSpPr/>
          <p:nvPr/>
        </p:nvSpPr>
        <p:spPr>
          <a:xfrm>
            <a:off x="4482730" y="5199065"/>
            <a:ext cx="1199613" cy="286921"/>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9" name="Google Shape;209;g36e7958bfd6_0_33"/>
          <p:cNvCxnSpPr>
            <a:cxnSpLocks/>
            <a:stCxn id="210" idx="1"/>
            <a:endCxn id="208" idx="3"/>
          </p:cNvCxnSpPr>
          <p:nvPr/>
        </p:nvCxnSpPr>
        <p:spPr>
          <a:xfrm flipH="1">
            <a:off x="5682343" y="5342525"/>
            <a:ext cx="4046538" cy="1"/>
          </a:xfrm>
          <a:prstGeom prst="straightConnector1">
            <a:avLst/>
          </a:prstGeom>
          <a:noFill/>
          <a:ln w="19050" cap="flat" cmpd="sng">
            <a:solidFill>
              <a:srgbClr val="0000FF"/>
            </a:solidFill>
            <a:prstDash val="solid"/>
            <a:round/>
            <a:headEnd type="none" w="sm" len="sm"/>
            <a:tailEnd type="triangle" w="med" len="med"/>
          </a:ln>
        </p:spPr>
      </p:cxnSp>
      <p:sp>
        <p:nvSpPr>
          <p:cNvPr id="210" name="Google Shape;210;g36e7958bfd6_0_33"/>
          <p:cNvSpPr txBox="1"/>
          <p:nvPr/>
        </p:nvSpPr>
        <p:spPr>
          <a:xfrm>
            <a:off x="9728881" y="4511543"/>
            <a:ext cx="1945800" cy="1661963"/>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Call </a:t>
            </a:r>
            <a:r>
              <a:rPr lang="en-US" sz="1600" b="1" dirty="0" err="1">
                <a:solidFill>
                  <a:schemeClr val="dk1"/>
                </a:solidFill>
                <a:latin typeface="Consolas" panose="020B0609020204030204" pitchFamily="49" charset="0"/>
                <a:cs typeface="Consolas" panose="020B0609020204030204" pitchFamily="49" charset="0"/>
              </a:rPr>
              <a:t>startServer</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function when database connection has been established.</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6e7437085d_0_21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Install Mongoose and </a:t>
            </a:r>
            <a:r>
              <a:rPr lang="en-US" sz="2400" b="1" i="0" u="none" strike="noStrike" cap="none" dirty="0" err="1">
                <a:solidFill>
                  <a:srgbClr val="11175E"/>
                </a:solidFill>
                <a:latin typeface="Arial"/>
                <a:ea typeface="Arial"/>
                <a:cs typeface="Arial"/>
                <a:sym typeface="Arial"/>
              </a:rPr>
              <a:t>dotenv</a:t>
            </a:r>
            <a:r>
              <a:rPr lang="en-US" sz="2400" b="1" i="0" u="none" strike="noStrike" cap="none" dirty="0">
                <a:solidFill>
                  <a:srgbClr val="11175E"/>
                </a:solidFill>
                <a:latin typeface="Arial"/>
                <a:ea typeface="Arial"/>
                <a:cs typeface="Arial"/>
                <a:sym typeface="Arial"/>
              </a:rPr>
              <a:t> </a:t>
            </a:r>
            <a:endParaRPr sz="2400" b="1" i="0" u="none" strike="noStrike" cap="none" dirty="0">
              <a:solidFill>
                <a:srgbClr val="11175E"/>
              </a:solidFill>
              <a:latin typeface="Arial"/>
              <a:ea typeface="Arial"/>
              <a:cs typeface="Arial"/>
              <a:sym typeface="Arial"/>
            </a:endParaRPr>
          </a:p>
        </p:txBody>
      </p:sp>
      <p:pic>
        <p:nvPicPr>
          <p:cNvPr id="216" name="Google Shape;216;g36e7437085d_0_217"/>
          <p:cNvPicPr preferRelativeResize="0"/>
          <p:nvPr/>
        </p:nvPicPr>
        <p:blipFill rotWithShape="1">
          <a:blip r:embed="rId3">
            <a:alphaModFix/>
          </a:blip>
          <a:srcRect/>
          <a:stretch/>
        </p:blipFill>
        <p:spPr>
          <a:xfrm>
            <a:off x="6456364" y="2599063"/>
            <a:ext cx="5485474" cy="1743237"/>
          </a:xfrm>
          <a:prstGeom prst="rect">
            <a:avLst/>
          </a:prstGeom>
          <a:noFill/>
          <a:ln w="9525" cap="flat" cmpd="sng">
            <a:solidFill>
              <a:schemeClr val="accent1"/>
            </a:solidFill>
            <a:prstDash val="solid"/>
            <a:round/>
            <a:headEnd type="none" w="sm" len="sm"/>
            <a:tailEnd type="none" w="sm" len="sm"/>
          </a:ln>
        </p:spPr>
      </p:pic>
      <p:sp>
        <p:nvSpPr>
          <p:cNvPr id="217" name="Google Shape;217;g36e7437085d_0_217"/>
          <p:cNvSpPr txBox="1"/>
          <p:nvPr/>
        </p:nvSpPr>
        <p:spPr>
          <a:xfrm>
            <a:off x="252666" y="1415936"/>
            <a:ext cx="7246800"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dirty="0">
                <a:solidFill>
                  <a:schemeClr val="dk1"/>
                </a:solidFill>
                <a:latin typeface="Arial"/>
                <a:ea typeface="Arial"/>
                <a:cs typeface="Arial"/>
                <a:sym typeface="Arial"/>
              </a:rPr>
              <a:t>Install dependencies and connecting to database</a:t>
            </a:r>
            <a:endParaRPr sz="1600" dirty="0"/>
          </a:p>
        </p:txBody>
      </p:sp>
      <p:sp>
        <p:nvSpPr>
          <p:cNvPr id="218" name="Google Shape;218;g36e7437085d_0_217"/>
          <p:cNvSpPr txBox="1"/>
          <p:nvPr/>
        </p:nvSpPr>
        <p:spPr>
          <a:xfrm>
            <a:off x="240869" y="1858289"/>
            <a:ext cx="942433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Now we need to install </a:t>
            </a:r>
            <a:r>
              <a:rPr lang="en-US" sz="1600" b="1" i="0" u="none" strike="noStrike" cap="none" dirty="0">
                <a:solidFill>
                  <a:schemeClr val="dk1"/>
                </a:solidFill>
                <a:latin typeface="Arial"/>
                <a:ea typeface="Arial"/>
                <a:cs typeface="Arial"/>
                <a:sym typeface="Arial"/>
              </a:rPr>
              <a:t>Mongoose</a:t>
            </a:r>
            <a:r>
              <a:rPr lang="en-US" sz="1600" b="0" i="0" u="none" strike="noStrike" cap="none" dirty="0">
                <a:solidFill>
                  <a:schemeClr val="dk1"/>
                </a:solidFill>
                <a:latin typeface="Arial"/>
                <a:ea typeface="Arial"/>
                <a:cs typeface="Arial"/>
                <a:sym typeface="Arial"/>
              </a:rPr>
              <a:t> and </a:t>
            </a:r>
            <a:r>
              <a:rPr lang="en-US" sz="1600" b="1" dirty="0" err="1">
                <a:solidFill>
                  <a:schemeClr val="dk1"/>
                </a:solidFill>
                <a:latin typeface="Consolas" panose="020B0609020204030204" pitchFamily="49" charset="0"/>
                <a:cs typeface="Consolas" panose="020B0609020204030204" pitchFamily="49" charset="0"/>
              </a:rPr>
              <a:t>dotenv</a:t>
            </a:r>
            <a:r>
              <a:rPr lang="en-US" sz="1600" b="0" i="0" u="none" strike="noStrike" cap="none" dirty="0">
                <a:solidFill>
                  <a:schemeClr val="dk1"/>
                </a:solidFill>
                <a:latin typeface="Arial"/>
                <a:ea typeface="Arial"/>
                <a:cs typeface="Arial"/>
                <a:sym typeface="Arial"/>
              </a:rPr>
              <a:t> to our application (project) so we can use it. </a:t>
            </a:r>
            <a:endParaRPr sz="1600" b="0" i="0" u="none" strike="noStrike" cap="none" dirty="0">
              <a:solidFill>
                <a:srgbClr val="000000"/>
              </a:solidFill>
              <a:latin typeface="Arial"/>
              <a:ea typeface="Arial"/>
              <a:cs typeface="Arial"/>
              <a:sym typeface="Arial"/>
            </a:endParaRPr>
          </a:p>
        </p:txBody>
      </p:sp>
      <p:sp>
        <p:nvSpPr>
          <p:cNvPr id="219" name="Google Shape;219;g36e7437085d_0_217"/>
          <p:cNvSpPr txBox="1"/>
          <p:nvPr/>
        </p:nvSpPr>
        <p:spPr>
          <a:xfrm>
            <a:off x="121221" y="2456082"/>
            <a:ext cx="5541264" cy="2769989"/>
          </a:xfrm>
          <a:prstGeom prst="rect">
            <a:avLst/>
          </a:prstGeom>
          <a:noFill/>
          <a:ln>
            <a:noFill/>
          </a:ln>
        </p:spPr>
        <p:txBody>
          <a:bodyPr spcFirstLastPara="1" wrap="square" lIns="91425" tIns="45700" rIns="91425" bIns="45700" anchor="t" anchorCtr="0">
            <a:sp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Navigate to your directory where </a:t>
            </a:r>
            <a:r>
              <a:rPr lang="en-US" sz="1600" b="1" dirty="0">
                <a:solidFill>
                  <a:schemeClr val="dk1"/>
                </a:solidFill>
                <a:latin typeface="Consolas" panose="020B0609020204030204" pitchFamily="49" charset="0"/>
                <a:cs typeface="Consolas" panose="020B0609020204030204" pitchFamily="49" charset="0"/>
              </a:rPr>
              <a:t>example1</a:t>
            </a:r>
            <a:r>
              <a:rPr lang="en-US" sz="1600" b="0" i="0" u="none" strike="noStrike" cap="none" dirty="0">
                <a:solidFill>
                  <a:schemeClr val="dk1"/>
                </a:solidFill>
                <a:latin typeface="Arial"/>
                <a:ea typeface="Arial"/>
                <a:cs typeface="Arial"/>
                <a:sym typeface="Arial"/>
              </a:rPr>
              <a:t> folder is located.</a:t>
            </a:r>
            <a:endParaRPr dirty="0"/>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Please </a:t>
            </a:r>
            <a:r>
              <a:rPr lang="en-US" sz="1600" b="1" i="0" u="none" strike="noStrike" cap="none" dirty="0">
                <a:solidFill>
                  <a:schemeClr val="dk1"/>
                </a:solidFill>
                <a:latin typeface="Arial"/>
                <a:ea typeface="Arial"/>
                <a:cs typeface="Arial"/>
                <a:sym typeface="Arial"/>
              </a:rPr>
              <a:t>ensure</a:t>
            </a:r>
            <a:r>
              <a:rPr lang="en-US" sz="1600" b="0" i="0" u="none" strike="noStrike" cap="none" dirty="0">
                <a:solidFill>
                  <a:schemeClr val="dk1"/>
                </a:solidFill>
                <a:latin typeface="Arial"/>
                <a:ea typeface="Arial"/>
                <a:cs typeface="Arial"/>
                <a:sym typeface="Arial"/>
              </a:rPr>
              <a:t> that </a:t>
            </a:r>
            <a:r>
              <a:rPr lang="en-US" sz="1600" b="1" dirty="0">
                <a:solidFill>
                  <a:schemeClr val="dk1"/>
                </a:solidFill>
                <a:latin typeface="Consolas" panose="020B0609020204030204" pitchFamily="49" charset="0"/>
                <a:cs typeface="Consolas" panose="020B0609020204030204" pitchFamily="49" charset="0"/>
              </a:rPr>
              <a:t>express</a:t>
            </a:r>
            <a:r>
              <a:rPr lang="en-US" sz="1600" b="0" i="0" u="none" strike="noStrike" cap="none" dirty="0">
                <a:solidFill>
                  <a:schemeClr val="dk1"/>
                </a:solidFill>
                <a:latin typeface="Arial"/>
                <a:ea typeface="Arial"/>
                <a:cs typeface="Arial"/>
                <a:sym typeface="Arial"/>
              </a:rPr>
              <a:t>, </a:t>
            </a:r>
            <a:r>
              <a:rPr lang="en-US" sz="1600" b="1" dirty="0" err="1">
                <a:solidFill>
                  <a:schemeClr val="dk1"/>
                </a:solidFill>
                <a:latin typeface="Consolas" panose="020B0609020204030204" pitchFamily="49" charset="0"/>
                <a:cs typeface="Consolas" panose="020B0609020204030204" pitchFamily="49" charset="0"/>
              </a:rPr>
              <a:t>ejs</a:t>
            </a:r>
            <a:r>
              <a:rPr lang="en-US" sz="1600" b="0" i="0" u="none" strike="noStrike" cap="none" dirty="0">
                <a:solidFill>
                  <a:schemeClr val="dk1"/>
                </a:solidFill>
                <a:latin typeface="Arial"/>
                <a:ea typeface="Arial"/>
                <a:cs typeface="Arial"/>
                <a:sym typeface="Arial"/>
              </a:rPr>
              <a:t> and </a:t>
            </a:r>
            <a:r>
              <a:rPr lang="en-US" sz="1600" b="1" dirty="0" err="1">
                <a:solidFill>
                  <a:schemeClr val="dk1"/>
                </a:solidFill>
                <a:latin typeface="Consolas" panose="020B0609020204030204" pitchFamily="49" charset="0"/>
                <a:cs typeface="Consolas" panose="020B0609020204030204" pitchFamily="49" charset="0"/>
              </a:rPr>
              <a:t>nodemon</a:t>
            </a:r>
            <a:r>
              <a:rPr lang="en-US" sz="1600" b="0" i="0" u="none" strike="noStrike" cap="none" dirty="0">
                <a:solidFill>
                  <a:schemeClr val="dk1"/>
                </a:solidFill>
                <a:latin typeface="Arial"/>
                <a:ea typeface="Arial"/>
                <a:cs typeface="Arial"/>
                <a:sym typeface="Arial"/>
              </a:rPr>
              <a:t> are installed in this directory</a:t>
            </a:r>
            <a:endParaRPr dirty="0"/>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a:t>
            </a:r>
            <a:r>
              <a:rPr lang="en-US" sz="1600" b="1" dirty="0">
                <a:solidFill>
                  <a:schemeClr val="dk1"/>
                </a:solidFill>
                <a:latin typeface="Consolas" panose="020B0609020204030204" pitchFamily="49" charset="0"/>
                <a:cs typeface="Consolas" panose="020B0609020204030204" pitchFamily="49" charset="0"/>
              </a:rPr>
              <a:t>terminal</a:t>
            </a:r>
            <a:r>
              <a:rPr lang="en-US" sz="1600" b="1" i="0" u="none" strike="noStrike" cap="none" dirty="0">
                <a:solidFill>
                  <a:srgbClr val="0000FF"/>
                </a:solidFill>
                <a:latin typeface="Arial"/>
                <a:ea typeface="Arial"/>
                <a:cs typeface="Arial"/>
                <a:sym typeface="Arial"/>
              </a:rPr>
              <a:t> </a:t>
            </a:r>
            <a:endParaRPr dirty="0"/>
          </a:p>
          <a:p>
            <a:pPr marL="733425" marR="0" lvl="8"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latin typeface="Arial"/>
                <a:ea typeface="Arial"/>
                <a:cs typeface="Arial"/>
                <a:sym typeface="Arial"/>
              </a:rPr>
              <a:t>type : </a:t>
            </a:r>
            <a:r>
              <a:rPr lang="en-US" sz="1600" b="1" dirty="0" err="1">
                <a:solidFill>
                  <a:schemeClr val="dk1"/>
                </a:solidFill>
                <a:latin typeface="Consolas" panose="020B0609020204030204" pitchFamily="49" charset="0"/>
                <a:cs typeface="Consolas" panose="020B0609020204030204" pitchFamily="49" charset="0"/>
              </a:rPr>
              <a:t>npm</a:t>
            </a:r>
            <a:r>
              <a:rPr lang="en-US" sz="1600" b="1" dirty="0">
                <a:solidFill>
                  <a:schemeClr val="dk1"/>
                </a:solidFill>
                <a:latin typeface="Consolas" panose="020B0609020204030204" pitchFamily="49" charset="0"/>
                <a:cs typeface="Consolas" panose="020B0609020204030204" pitchFamily="49" charset="0"/>
              </a:rPr>
              <a:t> install mongoose</a:t>
            </a:r>
            <a:endParaRPr sz="1600" b="1" dirty="0">
              <a:solidFill>
                <a:schemeClr val="dk1"/>
              </a:solidFill>
              <a:latin typeface="Consolas" panose="020B0609020204030204" pitchFamily="49" charset="0"/>
              <a:cs typeface="Consolas" panose="020B0609020204030204" pitchFamily="49" charset="0"/>
            </a:endParaRPr>
          </a:p>
          <a:p>
            <a:pPr marL="733425" marR="0" lvl="7"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latin typeface="Arial"/>
                <a:ea typeface="Arial"/>
                <a:cs typeface="Arial"/>
                <a:sym typeface="Arial"/>
              </a:rPr>
              <a:t>type : </a:t>
            </a:r>
            <a:r>
              <a:rPr lang="en-US" sz="1600" b="1" dirty="0" err="1">
                <a:solidFill>
                  <a:schemeClr val="dk1"/>
                </a:solidFill>
                <a:latin typeface="Consolas" panose="020B0609020204030204" pitchFamily="49" charset="0"/>
                <a:cs typeface="Consolas" panose="020B0609020204030204" pitchFamily="49" charset="0"/>
              </a:rPr>
              <a:t>npm</a:t>
            </a:r>
            <a:r>
              <a:rPr lang="en-US" sz="1600" b="1" dirty="0">
                <a:solidFill>
                  <a:schemeClr val="dk1"/>
                </a:solidFill>
                <a:latin typeface="Consolas" panose="020B0609020204030204" pitchFamily="49" charset="0"/>
                <a:cs typeface="Consolas" panose="020B0609020204030204" pitchFamily="49" charset="0"/>
              </a:rPr>
              <a:t> install </a:t>
            </a:r>
            <a:r>
              <a:rPr lang="en-US" sz="1600" b="1" dirty="0" err="1">
                <a:solidFill>
                  <a:schemeClr val="dk1"/>
                </a:solidFill>
                <a:latin typeface="Consolas" panose="020B0609020204030204" pitchFamily="49" charset="0"/>
                <a:cs typeface="Consolas" panose="020B0609020204030204" pitchFamily="49" charset="0"/>
              </a:rPr>
              <a:t>dotenv</a:t>
            </a:r>
            <a:endParaRPr sz="1600" b="1" dirty="0">
              <a:solidFill>
                <a:schemeClr val="dk1"/>
              </a:solidFill>
              <a:latin typeface="Consolas" panose="020B0609020204030204" pitchFamily="49" charset="0"/>
              <a:cs typeface="Consolas" panose="020B0609020204030204" pitchFamily="49" charset="0"/>
            </a:endParaRPr>
          </a:p>
          <a:p>
            <a:pPr marL="733425" marR="0" lvl="7"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latin typeface="Arial"/>
                <a:ea typeface="Arial"/>
                <a:cs typeface="Arial"/>
                <a:sym typeface="Arial"/>
              </a:rPr>
              <a:t>type : </a:t>
            </a:r>
            <a:r>
              <a:rPr lang="en-US" sz="1600" b="1" dirty="0" err="1">
                <a:solidFill>
                  <a:schemeClr val="dk1"/>
                </a:solidFill>
                <a:latin typeface="Consolas" panose="020B0609020204030204" pitchFamily="49" charset="0"/>
                <a:cs typeface="Consolas" panose="020B0609020204030204" pitchFamily="49" charset="0"/>
              </a:rPr>
              <a:t>nodemon</a:t>
            </a:r>
            <a:r>
              <a:rPr lang="en-US" sz="1600" b="1" dirty="0">
                <a:solidFill>
                  <a:schemeClr val="dk1"/>
                </a:solidFill>
                <a:latin typeface="Consolas" panose="020B0609020204030204" pitchFamily="49" charset="0"/>
                <a:cs typeface="Consolas" panose="020B0609020204030204" pitchFamily="49" charset="0"/>
              </a:rPr>
              <a:t> </a:t>
            </a:r>
            <a:r>
              <a:rPr lang="en-US" sz="1600" b="1" dirty="0" err="1">
                <a:solidFill>
                  <a:schemeClr val="dk1"/>
                </a:solidFill>
                <a:latin typeface="Consolas" panose="020B0609020204030204" pitchFamily="49" charset="0"/>
                <a:cs typeface="Consolas" panose="020B0609020204030204" pitchFamily="49" charset="0"/>
              </a:rPr>
              <a:t>server.js</a:t>
            </a:r>
            <a:endParaRPr sz="1600" b="1" dirty="0">
              <a:solidFill>
                <a:schemeClr val="dk1"/>
              </a:solidFill>
              <a:latin typeface="Consolas" panose="020B0609020204030204" pitchFamily="49" charset="0"/>
              <a:cs typeface="Consolas" panose="020B0609020204030204" pitchFamily="49" charset="0"/>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You should see that </a:t>
            </a:r>
            <a:r>
              <a:rPr lang="en-US" sz="1600" b="1" i="0" u="none" strike="noStrike" cap="none" dirty="0">
                <a:solidFill>
                  <a:schemeClr val="dk1"/>
                </a:solidFill>
                <a:latin typeface="Arial"/>
                <a:ea typeface="Arial"/>
                <a:cs typeface="Arial"/>
                <a:sym typeface="Arial"/>
              </a:rPr>
              <a:t>MongoDB</a:t>
            </a:r>
            <a:r>
              <a:rPr lang="en-US" sz="1600" b="0" i="0" u="none" strike="noStrike" cap="none" dirty="0">
                <a:solidFill>
                  <a:schemeClr val="dk1"/>
                </a:solidFill>
                <a:latin typeface="Arial"/>
                <a:ea typeface="Arial"/>
                <a:cs typeface="Arial"/>
                <a:sym typeface="Arial"/>
              </a:rPr>
              <a:t> is connected before the server runs.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6e7958bfd6_0_4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Example 1: Creating a Schema</a:t>
            </a:r>
            <a:endParaRPr sz="2400" b="1" i="0" u="none" strike="noStrike" cap="none">
              <a:solidFill>
                <a:srgbClr val="11175E"/>
              </a:solidFill>
              <a:latin typeface="Arial"/>
              <a:ea typeface="Arial"/>
              <a:cs typeface="Arial"/>
              <a:sym typeface="Arial"/>
            </a:endParaRPr>
          </a:p>
        </p:txBody>
      </p:sp>
      <p:sp>
        <p:nvSpPr>
          <p:cNvPr id="225" name="Google Shape;225;g36e7958bfd6_0_42"/>
          <p:cNvSpPr txBox="1"/>
          <p:nvPr/>
        </p:nvSpPr>
        <p:spPr>
          <a:xfrm>
            <a:off x="242060" y="1801244"/>
            <a:ext cx="6423916" cy="4884036"/>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For example, we would like to store information about a book. </a:t>
            </a:r>
            <a:endParaRPr sz="1600" dirty="0"/>
          </a:p>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We can think of fields like these:</a:t>
            </a:r>
            <a:endParaRPr sz="1600" dirty="0"/>
          </a:p>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Title</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rating</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price</a:t>
            </a:r>
            <a:r>
              <a:rPr lang="en-US" sz="1600" b="0" i="0" u="none" strike="noStrike" cap="none" dirty="0">
                <a:solidFill>
                  <a:schemeClr val="dk1"/>
                </a:solidFill>
                <a:latin typeface="Arial"/>
                <a:ea typeface="Arial"/>
                <a:cs typeface="Arial"/>
                <a:sym typeface="Arial"/>
              </a:rPr>
              <a:t>. </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br>
              <a:rPr lang="en-US" sz="16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Then we think about the data type of each of the fields</a:t>
            </a:r>
            <a:endParaRPr sz="1600" dirty="0"/>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Title   – string</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ISBN    – string</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Rating  – number</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Price   – number</a:t>
            </a:r>
            <a:endParaRPr sz="1600"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Then, like every record in a table, </a:t>
            </a:r>
            <a:r>
              <a:rPr lang="en-US" sz="1600" dirty="0">
                <a:solidFill>
                  <a:schemeClr val="dk1"/>
                </a:solidFill>
              </a:rPr>
              <a:t>w</a:t>
            </a:r>
            <a:r>
              <a:rPr lang="en-US" sz="1600" b="0" i="0" u="none" strike="noStrike" cap="none" dirty="0">
                <a:solidFill>
                  <a:schemeClr val="dk1"/>
                </a:solidFill>
                <a:latin typeface="Arial"/>
                <a:ea typeface="Arial"/>
                <a:cs typeface="Arial"/>
                <a:sym typeface="Arial"/>
              </a:rPr>
              <a:t>e need to have a unique identifier for each record. </a:t>
            </a:r>
            <a:r>
              <a:rPr lang="en-US" sz="1600" dirty="0">
                <a:solidFill>
                  <a:schemeClr val="dk1"/>
                </a:solidFill>
              </a:rPr>
              <a:t>S</a:t>
            </a:r>
            <a:r>
              <a:rPr lang="en-US" sz="1600" b="0" i="0" u="none" strike="noStrike" cap="none" dirty="0">
                <a:solidFill>
                  <a:schemeClr val="dk1"/>
                </a:solidFill>
                <a:latin typeface="Arial"/>
                <a:ea typeface="Arial"/>
                <a:cs typeface="Arial"/>
                <a:sym typeface="Arial"/>
              </a:rPr>
              <a:t>o in this case, it would be the </a:t>
            </a:r>
            <a:r>
              <a:rPr lang="en-US" sz="1600" b="1" i="0" u="none" strike="noStrike" cap="none" dirty="0">
                <a:solidFill>
                  <a:schemeClr val="dk1"/>
                </a:solidFill>
                <a:latin typeface="Arial"/>
                <a:ea typeface="Arial"/>
                <a:cs typeface="Arial"/>
                <a:sym typeface="Arial"/>
              </a:rPr>
              <a:t>ISBN</a:t>
            </a:r>
            <a:r>
              <a:rPr lang="en-US" sz="1600" b="0" i="0" u="none" strike="noStrike" cap="none" dirty="0">
                <a:solidFill>
                  <a:schemeClr val="dk1"/>
                </a:solidFill>
                <a:latin typeface="Arial"/>
                <a:ea typeface="Arial"/>
                <a:cs typeface="Arial"/>
                <a:sym typeface="Arial"/>
              </a:rPr>
              <a:t> number.</a:t>
            </a:r>
            <a:endParaRPr sz="1600" dirty="0"/>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Title   – string</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ISBN    – string </a:t>
            </a:r>
            <a:r>
              <a:rPr lang="en-US" sz="1600" b="0" i="0" u="none" strike="noStrike" cap="none" dirty="0">
                <a:solidFill>
                  <a:schemeClr val="dk1"/>
                </a:solidFill>
                <a:latin typeface="Arial"/>
                <a:ea typeface="Arial"/>
                <a:cs typeface="Arial"/>
                <a:sym typeface="Arial"/>
              </a:rPr>
              <a:t> (Unique Key) </a:t>
            </a:r>
            <a:endParaRPr sz="1600" dirty="0"/>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Rating  – number</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chemeClr val="dk1"/>
              </a:buClr>
              <a:buSzPts val="1100"/>
              <a:buFont typeface="Arial"/>
              <a:buChar char="-"/>
            </a:pPr>
            <a:r>
              <a:rPr lang="en-US" sz="1600" b="1" dirty="0">
                <a:solidFill>
                  <a:schemeClr val="dk1"/>
                </a:solidFill>
                <a:latin typeface="Consolas" panose="020B0609020204030204" pitchFamily="49" charset="0"/>
                <a:cs typeface="Consolas" panose="020B0609020204030204" pitchFamily="49" charset="0"/>
              </a:rPr>
              <a:t>Price   – number</a:t>
            </a:r>
            <a:endParaRPr sz="1600"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Then we think about if each field is a required field to make it a logical record.  In this case, we don’t have any non-required fields.</a:t>
            </a: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grpSp>
        <p:nvGrpSpPr>
          <p:cNvPr id="226" name="Google Shape;226;g36e7958bfd6_0_42"/>
          <p:cNvGrpSpPr/>
          <p:nvPr/>
        </p:nvGrpSpPr>
        <p:grpSpPr>
          <a:xfrm>
            <a:off x="8184900" y="1709803"/>
            <a:ext cx="3031740" cy="2533461"/>
            <a:chOff x="7118100" y="1801244"/>
            <a:chExt cx="3031740" cy="1937636"/>
          </a:xfrm>
        </p:grpSpPr>
        <p:sp>
          <p:nvSpPr>
            <p:cNvPr id="227" name="Google Shape;227;g36e7958bfd6_0_42"/>
            <p:cNvSpPr/>
            <p:nvPr/>
          </p:nvSpPr>
          <p:spPr>
            <a:xfrm>
              <a:off x="7385810" y="1801244"/>
              <a:ext cx="2438910" cy="1937636"/>
            </a:xfrm>
            <a:prstGeom prst="rect">
              <a:avLst/>
            </a:prstGeom>
            <a:solidFill>
              <a:srgbClr val="DDEAF6"/>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228" name="Google Shape;228;g36e7958bfd6_0_42"/>
            <p:cNvCxnSpPr/>
            <p:nvPr/>
          </p:nvCxnSpPr>
          <p:spPr>
            <a:xfrm>
              <a:off x="7395970" y="2079877"/>
              <a:ext cx="2428750" cy="0"/>
            </a:xfrm>
            <a:prstGeom prst="straightConnector1">
              <a:avLst/>
            </a:prstGeom>
            <a:noFill/>
            <a:ln w="15875" cap="flat" cmpd="sng">
              <a:solidFill>
                <a:srgbClr val="7F7F7F"/>
              </a:solidFill>
              <a:prstDash val="solid"/>
              <a:round/>
              <a:headEnd type="none" w="sm" len="sm"/>
              <a:tailEnd type="none" w="sm" len="sm"/>
            </a:ln>
          </p:spPr>
        </p:cxnSp>
        <p:sp>
          <p:nvSpPr>
            <p:cNvPr id="229" name="Google Shape;229;g36e7958bfd6_0_42"/>
            <p:cNvSpPr txBox="1"/>
            <p:nvPr/>
          </p:nvSpPr>
          <p:spPr>
            <a:xfrm>
              <a:off x="7118100" y="1808007"/>
              <a:ext cx="3031740" cy="2735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solidFill>
                    <a:srgbClr val="000000"/>
                  </a:solidFill>
                  <a:latin typeface="Consolas" panose="020B0609020204030204" pitchFamily="49" charset="0"/>
                  <a:cs typeface="Consolas" panose="020B0609020204030204" pitchFamily="49" charset="0"/>
                  <a:sym typeface="Arial"/>
                </a:rPr>
                <a:t>book</a:t>
              </a:r>
              <a:endParaRPr sz="1600" b="1" i="0" u="none" strike="noStrike" cap="none" dirty="0">
                <a:solidFill>
                  <a:srgbClr val="000000"/>
                </a:solidFill>
                <a:latin typeface="Consolas" panose="020B0609020204030204" pitchFamily="49" charset="0"/>
                <a:cs typeface="Consolas" panose="020B0609020204030204" pitchFamily="49" charset="0"/>
                <a:sym typeface="Arial"/>
              </a:endParaRPr>
            </a:p>
          </p:txBody>
        </p:sp>
        <p:sp>
          <p:nvSpPr>
            <p:cNvPr id="230" name="Google Shape;230;g36e7958bfd6_0_42"/>
            <p:cNvSpPr txBox="1"/>
            <p:nvPr/>
          </p:nvSpPr>
          <p:spPr>
            <a:xfrm>
              <a:off x="7656007" y="2213233"/>
              <a:ext cx="1985400" cy="102603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b="0" i="0" u="none" strike="noStrike" cap="none" dirty="0">
                  <a:solidFill>
                    <a:schemeClr val="dk1"/>
                  </a:solidFill>
                  <a:latin typeface="Consolas" panose="020B0609020204030204" pitchFamily="49" charset="0"/>
                  <a:cs typeface="Consolas" panose="020B0609020204030204" pitchFamily="49" charset="0"/>
                  <a:sym typeface="Arial"/>
                </a:rPr>
                <a:t>Title	String</a:t>
              </a:r>
              <a:endParaRPr dirty="0">
                <a:latin typeface="Consolas" panose="020B0609020204030204" pitchFamily="49" charset="0"/>
                <a:cs typeface="Consolas" panose="020B0609020204030204" pitchFamily="49" charset="0"/>
              </a:endParaRPr>
            </a:p>
            <a:p>
              <a:pPr marL="0" marR="0" lvl="0" indent="0" algn="l" rtl="0">
                <a:lnSpc>
                  <a:spcPct val="150000"/>
                </a:lnSpc>
                <a:spcBef>
                  <a:spcPts val="0"/>
                </a:spcBef>
                <a:spcAft>
                  <a:spcPts val="0"/>
                </a:spcAft>
                <a:buNone/>
              </a:pPr>
              <a:r>
                <a:rPr lang="en-US" b="0" i="0" u="none" strike="noStrike" cap="none" dirty="0">
                  <a:solidFill>
                    <a:schemeClr val="dk1"/>
                  </a:solidFill>
                  <a:latin typeface="Consolas" panose="020B0609020204030204" pitchFamily="49" charset="0"/>
                  <a:cs typeface="Consolas" panose="020B0609020204030204" pitchFamily="49" charset="0"/>
                  <a:sym typeface="Arial"/>
                </a:rPr>
                <a:t>ISBN	String</a:t>
              </a:r>
              <a:endParaRPr dirty="0">
                <a:latin typeface="Consolas" panose="020B0609020204030204" pitchFamily="49" charset="0"/>
                <a:cs typeface="Consolas" panose="020B0609020204030204" pitchFamily="49" charset="0"/>
              </a:endParaRPr>
            </a:p>
            <a:p>
              <a:pPr marL="0" marR="0" lvl="0" indent="0" algn="l" rtl="0">
                <a:lnSpc>
                  <a:spcPct val="150000"/>
                </a:lnSpc>
                <a:spcBef>
                  <a:spcPts val="0"/>
                </a:spcBef>
                <a:spcAft>
                  <a:spcPts val="0"/>
                </a:spcAft>
                <a:buNone/>
              </a:pPr>
              <a:r>
                <a:rPr lang="en-US" b="0" i="0" u="none" strike="noStrike" cap="none" dirty="0">
                  <a:solidFill>
                    <a:schemeClr val="dk1"/>
                  </a:solidFill>
                  <a:latin typeface="Consolas" panose="020B0609020204030204" pitchFamily="49" charset="0"/>
                  <a:cs typeface="Consolas" panose="020B0609020204030204" pitchFamily="49" charset="0"/>
                  <a:sym typeface="Arial"/>
                </a:rPr>
                <a:t>Rating 	Number</a:t>
              </a:r>
              <a:endParaRPr dirty="0">
                <a:latin typeface="Consolas" panose="020B0609020204030204" pitchFamily="49" charset="0"/>
                <a:cs typeface="Consolas" panose="020B0609020204030204" pitchFamily="49" charset="0"/>
              </a:endParaRPr>
            </a:p>
            <a:p>
              <a:pPr marL="0" marR="0" lvl="0" indent="0" algn="l" rtl="0">
                <a:lnSpc>
                  <a:spcPct val="150000"/>
                </a:lnSpc>
                <a:spcBef>
                  <a:spcPts val="0"/>
                </a:spcBef>
                <a:spcAft>
                  <a:spcPts val="0"/>
                </a:spcAft>
                <a:buNone/>
              </a:pPr>
              <a:r>
                <a:rPr lang="en-US" b="0" i="0" u="none" strike="noStrike" cap="none" dirty="0">
                  <a:solidFill>
                    <a:schemeClr val="dk1"/>
                  </a:solidFill>
                  <a:latin typeface="Consolas" panose="020B0609020204030204" pitchFamily="49" charset="0"/>
                  <a:cs typeface="Consolas" panose="020B0609020204030204" pitchFamily="49" charset="0"/>
                  <a:sym typeface="Arial"/>
                </a:rPr>
                <a:t>Price 	Number</a:t>
              </a:r>
              <a:endParaRPr dirty="0">
                <a:latin typeface="Consolas" panose="020B0609020204030204" pitchFamily="49" charset="0"/>
                <a:cs typeface="Consolas" panose="020B0609020204030204" pitchFamily="49" charset="0"/>
              </a:endParaRPr>
            </a:p>
          </p:txBody>
        </p:sp>
        <p:pic>
          <p:nvPicPr>
            <p:cNvPr id="231" name="Google Shape;231;g36e7958bfd6_0_42" descr="Key with solid fill"/>
            <p:cNvPicPr preferRelativeResize="0"/>
            <p:nvPr/>
          </p:nvPicPr>
          <p:blipFill rotWithShape="1">
            <a:blip r:embed="rId3">
              <a:alphaModFix/>
            </a:blip>
            <a:srcRect/>
            <a:stretch/>
          </p:blipFill>
          <p:spPr>
            <a:xfrm rot="5400000">
              <a:off x="7474537" y="2516362"/>
              <a:ext cx="216846" cy="254510"/>
            </a:xfrm>
            <a:prstGeom prst="rect">
              <a:avLst/>
            </a:prstGeom>
            <a:noFill/>
            <a:ln>
              <a:noFill/>
            </a:ln>
          </p:spPr>
        </p:pic>
      </p:grpSp>
      <p:sp>
        <p:nvSpPr>
          <p:cNvPr id="232" name="Google Shape;232;g36e7958bfd6_0_42"/>
          <p:cNvSpPr txBox="1"/>
          <p:nvPr/>
        </p:nvSpPr>
        <p:spPr>
          <a:xfrm>
            <a:off x="8708140" y="3803430"/>
            <a:ext cx="208686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Data Model of a book</a:t>
            </a:r>
            <a:endParaRPr sz="1400" b="0" i="0" u="none" strike="noStrike" cap="none" dirty="0">
              <a:solidFill>
                <a:srgbClr val="000000"/>
              </a:solidFill>
              <a:latin typeface="Arial"/>
              <a:ea typeface="Arial"/>
              <a:cs typeface="Arial"/>
              <a:sym typeface="Arial"/>
            </a:endParaRPr>
          </a:p>
        </p:txBody>
      </p:sp>
      <p:sp>
        <p:nvSpPr>
          <p:cNvPr id="233" name="Google Shape;233;g36e7958bfd6_0_42"/>
          <p:cNvSpPr txBox="1"/>
          <p:nvPr/>
        </p:nvSpPr>
        <p:spPr>
          <a:xfrm>
            <a:off x="7328141" y="4243264"/>
            <a:ext cx="4621799" cy="23607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We then model our needs in a data model like the one above. </a:t>
            </a:r>
            <a:endParaRPr sz="1600" dirty="0"/>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In Mongoose, each field is a key: value pair. E.g.</a:t>
            </a:r>
            <a:br>
              <a:rPr lang="en-US" sz="1600" b="0" i="0" u="none" strike="noStrike" cap="none" dirty="0">
                <a:solidFill>
                  <a:schemeClr val="dk1"/>
                </a:solidFill>
                <a:latin typeface="Arial"/>
                <a:ea typeface="Arial"/>
                <a:cs typeface="Arial"/>
                <a:sym typeface="Arial"/>
              </a:rPr>
            </a:br>
            <a:r>
              <a:rPr lang="en-US" sz="1600" b="1" dirty="0">
                <a:solidFill>
                  <a:schemeClr val="dk1"/>
                </a:solidFill>
                <a:latin typeface="Consolas" panose="020B0609020204030204" pitchFamily="49" charset="0"/>
                <a:cs typeface="Consolas" panose="020B0609020204030204" pitchFamily="49" charset="0"/>
              </a:rPr>
              <a:t>ISBN : ‘1234567’</a:t>
            </a:r>
            <a:endParaRPr sz="1600"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In the next slide we will transform our data model into a schema.</a:t>
            </a:r>
            <a:endParaRPr sz="1600" b="0" i="0" u="none" strike="noStrike" cap="none" dirty="0">
              <a:solidFill>
                <a:schemeClr val="dk1"/>
              </a:solidFill>
              <a:latin typeface="Arial"/>
              <a:ea typeface="Arial"/>
              <a:cs typeface="Arial"/>
              <a:sym typeface="Arial"/>
            </a:endParaRPr>
          </a:p>
        </p:txBody>
      </p:sp>
      <p:sp>
        <p:nvSpPr>
          <p:cNvPr id="234" name="Google Shape;234;g36e7958bfd6_0_42"/>
          <p:cNvSpPr txBox="1"/>
          <p:nvPr/>
        </p:nvSpPr>
        <p:spPr>
          <a:xfrm>
            <a:off x="252666" y="1401282"/>
            <a:ext cx="7246937"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dirty="0">
                <a:solidFill>
                  <a:schemeClr val="dk1"/>
                </a:solidFill>
                <a:latin typeface="Arial"/>
                <a:ea typeface="Arial"/>
                <a:cs typeface="Arial"/>
                <a:sym typeface="Arial"/>
              </a:rPr>
              <a:t>How we go about creating a </a:t>
            </a:r>
            <a:r>
              <a:rPr lang="en-US" sz="1800" b="1" dirty="0">
                <a:solidFill>
                  <a:schemeClr val="dk1"/>
                </a:solidFill>
                <a:latin typeface="Consolas" panose="020B0609020204030204" pitchFamily="49" charset="0"/>
                <a:cs typeface="Consolas" panose="020B0609020204030204" pitchFamily="49" charset="0"/>
              </a:rPr>
              <a:t>schema</a:t>
            </a:r>
            <a:endParaRPr sz="1800" b="1" dirty="0">
              <a:solidFill>
                <a:schemeClr val="dk1"/>
              </a:solidFill>
              <a:latin typeface="Consolas" panose="020B0609020204030204" pitchFamily="49" charset="0"/>
              <a:cs typeface="Consolas" panose="020B06090202040302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book schema using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book: </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model.js</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240" name="Google Shape;240;p20"/>
          <p:cNvSpPr txBox="1"/>
          <p:nvPr/>
        </p:nvSpPr>
        <p:spPr>
          <a:xfrm>
            <a:off x="2855817" y="1708788"/>
            <a:ext cx="6423916" cy="4948044"/>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300" u="none" strike="noStrike" cap="none" dirty="0">
                <a:solidFill>
                  <a:schemeClr val="dk1"/>
                </a:solidFill>
                <a:latin typeface="Consolas" panose="020B0609020204030204" pitchFamily="49" charset="0"/>
                <a:ea typeface="Roboto Mono"/>
                <a:cs typeface="Consolas" panose="020B0609020204030204" pitchFamily="49" charset="0"/>
                <a:sym typeface="Roboto Mono"/>
              </a:rPr>
              <a:t>// create a new schema</a:t>
            </a: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a:t>
            </a:r>
            <a:r>
              <a:rPr lang="en-US" sz="13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bookSchema</a:t>
            </a: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new </a:t>
            </a:r>
            <a:r>
              <a:rPr lang="en-US" sz="13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mongoose.Schema</a:t>
            </a: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title: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String,</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title']</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3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String,</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a:t>
            </a:r>
            <a:r>
              <a:rPr lang="en-US" sz="13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call number’],</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unique: true</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rating: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Number,</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default: 3.0</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price: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Number,</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price']</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3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b="0" i="0" u="none" strike="noStrike" cap="none" dirty="0">
                <a:solidFill>
                  <a:srgbClr val="000000"/>
                </a:solidFill>
                <a:latin typeface="Arial"/>
                <a:ea typeface="Arial"/>
                <a:cs typeface="Arial"/>
                <a:sym typeface="Arial"/>
              </a:rPr>
              <a:t>const Book = </a:t>
            </a:r>
            <a:r>
              <a:rPr lang="en-US" sz="1400" b="0" i="0" u="none" strike="noStrike" cap="none" dirty="0" err="1">
                <a:solidFill>
                  <a:srgbClr val="000000"/>
                </a:solidFill>
                <a:latin typeface="Arial"/>
                <a:ea typeface="Arial"/>
                <a:cs typeface="Arial"/>
                <a:sym typeface="Arial"/>
              </a:rPr>
              <a:t>mongoose.model</a:t>
            </a:r>
            <a:r>
              <a:rPr lang="en-US" sz="1400" b="0" i="0" u="none" strike="noStrike" cap="none" dirty="0">
                <a:solidFill>
                  <a:srgbClr val="000000"/>
                </a:solidFill>
                <a:latin typeface="Arial"/>
                <a:ea typeface="Arial"/>
                <a:cs typeface="Arial"/>
                <a:sym typeface="Arial"/>
              </a:rPr>
              <a:t>('Book', </a:t>
            </a:r>
            <a:r>
              <a:rPr lang="en-US" sz="1400" b="0" i="0" u="none" strike="noStrike" cap="none" dirty="0" err="1">
                <a:solidFill>
                  <a:srgbClr val="000000"/>
                </a:solidFill>
                <a:latin typeface="Arial"/>
                <a:ea typeface="Arial"/>
                <a:cs typeface="Arial"/>
                <a:sym typeface="Arial"/>
              </a:rPr>
              <a:t>bookSchema</a:t>
            </a:r>
            <a:r>
              <a:rPr lang="en-US" sz="1400" b="0" i="0" u="none" strike="noStrike" cap="none" dirty="0">
                <a:solidFill>
                  <a:srgbClr val="000000"/>
                </a:solidFill>
                <a:latin typeface="Arial"/>
                <a:ea typeface="Arial"/>
                <a:cs typeface="Arial"/>
                <a:sym typeface="Arial"/>
              </a:rPr>
              <a:t>, 'books');</a:t>
            </a:r>
            <a:endParaRPr dirty="0"/>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241" name="Google Shape;241;p20"/>
          <p:cNvSpPr/>
          <p:nvPr/>
        </p:nvSpPr>
        <p:spPr>
          <a:xfrm>
            <a:off x="4600282" y="1980952"/>
            <a:ext cx="2076290" cy="240648"/>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2" name="Google Shape;242;p20"/>
          <p:cNvCxnSpPr>
            <a:cxnSpLocks/>
            <a:stCxn id="243" idx="1"/>
            <a:endCxn id="241" idx="3"/>
          </p:cNvCxnSpPr>
          <p:nvPr/>
        </p:nvCxnSpPr>
        <p:spPr>
          <a:xfrm flipH="1" flipV="1">
            <a:off x="6676572" y="2101276"/>
            <a:ext cx="3051605" cy="10693"/>
          </a:xfrm>
          <a:prstGeom prst="straightConnector1">
            <a:avLst/>
          </a:prstGeom>
          <a:noFill/>
          <a:ln w="19050" cap="flat" cmpd="sng">
            <a:solidFill>
              <a:srgbClr val="6AA84F"/>
            </a:solidFill>
            <a:prstDash val="solid"/>
            <a:round/>
            <a:headEnd type="none" w="sm" len="sm"/>
            <a:tailEnd type="triangle" w="med" len="med"/>
          </a:ln>
        </p:spPr>
      </p:cxnSp>
      <p:sp>
        <p:nvSpPr>
          <p:cNvPr id="243" name="Google Shape;243;p20"/>
          <p:cNvSpPr txBox="1"/>
          <p:nvPr/>
        </p:nvSpPr>
        <p:spPr>
          <a:xfrm>
            <a:off x="9728177" y="1527208"/>
            <a:ext cx="1944000" cy="1169521"/>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This mongoose function will create a new schema object</a:t>
            </a:r>
            <a:endParaRPr sz="1600" b="0" i="0" u="none" strike="noStrike" cap="none" dirty="0">
              <a:solidFill>
                <a:srgbClr val="000000"/>
              </a:solidFill>
              <a:latin typeface="Arial"/>
              <a:ea typeface="Arial"/>
              <a:cs typeface="Arial"/>
              <a:sym typeface="Arial"/>
            </a:endParaRPr>
          </a:p>
        </p:txBody>
      </p:sp>
      <p:sp>
        <p:nvSpPr>
          <p:cNvPr id="244" name="Google Shape;244;p20"/>
          <p:cNvSpPr/>
          <p:nvPr/>
        </p:nvSpPr>
        <p:spPr>
          <a:xfrm>
            <a:off x="3218365" y="2198641"/>
            <a:ext cx="682885" cy="240649"/>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5" name="Google Shape;245;p20"/>
          <p:cNvCxnSpPr>
            <a:cxnSpLocks/>
            <a:stCxn id="246" idx="3"/>
            <a:endCxn id="244" idx="1"/>
          </p:cNvCxnSpPr>
          <p:nvPr/>
        </p:nvCxnSpPr>
        <p:spPr>
          <a:xfrm flipV="1">
            <a:off x="2535565" y="2318966"/>
            <a:ext cx="682800" cy="603307"/>
          </a:xfrm>
          <a:prstGeom prst="straightConnector1">
            <a:avLst/>
          </a:prstGeom>
          <a:noFill/>
          <a:ln w="19050" cap="flat" cmpd="sng">
            <a:solidFill>
              <a:srgbClr val="FF9900"/>
            </a:solidFill>
            <a:prstDash val="solid"/>
            <a:round/>
            <a:headEnd type="none" w="sm" len="sm"/>
            <a:tailEnd type="triangle" w="med" len="med"/>
          </a:ln>
        </p:spPr>
      </p:cxnSp>
      <p:sp>
        <p:nvSpPr>
          <p:cNvPr id="246" name="Google Shape;246;p20"/>
          <p:cNvSpPr txBox="1"/>
          <p:nvPr/>
        </p:nvSpPr>
        <p:spPr>
          <a:xfrm>
            <a:off x="334962" y="1845070"/>
            <a:ext cx="2200603" cy="2154406"/>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Our book schema has a bunch of key: value pairs and we can define the type, default value, unique (index) and if it is a required field and others. </a:t>
            </a:r>
            <a:endParaRPr sz="1600" b="0" i="0" u="none" strike="noStrike" cap="none" dirty="0">
              <a:solidFill>
                <a:srgbClr val="000000"/>
              </a:solidFill>
              <a:latin typeface="Arial"/>
              <a:ea typeface="Arial"/>
              <a:cs typeface="Arial"/>
              <a:sym typeface="Arial"/>
            </a:endParaRPr>
          </a:p>
        </p:txBody>
      </p:sp>
      <p:sp>
        <p:nvSpPr>
          <p:cNvPr id="247" name="Google Shape;247;p20"/>
          <p:cNvSpPr/>
          <p:nvPr/>
        </p:nvSpPr>
        <p:spPr>
          <a:xfrm>
            <a:off x="3218450" y="2967432"/>
            <a:ext cx="562521" cy="267226"/>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8" name="Google Shape;248;p20"/>
          <p:cNvCxnSpPr>
            <a:cxnSpLocks/>
            <a:stCxn id="246" idx="3"/>
            <a:endCxn id="247" idx="1"/>
          </p:cNvCxnSpPr>
          <p:nvPr/>
        </p:nvCxnSpPr>
        <p:spPr>
          <a:xfrm>
            <a:off x="2535565" y="2922273"/>
            <a:ext cx="682885" cy="178772"/>
          </a:xfrm>
          <a:prstGeom prst="straightConnector1">
            <a:avLst/>
          </a:prstGeom>
          <a:noFill/>
          <a:ln w="19050" cap="flat" cmpd="sng">
            <a:solidFill>
              <a:srgbClr val="FF9900"/>
            </a:solidFill>
            <a:prstDash val="solid"/>
            <a:round/>
            <a:headEnd type="none" w="sm" len="sm"/>
            <a:tailEnd type="triangle" w="med" len="med"/>
          </a:ln>
        </p:spPr>
      </p:cxnSp>
      <p:sp>
        <p:nvSpPr>
          <p:cNvPr id="249" name="Google Shape;249;p20"/>
          <p:cNvSpPr/>
          <p:nvPr/>
        </p:nvSpPr>
        <p:spPr>
          <a:xfrm>
            <a:off x="3648877" y="4173448"/>
            <a:ext cx="1107566" cy="2207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0" name="Google Shape;250;p20"/>
          <p:cNvCxnSpPr>
            <a:cxnSpLocks/>
            <a:stCxn id="246" idx="3"/>
            <a:endCxn id="249" idx="1"/>
          </p:cNvCxnSpPr>
          <p:nvPr/>
        </p:nvCxnSpPr>
        <p:spPr>
          <a:xfrm>
            <a:off x="2535565" y="2922273"/>
            <a:ext cx="1113312" cy="1361525"/>
          </a:xfrm>
          <a:prstGeom prst="straightConnector1">
            <a:avLst/>
          </a:prstGeom>
          <a:noFill/>
          <a:ln w="19050" cap="flat" cmpd="sng">
            <a:solidFill>
              <a:srgbClr val="FF9900"/>
            </a:solidFill>
            <a:prstDash val="solid"/>
            <a:round/>
            <a:headEnd type="none" w="sm" len="sm"/>
            <a:tailEnd type="triangle" w="med" len="med"/>
          </a:ln>
        </p:spPr>
      </p:cxnSp>
      <p:sp>
        <p:nvSpPr>
          <p:cNvPr id="251" name="Google Shape;251;p20"/>
          <p:cNvSpPr/>
          <p:nvPr/>
        </p:nvSpPr>
        <p:spPr>
          <a:xfrm>
            <a:off x="3636098" y="4965626"/>
            <a:ext cx="1120345" cy="2406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2" name="Google Shape;252;p20"/>
          <p:cNvCxnSpPr>
            <a:cxnSpLocks/>
            <a:stCxn id="246" idx="3"/>
            <a:endCxn id="251" idx="1"/>
          </p:cNvCxnSpPr>
          <p:nvPr/>
        </p:nvCxnSpPr>
        <p:spPr>
          <a:xfrm>
            <a:off x="2535565" y="2922273"/>
            <a:ext cx="1100533" cy="2163653"/>
          </a:xfrm>
          <a:prstGeom prst="straightConnector1">
            <a:avLst/>
          </a:prstGeom>
          <a:noFill/>
          <a:ln w="19050" cap="flat" cmpd="sng">
            <a:solidFill>
              <a:srgbClr val="FF9900"/>
            </a:solidFill>
            <a:prstDash val="solid"/>
            <a:round/>
            <a:headEnd type="none" w="sm" len="sm"/>
            <a:tailEnd type="triangle" w="med" len="med"/>
          </a:ln>
        </p:spPr>
      </p:cxnSp>
      <p:sp>
        <p:nvSpPr>
          <p:cNvPr id="253" name="Google Shape;253;p20"/>
          <p:cNvSpPr/>
          <p:nvPr/>
        </p:nvSpPr>
        <p:spPr>
          <a:xfrm>
            <a:off x="3648878" y="3182784"/>
            <a:ext cx="1169866" cy="240648"/>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4" name="Google Shape;254;p20"/>
          <p:cNvCxnSpPr>
            <a:cxnSpLocks/>
            <a:stCxn id="255" idx="1"/>
            <a:endCxn id="253" idx="3"/>
          </p:cNvCxnSpPr>
          <p:nvPr/>
        </p:nvCxnSpPr>
        <p:spPr>
          <a:xfrm flipH="1" flipV="1">
            <a:off x="4818744" y="3303108"/>
            <a:ext cx="4906509" cy="24434"/>
          </a:xfrm>
          <a:prstGeom prst="straightConnector1">
            <a:avLst/>
          </a:prstGeom>
          <a:noFill/>
          <a:ln w="19050" cap="flat" cmpd="sng">
            <a:solidFill>
              <a:srgbClr val="0000FF"/>
            </a:solidFill>
            <a:prstDash val="solid"/>
            <a:round/>
            <a:headEnd type="none" w="sm" len="sm"/>
            <a:tailEnd type="triangle" w="med" len="med"/>
          </a:ln>
        </p:spPr>
      </p:cxnSp>
      <p:sp>
        <p:nvSpPr>
          <p:cNvPr id="255" name="Google Shape;255;p20"/>
          <p:cNvSpPr txBox="1"/>
          <p:nvPr/>
        </p:nvSpPr>
        <p:spPr>
          <a:xfrm>
            <a:off x="9725253" y="2989003"/>
            <a:ext cx="1945800" cy="677078"/>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Data type of each field</a:t>
            </a:r>
            <a:endParaRPr sz="1600" b="0" i="0" u="none" strike="noStrike" cap="none">
              <a:solidFill>
                <a:srgbClr val="000000"/>
              </a:solidFill>
              <a:latin typeface="Arial"/>
              <a:ea typeface="Arial"/>
              <a:cs typeface="Arial"/>
              <a:sym typeface="Arial"/>
            </a:endParaRPr>
          </a:p>
        </p:txBody>
      </p:sp>
      <p:sp>
        <p:nvSpPr>
          <p:cNvPr id="256" name="Google Shape;256;p20"/>
          <p:cNvSpPr/>
          <p:nvPr/>
        </p:nvSpPr>
        <p:spPr>
          <a:xfrm>
            <a:off x="3636099" y="3576474"/>
            <a:ext cx="1182646" cy="231760"/>
          </a:xfrm>
          <a:prstGeom prst="flowChartAlternateProcess">
            <a:avLst/>
          </a:prstGeom>
          <a:noFill/>
          <a:ln w="19050" cap="flat" cmpd="sng">
            <a:solidFill>
              <a:srgbClr val="FF999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7" name="Google Shape;257;p20"/>
          <p:cNvCxnSpPr>
            <a:cxnSpLocks/>
            <a:stCxn id="258" idx="1"/>
            <a:endCxn id="256" idx="3"/>
          </p:cNvCxnSpPr>
          <p:nvPr/>
        </p:nvCxnSpPr>
        <p:spPr>
          <a:xfrm flipH="1" flipV="1">
            <a:off x="4818745" y="3692354"/>
            <a:ext cx="4906508" cy="995703"/>
          </a:xfrm>
          <a:prstGeom prst="straightConnector1">
            <a:avLst/>
          </a:prstGeom>
          <a:noFill/>
          <a:ln w="19050" cap="flat" cmpd="sng">
            <a:solidFill>
              <a:srgbClr val="FF9999"/>
            </a:solidFill>
            <a:prstDash val="solid"/>
            <a:round/>
            <a:headEnd type="none" w="sm" len="sm"/>
            <a:tailEnd type="triangle" w="med" len="med"/>
          </a:ln>
        </p:spPr>
      </p:cxnSp>
      <p:sp>
        <p:nvSpPr>
          <p:cNvPr id="259" name="Google Shape;259;p20"/>
          <p:cNvSpPr txBox="1"/>
          <p:nvPr/>
        </p:nvSpPr>
        <p:spPr>
          <a:xfrm>
            <a:off x="9725253" y="5616572"/>
            <a:ext cx="1945800"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a:latin typeface="Consolas" panose="020B0609020204030204" pitchFamily="49" charset="0"/>
                <a:cs typeface="Consolas" panose="020B0609020204030204" pitchFamily="49" charset="0"/>
              </a:rPr>
              <a:t>books</a:t>
            </a:r>
            <a:r>
              <a:rPr lang="en-US" sz="1600" b="0" i="0" u="none" strike="noStrike" cap="none" dirty="0">
                <a:solidFill>
                  <a:schemeClr val="dk1"/>
                </a:solidFill>
                <a:latin typeface="Arial"/>
                <a:ea typeface="Arial"/>
                <a:cs typeface="Arial"/>
                <a:sym typeface="Arial"/>
              </a:rPr>
              <a:t> here refers to our collection in our database.</a:t>
            </a:r>
            <a:endParaRPr sz="1600" b="0" i="0" u="none" strike="noStrike" cap="none" dirty="0">
              <a:solidFill>
                <a:srgbClr val="000000"/>
              </a:solidFill>
              <a:latin typeface="Arial"/>
              <a:ea typeface="Arial"/>
              <a:cs typeface="Arial"/>
              <a:sym typeface="Arial"/>
            </a:endParaRPr>
          </a:p>
        </p:txBody>
      </p:sp>
      <p:sp>
        <p:nvSpPr>
          <p:cNvPr id="260" name="Google Shape;260;p20"/>
          <p:cNvSpPr/>
          <p:nvPr/>
        </p:nvSpPr>
        <p:spPr>
          <a:xfrm>
            <a:off x="7083472" y="5963621"/>
            <a:ext cx="775253" cy="240600"/>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1" name="Google Shape;261;p20"/>
          <p:cNvCxnSpPr>
            <a:cxnSpLocks/>
            <a:stCxn id="259" idx="1"/>
            <a:endCxn id="260" idx="3"/>
          </p:cNvCxnSpPr>
          <p:nvPr/>
        </p:nvCxnSpPr>
        <p:spPr>
          <a:xfrm flipH="1">
            <a:off x="7858725" y="6078222"/>
            <a:ext cx="1866528" cy="5699"/>
          </a:xfrm>
          <a:prstGeom prst="straightConnector1">
            <a:avLst/>
          </a:prstGeom>
          <a:noFill/>
          <a:ln w="19050" cap="flat" cmpd="sng">
            <a:solidFill>
              <a:srgbClr val="CC99FF"/>
            </a:solidFill>
            <a:prstDash val="solid"/>
            <a:round/>
            <a:headEnd type="none" w="sm" len="sm"/>
            <a:tailEnd type="triangle" w="med" len="med"/>
          </a:ln>
        </p:spPr>
      </p:cxnSp>
      <p:sp>
        <p:nvSpPr>
          <p:cNvPr id="262" name="Google Shape;262;p20"/>
          <p:cNvSpPr txBox="1"/>
          <p:nvPr/>
        </p:nvSpPr>
        <p:spPr>
          <a:xfrm>
            <a:off x="334963" y="5733533"/>
            <a:ext cx="1944000" cy="923299"/>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Create a new </a:t>
            </a:r>
            <a:r>
              <a:rPr lang="en-US" sz="1600" b="1" dirty="0">
                <a:latin typeface="Consolas" panose="020B0609020204030204" pitchFamily="49" charset="0"/>
                <a:cs typeface="Consolas" panose="020B0609020204030204" pitchFamily="49" charset="0"/>
              </a:rPr>
              <a:t>Book</a:t>
            </a:r>
            <a:r>
              <a:rPr lang="en-US" sz="1600" b="0" i="0" u="none" strike="noStrike" cap="none" dirty="0">
                <a:solidFill>
                  <a:srgbClr val="000000"/>
                </a:solidFill>
                <a:latin typeface="Arial"/>
                <a:ea typeface="Arial"/>
                <a:cs typeface="Arial"/>
                <a:sym typeface="Arial"/>
              </a:rPr>
              <a:t> model based on </a:t>
            </a:r>
            <a:r>
              <a:rPr lang="en-US" sz="1600" b="1" dirty="0" err="1">
                <a:latin typeface="Consolas" panose="020B0609020204030204" pitchFamily="49" charset="0"/>
                <a:cs typeface="Consolas" panose="020B0609020204030204" pitchFamily="49" charset="0"/>
              </a:rPr>
              <a:t>bookSchema</a:t>
            </a:r>
            <a:r>
              <a:rPr lang="en-US" sz="1600" b="0" i="0" u="none" strike="noStrike" cap="none" dirty="0">
                <a:solidFill>
                  <a:srgbClr val="000000"/>
                </a:solidFill>
                <a:latin typeface="Arial"/>
                <a:ea typeface="Arial"/>
                <a:cs typeface="Arial"/>
                <a:sym typeface="Arial"/>
              </a:rPr>
              <a:t>. </a:t>
            </a:r>
            <a:endParaRPr sz="1600" b="0" i="0" u="none" strike="noStrike" cap="none" dirty="0">
              <a:solidFill>
                <a:srgbClr val="000000"/>
              </a:solidFill>
              <a:latin typeface="Arial"/>
              <a:ea typeface="Arial"/>
              <a:cs typeface="Arial"/>
              <a:sym typeface="Arial"/>
            </a:endParaRPr>
          </a:p>
        </p:txBody>
      </p:sp>
      <p:sp>
        <p:nvSpPr>
          <p:cNvPr id="263" name="Google Shape;263;p20"/>
          <p:cNvSpPr/>
          <p:nvPr/>
        </p:nvSpPr>
        <p:spPr>
          <a:xfrm>
            <a:off x="3379172" y="5963621"/>
            <a:ext cx="2034103" cy="229200"/>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4" name="Google Shape;264;p20"/>
          <p:cNvCxnSpPr>
            <a:cxnSpLocks/>
            <a:stCxn id="262" idx="3"/>
            <a:endCxn id="263" idx="1"/>
          </p:cNvCxnSpPr>
          <p:nvPr/>
        </p:nvCxnSpPr>
        <p:spPr>
          <a:xfrm flipV="1">
            <a:off x="2278963" y="6078221"/>
            <a:ext cx="1100209" cy="116962"/>
          </a:xfrm>
          <a:prstGeom prst="straightConnector1">
            <a:avLst/>
          </a:prstGeom>
          <a:noFill/>
          <a:ln w="19050" cap="flat" cmpd="sng">
            <a:solidFill>
              <a:srgbClr val="FFCCFF"/>
            </a:solidFill>
            <a:prstDash val="solid"/>
            <a:round/>
            <a:headEnd type="none" w="sm" len="sm"/>
            <a:tailEnd type="triangle" w="med" len="med"/>
          </a:ln>
        </p:spPr>
      </p:cxnSp>
      <p:sp>
        <p:nvSpPr>
          <p:cNvPr id="258" name="Google Shape;258;p20"/>
          <p:cNvSpPr txBox="1"/>
          <p:nvPr/>
        </p:nvSpPr>
        <p:spPr>
          <a:xfrm>
            <a:off x="9725253" y="3980186"/>
            <a:ext cx="1945800" cy="1415742"/>
          </a:xfrm>
          <a:prstGeom prst="rect">
            <a:avLst/>
          </a:prstGeom>
          <a:solidFill>
            <a:srgbClr val="FF9999"/>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We use </a:t>
            </a:r>
          </a:p>
          <a:p>
            <a:pPr marL="0" marR="0" lvl="0" indent="0" algn="ctr" rtl="0">
              <a:lnSpc>
                <a:spcPct val="100000"/>
              </a:lnSpc>
              <a:spcBef>
                <a:spcPts val="0"/>
              </a:spcBef>
              <a:spcAft>
                <a:spcPts val="0"/>
              </a:spcAft>
              <a:buClr>
                <a:schemeClr val="dk1"/>
              </a:buClr>
              <a:buSzPts val="1100"/>
              <a:buFont typeface="Arial"/>
              <a:buNone/>
            </a:pPr>
            <a:r>
              <a:rPr lang="en-US" sz="1600" b="1" dirty="0">
                <a:latin typeface="Consolas" panose="020B0609020204030204" pitchFamily="49" charset="0"/>
                <a:cs typeface="Consolas" panose="020B0609020204030204" pitchFamily="49" charset="0"/>
              </a:rPr>
              <a:t>unique: true</a:t>
            </a:r>
            <a:endParaRPr lang="en-US" sz="1600" dirty="0">
              <a:solidFill>
                <a:schemeClr val="dk1"/>
              </a:solidFill>
            </a:endParaRPr>
          </a:p>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to set it as the unique index on that field.</a:t>
            </a:r>
            <a:endParaRPr sz="1600" b="0" i="0" u="none" strike="noStrike" cap="none" dirty="0">
              <a:solidFill>
                <a:srgbClr val="000000"/>
              </a:solidFill>
              <a:latin typeface="Arial"/>
              <a:ea typeface="Arial"/>
              <a:cs typeface="Arial"/>
              <a:sym typeface="Arial"/>
            </a:endParaRPr>
          </a:p>
        </p:txBody>
      </p:sp>
      <p:sp>
        <p:nvSpPr>
          <p:cNvPr id="265" name="Google Shape;265;p20"/>
          <p:cNvSpPr txBox="1"/>
          <p:nvPr/>
        </p:nvSpPr>
        <p:spPr>
          <a:xfrm>
            <a:off x="238081" y="1402999"/>
            <a:ext cx="7246937"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dirty="0">
                <a:solidFill>
                  <a:schemeClr val="dk1"/>
                </a:solidFill>
                <a:latin typeface="Arial"/>
                <a:ea typeface="Arial"/>
                <a:cs typeface="Arial"/>
                <a:sym typeface="Arial"/>
              </a:rPr>
              <a:t>Let’s look at our new book schema</a:t>
            </a:r>
            <a:endParaRPr sz="1600" dirty="0"/>
          </a:p>
        </p:txBody>
      </p:sp>
      <p:sp>
        <p:nvSpPr>
          <p:cNvPr id="266" name="Google Shape;266;p20"/>
          <p:cNvSpPr txBox="1"/>
          <p:nvPr/>
        </p:nvSpPr>
        <p:spPr>
          <a:xfrm>
            <a:off x="334962" y="4387909"/>
            <a:ext cx="2231217" cy="1169521"/>
          </a:xfrm>
          <a:prstGeom prst="rect">
            <a:avLst/>
          </a:prstGeom>
          <a:solidFill>
            <a:srgbClr val="FEE599"/>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Consolas" panose="020B0609020204030204" pitchFamily="49" charset="0"/>
                <a:cs typeface="Consolas" panose="020B0609020204030204" pitchFamily="49" charset="0"/>
                <a:sym typeface="Arial"/>
              </a:rPr>
              <a:t>true</a:t>
            </a:r>
            <a:r>
              <a:rPr lang="en-US" sz="1600" b="0" i="0" u="none" strike="noStrike" cap="none" dirty="0">
                <a:solidFill>
                  <a:srgbClr val="000000"/>
                </a:solidFill>
                <a:latin typeface="Arial"/>
                <a:ea typeface="Arial"/>
                <a:cs typeface="Arial"/>
                <a:sym typeface="Arial"/>
              </a:rPr>
              <a:t>: means required and the string is a</a:t>
            </a:r>
            <a:br>
              <a:rPr lang="en-US" sz="1600" b="0" i="0" u="none" strike="noStrike" cap="none" dirty="0">
                <a:solidFill>
                  <a:srgbClr val="000000"/>
                </a:solidFill>
                <a:latin typeface="Arial"/>
                <a:ea typeface="Arial"/>
                <a:cs typeface="Arial"/>
                <a:sym typeface="Arial"/>
              </a:rPr>
            </a:br>
            <a:r>
              <a:rPr lang="en-US" sz="1600" b="0" i="0" u="none" strike="noStrike" cap="none" dirty="0">
                <a:solidFill>
                  <a:srgbClr val="000000"/>
                </a:solidFill>
                <a:latin typeface="Arial"/>
                <a:ea typeface="Arial"/>
                <a:cs typeface="Arial"/>
                <a:sym typeface="Arial"/>
              </a:rPr>
              <a:t>feedback message if the field is left empty.</a:t>
            </a:r>
            <a:endParaRPr sz="1600" b="0" i="0" u="none" strike="noStrike" cap="none" dirty="0">
              <a:solidFill>
                <a:srgbClr val="000000"/>
              </a:solidFill>
              <a:latin typeface="Arial"/>
              <a:ea typeface="Arial"/>
              <a:cs typeface="Arial"/>
              <a:sym typeface="Arial"/>
            </a:endParaRPr>
          </a:p>
        </p:txBody>
      </p:sp>
      <p:sp>
        <p:nvSpPr>
          <p:cNvPr id="267" name="Google Shape;267;p20"/>
          <p:cNvSpPr/>
          <p:nvPr/>
        </p:nvSpPr>
        <p:spPr>
          <a:xfrm>
            <a:off x="4600282" y="5148148"/>
            <a:ext cx="3128576" cy="240600"/>
          </a:xfrm>
          <a:prstGeom prst="flowChartAlternateProcess">
            <a:avLst/>
          </a:prstGeom>
          <a:noFill/>
          <a:ln w="19050"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8" name="Google Shape;268;p20"/>
          <p:cNvCxnSpPr>
            <a:cxnSpLocks/>
            <a:stCxn id="266" idx="3"/>
            <a:endCxn id="267" idx="1"/>
          </p:cNvCxnSpPr>
          <p:nvPr/>
        </p:nvCxnSpPr>
        <p:spPr>
          <a:xfrm>
            <a:off x="2566179" y="4972670"/>
            <a:ext cx="2034103" cy="295778"/>
          </a:xfrm>
          <a:prstGeom prst="bentConnector3">
            <a:avLst>
              <a:gd name="adj1" fmla="val 27523"/>
            </a:avLst>
          </a:prstGeom>
          <a:noFill/>
          <a:ln w="19050" cap="flat" cmpd="sng">
            <a:solidFill>
              <a:srgbClr val="FFD966"/>
            </a:solidFill>
            <a:prstDash val="solid"/>
            <a:round/>
            <a:headEnd type="none" w="sm" len="sm"/>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Create book schema using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book-</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model.js</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274" name="Google Shape;274;p21"/>
          <p:cNvSpPr txBox="1"/>
          <p:nvPr/>
        </p:nvSpPr>
        <p:spPr>
          <a:xfrm>
            <a:off x="124386" y="1798920"/>
            <a:ext cx="5188278" cy="2254103"/>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Terminate your current  server session in terminal.</a:t>
            </a:r>
            <a:endParaRPr dirty="0"/>
          </a:p>
          <a:p>
            <a:pPr marL="457200" lvl="0" indent="-330200">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VSC, navigate to your </a:t>
            </a:r>
            <a:r>
              <a:rPr lang="en-US" sz="1600" b="1" i="0" u="none" strike="noStrike" cap="none" dirty="0">
                <a:solidFill>
                  <a:schemeClr val="tx1"/>
                </a:solidFill>
                <a:latin typeface="Consolas" panose="020B0609020204030204" pitchFamily="49" charset="0"/>
                <a:cs typeface="Consolas" panose="020B0609020204030204" pitchFamily="49" charset="0"/>
                <a:sym typeface="Arial"/>
              </a:rPr>
              <a:t>week10 </a:t>
            </a:r>
            <a:r>
              <a:rPr lang="en-US" sz="1600" b="1" dirty="0">
                <a:solidFill>
                  <a:schemeClr val="tx1"/>
                </a:solidFill>
                <a:latin typeface="Consolas" panose="020B0609020204030204" pitchFamily="49" charset="0"/>
                <a:cs typeface="Consolas" panose="020B0609020204030204" pitchFamily="49" charset="0"/>
              </a:rPr>
              <a:t>⟶ examples ⟶ example1 ⟶ model ⟶ book-</a:t>
            </a:r>
            <a:r>
              <a:rPr lang="en-US" sz="1600" b="1" dirty="0" err="1">
                <a:solidFill>
                  <a:schemeClr val="tx1"/>
                </a:solidFill>
                <a:latin typeface="Consolas" panose="020B0609020204030204" pitchFamily="49" charset="0"/>
                <a:cs typeface="Consolas" panose="020B0609020204030204" pitchFamily="49" charset="0"/>
              </a:rPr>
              <a:t>model</a:t>
            </a:r>
            <a:r>
              <a:rPr lang="en-US" sz="1600" b="1" i="0" u="none" strike="noStrike" cap="none" dirty="0" err="1">
                <a:solidFill>
                  <a:schemeClr val="tx1"/>
                </a:solidFill>
                <a:latin typeface="Consolas" panose="020B0609020204030204" pitchFamily="49" charset="0"/>
                <a:cs typeface="Consolas" panose="020B0609020204030204" pitchFamily="49" charset="0"/>
                <a:sym typeface="Arial"/>
              </a:rPr>
              <a:t>.js</a:t>
            </a:r>
            <a:endParaRPr dirty="0">
              <a:solidFill>
                <a:schemeClr val="tx1"/>
              </a:solidFill>
              <a:latin typeface="Consolas" panose="020B0609020204030204" pitchFamily="49" charset="0"/>
              <a:cs typeface="Consolas" panose="020B0609020204030204" pitchFamily="49" charset="0"/>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Copy and paste the book schema as shown. Correct any error single quotes after the code is pasted.</a:t>
            </a: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sp>
        <p:nvSpPr>
          <p:cNvPr id="275" name="Google Shape;275;p21"/>
          <p:cNvSpPr txBox="1"/>
          <p:nvPr/>
        </p:nvSpPr>
        <p:spPr>
          <a:xfrm>
            <a:off x="5872297" y="1880753"/>
            <a:ext cx="6195317" cy="461886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mongoose = require('mongoose');</a:t>
            </a:r>
            <a:endParaRPr dirty="0"/>
          </a:p>
          <a:p>
            <a:pPr marL="0" marR="0" lvl="0" indent="0" algn="l" rtl="0">
              <a:lnSpc>
                <a:spcPct val="100000"/>
              </a:lnSpc>
              <a:spcBef>
                <a:spcPts val="0"/>
              </a:spcBef>
              <a:spcAft>
                <a:spcPts val="0"/>
              </a:spcAft>
              <a:buNone/>
            </a:pPr>
            <a:b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Create a new ‘book' schema</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a:t>
            </a:r>
            <a:r>
              <a:rPr lang="en-US" sz="12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bookSchema</a:t>
            </a: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new </a:t>
            </a:r>
            <a:r>
              <a:rPr lang="en-US" sz="12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mongoose.Schema</a:t>
            </a: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title: {</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String,</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title']</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2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String,</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a:t>
            </a:r>
            <a:r>
              <a:rPr lang="en-US" sz="12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call number'],</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unique: true</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rating: {</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Number,</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default: 3.0</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price: {</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type: Number,</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required: [true, 'A book must have a price']</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Book = </a:t>
            </a:r>
            <a:r>
              <a:rPr lang="en-US" sz="12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mongoose.model</a:t>
            </a: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('Book', </a:t>
            </a:r>
            <a:r>
              <a:rPr lang="en-US" sz="12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bookSchema</a:t>
            </a:r>
            <a:r>
              <a:rPr lang="en-US" sz="12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,'books');</a:t>
            </a:r>
            <a:endParaRPr dirty="0"/>
          </a:p>
          <a:p>
            <a:pPr marL="0" marR="0" lvl="0" indent="0" algn="l" rtl="0">
              <a:lnSpc>
                <a:spcPct val="100000"/>
              </a:lnSpc>
              <a:spcBef>
                <a:spcPts val="0"/>
              </a:spcBef>
              <a:spcAft>
                <a:spcPts val="0"/>
              </a:spcAft>
              <a:buClr>
                <a:schemeClr val="dk1"/>
              </a:buClr>
              <a:buSzPts val="1100"/>
              <a:buFont typeface="Arial"/>
              <a:buNone/>
            </a:pPr>
            <a:endParaRPr sz="12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chemeClr val="dk1"/>
              </a:buClr>
              <a:buSzPts val="1100"/>
              <a:buFont typeface="Arial"/>
              <a:buNone/>
            </a:pPr>
            <a:endParaRPr sz="12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276" name="Google Shape;276;p21"/>
          <p:cNvSpPr txBox="1"/>
          <p:nvPr/>
        </p:nvSpPr>
        <p:spPr>
          <a:xfrm>
            <a:off x="238081" y="1402999"/>
            <a:ext cx="7246937" cy="62632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1" i="0" u="none" strike="noStrike" cap="none">
                <a:solidFill>
                  <a:schemeClr val="dk1"/>
                </a:solidFill>
                <a:latin typeface="Arial"/>
                <a:ea typeface="Arial"/>
                <a:cs typeface="Arial"/>
                <a:sym typeface="Arial"/>
              </a:rPr>
              <a:t>Update the book-model with the schema as shown</a:t>
            </a:r>
            <a:endParaRPr/>
          </a:p>
          <a:p>
            <a:pPr marL="0" marR="0" lvl="0" indent="0" algn="l" rtl="0">
              <a:lnSpc>
                <a:spcPct val="100000"/>
              </a:lnSpc>
              <a:spcBef>
                <a:spcPts val="0"/>
              </a:spcBef>
              <a:spcAft>
                <a:spcPts val="0"/>
              </a:spcAft>
              <a:buNone/>
            </a:pPr>
            <a:endParaRPr sz="1600" b="1"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6e7958bfd6_0_1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Using Compass to view and import data </a:t>
            </a:r>
            <a:endParaRPr sz="2400" b="1" i="0" u="none" strike="noStrike" cap="none" dirty="0">
              <a:solidFill>
                <a:srgbClr val="11175E"/>
              </a:solidFill>
              <a:latin typeface="Arial"/>
              <a:ea typeface="Arial"/>
              <a:cs typeface="Arial"/>
              <a:sym typeface="Arial"/>
            </a:endParaRPr>
          </a:p>
        </p:txBody>
      </p:sp>
      <p:sp>
        <p:nvSpPr>
          <p:cNvPr id="282" name="Google Shape;282;g36e7958bfd6_0_16"/>
          <p:cNvSpPr txBox="1"/>
          <p:nvPr/>
        </p:nvSpPr>
        <p:spPr>
          <a:xfrm>
            <a:off x="107103" y="2844156"/>
            <a:ext cx="5810952" cy="24276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Run the application after download.</a:t>
            </a:r>
            <a:endParaRPr dirty="0"/>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on </a:t>
            </a:r>
            <a:r>
              <a:rPr lang="en-US" sz="1600" b="1" i="0" u="none" strike="noStrike" cap="none" dirty="0">
                <a:solidFill>
                  <a:schemeClr val="dk1"/>
                </a:solidFill>
                <a:latin typeface="Arial"/>
                <a:ea typeface="Arial"/>
                <a:cs typeface="Arial"/>
                <a:sym typeface="Arial"/>
              </a:rPr>
              <a:t>Add new connection</a:t>
            </a:r>
            <a:endParaRPr b="1" dirty="0"/>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Paste your connection string that you previously saved from </a:t>
            </a:r>
            <a:r>
              <a:rPr lang="en-US" sz="1600" b="1" i="0" u="none" strike="noStrike" cap="none" dirty="0">
                <a:solidFill>
                  <a:schemeClr val="dk1"/>
                </a:solidFill>
                <a:latin typeface="Arial"/>
                <a:ea typeface="Arial"/>
                <a:cs typeface="Arial"/>
                <a:sym typeface="Arial"/>
              </a:rPr>
              <a:t>Atlas</a:t>
            </a:r>
            <a:r>
              <a:rPr lang="en-US" sz="1600" b="0" i="0" u="none" strike="noStrike" cap="none" dirty="0">
                <a:solidFill>
                  <a:schemeClr val="dk1"/>
                </a:solidFill>
                <a:latin typeface="Arial"/>
                <a:ea typeface="Arial"/>
                <a:cs typeface="Arial"/>
                <a:sym typeface="Arial"/>
              </a:rPr>
              <a:t>.</a:t>
            </a:r>
            <a:endParaRPr dirty="0"/>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a:t>
            </a:r>
            <a:r>
              <a:rPr lang="en-US" sz="1600" b="1" dirty="0">
                <a:solidFill>
                  <a:schemeClr val="dk1"/>
                </a:solidFill>
              </a:rPr>
              <a:t>S</a:t>
            </a:r>
            <a:r>
              <a:rPr lang="en-US" sz="1600" b="1" i="0" u="none" strike="noStrike" cap="none" dirty="0">
                <a:solidFill>
                  <a:schemeClr val="dk1"/>
                </a:solidFill>
                <a:latin typeface="Arial"/>
                <a:ea typeface="Arial"/>
                <a:cs typeface="Arial"/>
                <a:sym typeface="Arial"/>
              </a:rPr>
              <a:t>ave and Connect</a:t>
            </a:r>
            <a:endParaRPr b="1" dirty="0"/>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pic>
        <p:nvPicPr>
          <p:cNvPr id="283" name="Google Shape;283;g36e7958bfd6_0_16"/>
          <p:cNvPicPr preferRelativeResize="0"/>
          <p:nvPr/>
        </p:nvPicPr>
        <p:blipFill rotWithShape="1">
          <a:blip r:embed="rId3">
            <a:alphaModFix/>
          </a:blip>
          <a:srcRect/>
          <a:stretch/>
        </p:blipFill>
        <p:spPr>
          <a:xfrm>
            <a:off x="6456364" y="1440522"/>
            <a:ext cx="2667428" cy="2521932"/>
          </a:xfrm>
          <a:prstGeom prst="rect">
            <a:avLst/>
          </a:prstGeom>
          <a:noFill/>
          <a:ln w="9525" cap="flat" cmpd="sng">
            <a:solidFill>
              <a:schemeClr val="accent1"/>
            </a:solidFill>
            <a:prstDash val="solid"/>
            <a:round/>
            <a:headEnd type="none" w="sm" len="sm"/>
            <a:tailEnd type="none" w="sm" len="sm"/>
          </a:ln>
        </p:spPr>
      </p:pic>
      <p:sp>
        <p:nvSpPr>
          <p:cNvPr id="284" name="Google Shape;284;g36e7958bfd6_0_16"/>
          <p:cNvSpPr txBox="1"/>
          <p:nvPr/>
        </p:nvSpPr>
        <p:spPr>
          <a:xfrm>
            <a:off x="238081" y="1421287"/>
            <a:ext cx="7246800" cy="6219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1" i="0" u="none" strike="noStrike" cap="none" dirty="0">
                <a:solidFill>
                  <a:schemeClr val="dk1"/>
                </a:solidFill>
                <a:latin typeface="Arial"/>
                <a:ea typeface="Arial"/>
                <a:cs typeface="Arial"/>
                <a:sym typeface="Arial"/>
              </a:rPr>
              <a:t>Connect to Compass App</a:t>
            </a:r>
            <a:endParaRPr sz="16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600" b="1" i="0" u="none" strike="noStrike" cap="none" dirty="0">
              <a:solidFill>
                <a:srgbClr val="000000"/>
              </a:solidFill>
              <a:latin typeface="Arial"/>
              <a:ea typeface="Arial"/>
              <a:cs typeface="Arial"/>
              <a:sym typeface="Arial"/>
            </a:endParaRPr>
          </a:p>
        </p:txBody>
      </p:sp>
      <p:sp>
        <p:nvSpPr>
          <p:cNvPr id="285" name="Google Shape;285;g36e7958bfd6_0_16"/>
          <p:cNvSpPr txBox="1"/>
          <p:nvPr/>
        </p:nvSpPr>
        <p:spPr>
          <a:xfrm>
            <a:off x="240870" y="1858289"/>
            <a:ext cx="6215494" cy="94175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dirty="0">
                <a:solidFill>
                  <a:schemeClr val="dk1"/>
                </a:solidFill>
                <a:latin typeface="Arial"/>
                <a:ea typeface="Arial"/>
                <a:cs typeface="Arial"/>
                <a:sym typeface="Arial"/>
              </a:rPr>
              <a:t>It will be too</a:t>
            </a:r>
            <a:r>
              <a:rPr lang="en-US" sz="1600" b="1" i="0" u="none" strike="noStrike" cap="none" dirty="0">
                <a:solidFill>
                  <a:schemeClr val="dk1"/>
                </a:solidFill>
                <a:latin typeface="Arial"/>
                <a:ea typeface="Arial"/>
                <a:cs typeface="Arial"/>
                <a:sym typeface="Arial"/>
              </a:rPr>
              <a:t> tedious </a:t>
            </a:r>
            <a:r>
              <a:rPr lang="en-US" sz="1600" b="0" i="0" u="none" strike="noStrike" cap="none" dirty="0">
                <a:solidFill>
                  <a:schemeClr val="dk1"/>
                </a:solidFill>
                <a:latin typeface="Arial"/>
                <a:ea typeface="Arial"/>
                <a:cs typeface="Arial"/>
                <a:sym typeface="Arial"/>
              </a:rPr>
              <a:t>to add our document one by one. </a:t>
            </a:r>
            <a:r>
              <a:rPr lang="en-US" sz="1600" dirty="0">
                <a:solidFill>
                  <a:schemeClr val="dk1"/>
                </a:solidFill>
              </a:rPr>
              <a:t>T</a:t>
            </a:r>
            <a:r>
              <a:rPr lang="en-US" sz="1600" b="0" i="0" u="none" strike="noStrike" cap="none" dirty="0">
                <a:solidFill>
                  <a:schemeClr val="dk1"/>
                </a:solidFill>
                <a:latin typeface="Arial"/>
                <a:ea typeface="Arial"/>
                <a:cs typeface="Arial"/>
                <a:sym typeface="Arial"/>
              </a:rPr>
              <a:t>herefore, we will be using the </a:t>
            </a:r>
            <a:r>
              <a:rPr lang="en-US" sz="1600" b="1" i="0" u="none" strike="noStrike" cap="none" dirty="0">
                <a:solidFill>
                  <a:schemeClr val="dk1"/>
                </a:solidFill>
                <a:latin typeface="Arial"/>
                <a:ea typeface="Arial"/>
                <a:cs typeface="Arial"/>
                <a:sym typeface="Arial"/>
              </a:rPr>
              <a:t>Compass</a:t>
            </a:r>
            <a:r>
              <a:rPr lang="en-US" sz="1600" b="0" i="0" u="none" strike="noStrike" cap="none" dirty="0">
                <a:solidFill>
                  <a:schemeClr val="dk1"/>
                </a:solidFill>
                <a:latin typeface="Arial"/>
                <a:ea typeface="Arial"/>
                <a:cs typeface="Arial"/>
                <a:sym typeface="Arial"/>
              </a:rPr>
              <a:t> app to </a:t>
            </a:r>
            <a:r>
              <a:rPr lang="en-US" sz="1600" b="1" i="0" u="none" strike="noStrike" cap="none" dirty="0">
                <a:solidFill>
                  <a:schemeClr val="dk1"/>
                </a:solidFill>
                <a:latin typeface="Arial"/>
                <a:ea typeface="Arial"/>
                <a:cs typeface="Arial"/>
                <a:sym typeface="Arial"/>
              </a:rPr>
              <a:t>import bulk data </a:t>
            </a:r>
            <a:r>
              <a:rPr lang="en-US" sz="1600" b="0" i="0" u="none" strike="noStrike" cap="none" dirty="0">
                <a:solidFill>
                  <a:schemeClr val="dk1"/>
                </a:solidFill>
                <a:latin typeface="Arial"/>
                <a:ea typeface="Arial"/>
                <a:cs typeface="Arial"/>
                <a:sym typeface="Arial"/>
              </a:rPr>
              <a:t>into our collection. </a:t>
            </a:r>
            <a:endParaRPr dirty="0"/>
          </a:p>
        </p:txBody>
      </p:sp>
      <p:pic>
        <p:nvPicPr>
          <p:cNvPr id="286" name="Google Shape;286;g36e7958bfd6_0_16"/>
          <p:cNvPicPr preferRelativeResize="0"/>
          <p:nvPr/>
        </p:nvPicPr>
        <p:blipFill rotWithShape="1">
          <a:blip r:embed="rId4">
            <a:alphaModFix/>
          </a:blip>
          <a:srcRect/>
          <a:stretch/>
        </p:blipFill>
        <p:spPr>
          <a:xfrm>
            <a:off x="6456364" y="4244101"/>
            <a:ext cx="5458042" cy="2458375"/>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36e7958bfd6_0_2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Using Compass</a:t>
            </a:r>
            <a:endParaRPr sz="2400" b="1" i="0" u="none" strike="noStrike" cap="none" dirty="0">
              <a:solidFill>
                <a:srgbClr val="11175E"/>
              </a:solidFill>
              <a:latin typeface="Arial"/>
              <a:ea typeface="Arial"/>
              <a:cs typeface="Arial"/>
              <a:sym typeface="Arial"/>
            </a:endParaRPr>
          </a:p>
        </p:txBody>
      </p:sp>
      <p:sp>
        <p:nvSpPr>
          <p:cNvPr id="292" name="Google Shape;292;g36e7958bfd6_0_25"/>
          <p:cNvSpPr txBox="1"/>
          <p:nvPr/>
        </p:nvSpPr>
        <p:spPr>
          <a:xfrm>
            <a:off x="114480" y="1799049"/>
            <a:ext cx="5981519" cy="242548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You should see your collection (</a:t>
            </a:r>
            <a:r>
              <a:rPr lang="en-US" sz="1600" b="1" dirty="0">
                <a:solidFill>
                  <a:schemeClr val="dk1"/>
                </a:solidFill>
                <a:latin typeface="Consolas" panose="020B0609020204030204" pitchFamily="49" charset="0"/>
                <a:cs typeface="Consolas" panose="020B0609020204030204" pitchFamily="49" charset="0"/>
              </a:rPr>
              <a:t>books</a:t>
            </a:r>
            <a:r>
              <a:rPr lang="en-US" sz="1600" b="0" i="0" u="none" strike="noStrike" cap="none" dirty="0">
                <a:solidFill>
                  <a:schemeClr val="dk1"/>
                </a:solidFill>
                <a:latin typeface="Arial"/>
                <a:ea typeface="Arial"/>
                <a:cs typeface="Arial"/>
                <a:sym typeface="Arial"/>
              </a:rPr>
              <a:t>) when you have successfully connected.</a:t>
            </a:r>
            <a:endParaRPr sz="16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We will add our documents by importing from a </a:t>
            </a:r>
            <a:r>
              <a:rPr lang="en-US" sz="1600" b="1" i="0" u="none" strike="noStrike" cap="none" dirty="0">
                <a:solidFill>
                  <a:schemeClr val="dk1"/>
                </a:solidFill>
                <a:latin typeface="Arial"/>
                <a:ea typeface="Arial"/>
                <a:cs typeface="Arial"/>
                <a:sym typeface="Arial"/>
              </a:rPr>
              <a:t>JSON</a:t>
            </a:r>
            <a:r>
              <a:rPr lang="en-US" sz="1600" b="0" i="0" u="none" strike="noStrike" cap="none" dirty="0">
                <a:solidFill>
                  <a:schemeClr val="dk1"/>
                </a:solidFill>
                <a:latin typeface="Arial"/>
                <a:ea typeface="Arial"/>
                <a:cs typeface="Arial"/>
                <a:sym typeface="Arial"/>
              </a:rPr>
              <a:t> file in the next slide.</a:t>
            </a: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pic>
        <p:nvPicPr>
          <p:cNvPr id="293" name="Google Shape;293;g36e7958bfd6_0_25"/>
          <p:cNvPicPr preferRelativeResize="0"/>
          <p:nvPr/>
        </p:nvPicPr>
        <p:blipFill rotWithShape="1">
          <a:blip r:embed="rId3">
            <a:alphaModFix/>
          </a:blip>
          <a:srcRect/>
          <a:stretch/>
        </p:blipFill>
        <p:spPr>
          <a:xfrm>
            <a:off x="6456363" y="1665288"/>
            <a:ext cx="3254470" cy="399235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Using Compass</a:t>
            </a:r>
            <a:endParaRPr sz="2400" b="1" i="0" u="none" strike="noStrike" cap="none" dirty="0">
              <a:solidFill>
                <a:srgbClr val="11175E"/>
              </a:solidFill>
              <a:latin typeface="Arial"/>
              <a:ea typeface="Arial"/>
              <a:cs typeface="Arial"/>
              <a:sym typeface="Arial"/>
            </a:endParaRPr>
          </a:p>
        </p:txBody>
      </p:sp>
      <p:sp>
        <p:nvSpPr>
          <p:cNvPr id="299" name="Google Shape;299;p22"/>
          <p:cNvSpPr txBox="1"/>
          <p:nvPr/>
        </p:nvSpPr>
        <p:spPr>
          <a:xfrm>
            <a:off x="123624" y="1808823"/>
            <a:ext cx="5972375" cy="242548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on </a:t>
            </a:r>
            <a:r>
              <a:rPr lang="en-US" sz="1600" b="1" i="0" u="none" strike="noStrike" cap="none" dirty="0">
                <a:solidFill>
                  <a:schemeClr val="dk1"/>
                </a:solidFill>
                <a:latin typeface="Arial"/>
                <a:ea typeface="Arial"/>
                <a:cs typeface="Arial"/>
                <a:sym typeface="Arial"/>
              </a:rPr>
              <a:t>Add Data </a:t>
            </a:r>
            <a:r>
              <a:rPr lang="en-US" sz="1600" b="0" i="0" u="none" strike="noStrike" cap="none" dirty="0">
                <a:solidFill>
                  <a:schemeClr val="dk1"/>
                </a:solidFill>
                <a:latin typeface="Arial"/>
                <a:ea typeface="Arial"/>
                <a:cs typeface="Arial"/>
                <a:sym typeface="Arial"/>
              </a:rPr>
              <a:t>and choose </a:t>
            </a:r>
            <a:r>
              <a:rPr lang="en-US" sz="1600" b="1" i="0" u="none" strike="noStrike" cap="none" dirty="0">
                <a:solidFill>
                  <a:schemeClr val="dk1"/>
                </a:solidFill>
                <a:latin typeface="Arial"/>
                <a:ea typeface="Arial"/>
                <a:cs typeface="Arial"/>
                <a:sym typeface="Arial"/>
              </a:rPr>
              <a:t>Import JSON or csv file</a:t>
            </a:r>
            <a:endParaRPr b="1" dirty="0"/>
          </a:p>
          <a:p>
            <a:pPr marL="457200" lvl="0" indent="-330200">
              <a:buClr>
                <a:schemeClr val="dk1"/>
              </a:buClr>
              <a:buSzPts val="1600"/>
              <a:buFont typeface="Arial"/>
              <a:buChar char="●"/>
            </a:pPr>
            <a:r>
              <a:rPr lang="en-US" sz="1600" b="0" i="0" u="none" strike="noStrike" cap="none" dirty="0">
                <a:solidFill>
                  <a:schemeClr val="dk1"/>
                </a:solidFill>
                <a:latin typeface="Arial"/>
                <a:ea typeface="Arial"/>
                <a:cs typeface="Arial"/>
                <a:sym typeface="Arial"/>
              </a:rPr>
              <a:t>Find the file </a:t>
            </a:r>
            <a:r>
              <a:rPr lang="en-US" sz="1600" b="1" dirty="0">
                <a:solidFill>
                  <a:schemeClr val="dk1"/>
                </a:solidFill>
                <a:latin typeface="Consolas" panose="020B0609020204030204" pitchFamily="49" charset="0"/>
                <a:cs typeface="Consolas" panose="020B0609020204030204" pitchFamily="49" charset="0"/>
              </a:rPr>
              <a:t>book-</a:t>
            </a:r>
            <a:r>
              <a:rPr lang="en-US" sz="1600" b="1" dirty="0" err="1">
                <a:solidFill>
                  <a:schemeClr val="dk1"/>
                </a:solidFill>
                <a:latin typeface="Consolas" panose="020B0609020204030204" pitchFamily="49" charset="0"/>
                <a:cs typeface="Consolas" panose="020B0609020204030204" pitchFamily="49" charset="0"/>
              </a:rPr>
              <a:t>data.json</a:t>
            </a:r>
            <a:r>
              <a:rPr lang="en-US" sz="1600" b="1" dirty="0">
                <a:solidFill>
                  <a:schemeClr val="dk1"/>
                </a:solidFill>
                <a:latin typeface="Consolas" panose="020B0609020204030204" pitchFamily="49" charset="0"/>
                <a:cs typeface="Consolas" panose="020B0609020204030204" pitchFamily="49" charset="0"/>
              </a:rPr>
              <a:t> </a:t>
            </a:r>
            <a:r>
              <a:rPr lang="en-US" sz="1600" b="0" i="0" u="none" strike="noStrike" cap="none" dirty="0">
                <a:solidFill>
                  <a:schemeClr val="dk1"/>
                </a:solidFill>
                <a:latin typeface="Arial"/>
                <a:ea typeface="Arial"/>
                <a:cs typeface="Arial"/>
                <a:sym typeface="Arial"/>
              </a:rPr>
              <a:t>in </a:t>
            </a:r>
            <a:r>
              <a:rPr lang="en-US" sz="1600" i="0" u="none" strike="noStrike" cap="none" dirty="0">
                <a:solidFill>
                  <a:schemeClr val="tx1"/>
                </a:solidFill>
                <a:latin typeface="Arial"/>
                <a:ea typeface="Arial"/>
                <a:cs typeface="Arial"/>
                <a:sym typeface="Arial"/>
              </a:rPr>
              <a:t>the</a:t>
            </a:r>
            <a:r>
              <a:rPr lang="en-US" sz="1600" b="1" i="0" u="none" strike="noStrike" cap="none" dirty="0">
                <a:solidFill>
                  <a:srgbClr val="0000FF"/>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example1</a:t>
            </a:r>
            <a:r>
              <a:rPr lang="en-US" sz="1600" b="1" dirty="0">
                <a:solidFill>
                  <a:schemeClr val="tx1"/>
                </a:solidFill>
                <a:latin typeface="Consolas" panose="020B0609020204030204" pitchFamily="49" charset="0"/>
                <a:cs typeface="Consolas" panose="020B0609020204030204" pitchFamily="49" charset="0"/>
              </a:rPr>
              <a:t> ⟶ </a:t>
            </a:r>
            <a:r>
              <a:rPr lang="en-US" sz="1600" b="1" dirty="0">
                <a:solidFill>
                  <a:schemeClr val="dk1"/>
                </a:solidFill>
                <a:latin typeface="Consolas" panose="020B0609020204030204" pitchFamily="49" charset="0"/>
                <a:cs typeface="Consolas" panose="020B0609020204030204" pitchFamily="49" charset="0"/>
              </a:rPr>
              <a:t>data </a:t>
            </a:r>
            <a:r>
              <a:rPr lang="en-US" sz="1600" dirty="0">
                <a:solidFill>
                  <a:schemeClr val="dk1"/>
                </a:solidFill>
              </a:rPr>
              <a:t>folder.</a:t>
            </a:r>
            <a:endParaRPr sz="1600" dirty="0">
              <a:solidFill>
                <a:schemeClr val="dk1"/>
              </a:solidFil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Click on </a:t>
            </a:r>
            <a:r>
              <a:rPr lang="en-US" sz="1600" b="1" i="0" u="none" strike="noStrike" cap="none" dirty="0">
                <a:solidFill>
                  <a:schemeClr val="dk1"/>
                </a:solidFill>
                <a:latin typeface="Arial"/>
                <a:ea typeface="Arial"/>
                <a:cs typeface="Arial"/>
                <a:sym typeface="Arial"/>
              </a:rPr>
              <a:t>Import</a:t>
            </a:r>
            <a:r>
              <a:rPr lang="en-US" sz="1600" b="0" i="0" u="none" strike="noStrike" cap="none" dirty="0">
                <a:solidFill>
                  <a:schemeClr val="dk1"/>
                </a:solidFill>
                <a:latin typeface="Arial"/>
                <a:ea typeface="Arial"/>
                <a:cs typeface="Arial"/>
                <a:sym typeface="Arial"/>
              </a:rPr>
              <a:t>.</a:t>
            </a:r>
            <a:endParaRPr sz="16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pic>
        <p:nvPicPr>
          <p:cNvPr id="300" name="Google Shape;300;p22"/>
          <p:cNvPicPr preferRelativeResize="0"/>
          <p:nvPr/>
        </p:nvPicPr>
        <p:blipFill rotWithShape="1">
          <a:blip r:embed="rId3">
            <a:alphaModFix/>
          </a:blip>
          <a:srcRect/>
          <a:stretch/>
        </p:blipFill>
        <p:spPr>
          <a:xfrm>
            <a:off x="6456363" y="1396967"/>
            <a:ext cx="5185511" cy="2425481"/>
          </a:xfrm>
          <a:prstGeom prst="rect">
            <a:avLst/>
          </a:prstGeom>
          <a:noFill/>
          <a:ln w="9525" cap="flat" cmpd="sng">
            <a:solidFill>
              <a:schemeClr val="accent1"/>
            </a:solidFill>
            <a:prstDash val="solid"/>
            <a:round/>
            <a:headEnd type="none" w="sm" len="sm"/>
            <a:tailEnd type="none" w="sm" len="sm"/>
          </a:ln>
        </p:spPr>
      </p:pic>
      <p:sp>
        <p:nvSpPr>
          <p:cNvPr id="301" name="Google Shape;301;p22"/>
          <p:cNvSpPr txBox="1"/>
          <p:nvPr/>
        </p:nvSpPr>
        <p:spPr>
          <a:xfrm>
            <a:off x="238081" y="1402999"/>
            <a:ext cx="7246937" cy="3754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1" i="0" u="none" strike="noStrike" cap="none" dirty="0">
                <a:solidFill>
                  <a:schemeClr val="dk1"/>
                </a:solidFill>
                <a:latin typeface="Arial"/>
                <a:ea typeface="Arial"/>
                <a:cs typeface="Arial"/>
                <a:sym typeface="Arial"/>
              </a:rPr>
              <a:t>Import bulk data using JSON</a:t>
            </a:r>
            <a:endParaRPr dirty="0"/>
          </a:p>
        </p:txBody>
      </p:sp>
      <p:pic>
        <p:nvPicPr>
          <p:cNvPr id="302" name="Google Shape;302;p22"/>
          <p:cNvPicPr preferRelativeResize="0"/>
          <p:nvPr/>
        </p:nvPicPr>
        <p:blipFill rotWithShape="1">
          <a:blip r:embed="rId4">
            <a:alphaModFix/>
          </a:blip>
          <a:srcRect/>
          <a:stretch/>
        </p:blipFill>
        <p:spPr>
          <a:xfrm>
            <a:off x="6456363" y="4131760"/>
            <a:ext cx="4457507" cy="242548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1: Using Compass</a:t>
            </a:r>
            <a:endParaRPr sz="2400" b="1" i="0" u="none" strike="noStrike" cap="none" dirty="0">
              <a:solidFill>
                <a:srgbClr val="11175E"/>
              </a:solidFill>
              <a:latin typeface="Arial"/>
              <a:ea typeface="Arial"/>
              <a:cs typeface="Arial"/>
              <a:sym typeface="Arial"/>
            </a:endParaRPr>
          </a:p>
        </p:txBody>
      </p:sp>
      <p:sp>
        <p:nvSpPr>
          <p:cNvPr id="308" name="Google Shape;308;p23"/>
          <p:cNvSpPr txBox="1"/>
          <p:nvPr/>
        </p:nvSpPr>
        <p:spPr>
          <a:xfrm>
            <a:off x="103709" y="1799049"/>
            <a:ext cx="5536902" cy="242548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You should see </a:t>
            </a:r>
            <a:r>
              <a:rPr lang="en-US" sz="1600" dirty="0">
                <a:solidFill>
                  <a:schemeClr val="dk1"/>
                </a:solidFill>
              </a:rPr>
              <a:t>four</a:t>
            </a:r>
            <a:r>
              <a:rPr lang="en-US" sz="1600" b="0" i="0" u="none" strike="noStrike" cap="none" dirty="0">
                <a:solidFill>
                  <a:schemeClr val="dk1"/>
                </a:solidFill>
                <a:latin typeface="Arial"/>
                <a:ea typeface="Arial"/>
                <a:cs typeface="Arial"/>
                <a:sym typeface="Arial"/>
              </a:rPr>
              <a:t> documents imported successfully.</a:t>
            </a:r>
            <a:endParaRPr sz="1600" b="0" i="0" u="none" strike="noStrike" cap="none" dirty="0">
              <a:solidFill>
                <a:schemeClr val="dk1"/>
              </a:solidFill>
              <a:latin typeface="Arial"/>
              <a:ea typeface="Arial"/>
              <a:cs typeface="Arial"/>
              <a:sym typeface="Arial"/>
            </a:endParaRPr>
          </a:p>
        </p:txBody>
      </p:sp>
      <p:pic>
        <p:nvPicPr>
          <p:cNvPr id="309" name="Google Shape;309;p23"/>
          <p:cNvPicPr preferRelativeResize="0"/>
          <p:nvPr/>
        </p:nvPicPr>
        <p:blipFill rotWithShape="1">
          <a:blip r:embed="rId3">
            <a:alphaModFix/>
          </a:blip>
          <a:srcRect/>
          <a:stretch/>
        </p:blipFill>
        <p:spPr>
          <a:xfrm>
            <a:off x="6456363" y="1448282"/>
            <a:ext cx="5536903" cy="4601543"/>
          </a:xfrm>
          <a:prstGeom prst="rect">
            <a:avLst/>
          </a:prstGeom>
          <a:noFill/>
          <a:ln w="9525" cap="flat" cmpd="sng">
            <a:solidFill>
              <a:schemeClr val="accent1"/>
            </a:solidFill>
            <a:prstDash val="solid"/>
            <a:round/>
            <a:headEnd type="none" w="sm" len="sm"/>
            <a:tailEnd type="none" w="sm" len="sm"/>
          </a:ln>
        </p:spPr>
      </p:pic>
      <p:sp>
        <p:nvSpPr>
          <p:cNvPr id="310" name="Google Shape;310;p23"/>
          <p:cNvSpPr txBox="1"/>
          <p:nvPr/>
        </p:nvSpPr>
        <p:spPr>
          <a:xfrm>
            <a:off x="238081" y="1402999"/>
            <a:ext cx="7246937" cy="3754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1" i="0" u="none" strike="noStrike" cap="none" dirty="0">
                <a:solidFill>
                  <a:schemeClr val="dk1"/>
                </a:solidFill>
                <a:latin typeface="Arial"/>
                <a:ea typeface="Arial"/>
                <a:cs typeface="Arial"/>
                <a:sym typeface="Arial"/>
              </a:rPr>
              <a:t>Import bulk data using JSON</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What have we learned?</a:t>
            </a:r>
            <a:endParaRPr sz="2400" b="1" i="0" u="none" strike="noStrike" cap="none">
              <a:solidFill>
                <a:srgbClr val="11175E"/>
              </a:solidFill>
              <a:latin typeface="Arial"/>
              <a:ea typeface="Arial"/>
              <a:cs typeface="Arial"/>
              <a:sym typeface="Arial"/>
            </a:endParaRPr>
          </a:p>
        </p:txBody>
      </p:sp>
      <p:sp>
        <p:nvSpPr>
          <p:cNvPr id="316" name="Google Shape;316;p24"/>
          <p:cNvSpPr txBox="1"/>
          <p:nvPr/>
        </p:nvSpPr>
        <p:spPr>
          <a:xfrm>
            <a:off x="240868" y="1418400"/>
            <a:ext cx="10777651"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In this part of </a:t>
            </a:r>
            <a:r>
              <a:rPr lang="en-US" sz="1600" b="1" dirty="0">
                <a:solidFill>
                  <a:schemeClr val="dk1"/>
                </a:solidFill>
                <a:latin typeface="Consolas" panose="020B0609020204030204" pitchFamily="49" charset="0"/>
                <a:cs typeface="Consolas" panose="020B0609020204030204" pitchFamily="49" charset="0"/>
              </a:rPr>
              <a:t>example1</a:t>
            </a:r>
            <a:r>
              <a:rPr lang="en-US" sz="1600" b="0" i="0" u="none" strike="noStrike" cap="none" dirty="0">
                <a:solidFill>
                  <a:schemeClr val="dk1"/>
                </a:solidFill>
                <a:latin typeface="Arial"/>
                <a:ea typeface="Arial"/>
                <a:cs typeface="Arial"/>
                <a:sym typeface="Arial"/>
              </a:rPr>
              <a:t>, we transformed our basic </a:t>
            </a:r>
            <a:r>
              <a:rPr lang="en-US" sz="1600" b="1" i="0" u="none" strike="noStrike" cap="none" dirty="0">
                <a:solidFill>
                  <a:schemeClr val="dk1"/>
                </a:solidFill>
                <a:latin typeface="Consolas" panose="020B0609020204030204" pitchFamily="49" charset="0"/>
                <a:ea typeface="Arial"/>
                <a:cs typeface="Consolas" panose="020B0609020204030204" pitchFamily="49" charset="0"/>
                <a:sym typeface="Arial"/>
              </a:rPr>
              <a:t>e</a:t>
            </a:r>
            <a:r>
              <a:rPr lang="en-US" sz="1600" b="1" dirty="0">
                <a:solidFill>
                  <a:schemeClr val="dk1"/>
                </a:solidFill>
                <a:latin typeface="Consolas" panose="020B0609020204030204" pitchFamily="49" charset="0"/>
                <a:cs typeface="Consolas" panose="020B0609020204030204" pitchFamily="49" charset="0"/>
              </a:rPr>
              <a:t>xpress</a:t>
            </a:r>
            <a:r>
              <a:rPr lang="en-US" sz="1600" b="0" i="0" u="none" strike="noStrike" cap="none" dirty="0">
                <a:solidFill>
                  <a:schemeClr val="dk1"/>
                </a:solidFill>
                <a:latin typeface="Arial"/>
                <a:ea typeface="Arial"/>
                <a:cs typeface="Arial"/>
                <a:sym typeface="Arial"/>
              </a:rPr>
              <a:t> app into a dynamic, database-connected web application using MongoDB and Mongoose.</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You’ve learned how to:</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Set up and connect to a MongoDB database using Mongoose</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Define a schema model with schema validation</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Import bulk data using </a:t>
            </a:r>
            <a:r>
              <a:rPr lang="en-US" sz="1600" b="1" i="0" u="none" strike="noStrike" cap="none" dirty="0">
                <a:solidFill>
                  <a:schemeClr val="dk1"/>
                </a:solidFill>
                <a:latin typeface="Arial"/>
                <a:ea typeface="Arial"/>
                <a:cs typeface="Arial"/>
                <a:sym typeface="Arial"/>
              </a:rPr>
              <a:t>Compass</a:t>
            </a:r>
            <a:r>
              <a:rPr lang="en-US" sz="1600" b="0" i="0" u="none" strike="noStrike" cap="none" dirty="0">
                <a:solidFill>
                  <a:schemeClr val="dk1"/>
                </a:solidFill>
                <a:latin typeface="Arial"/>
                <a:ea typeface="Arial"/>
                <a:cs typeface="Arial"/>
                <a:sym typeface="Arial"/>
              </a:rPr>
              <a:t> App.</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Along the way, you also picked up key practices like keeping sensitive info in </a:t>
            </a:r>
            <a:r>
              <a:rPr lang="en-US" sz="1600" b="1" dirty="0" err="1">
                <a:solidFill>
                  <a:schemeClr val="dk1"/>
                </a:solidFill>
                <a:latin typeface="Consolas" panose="020B0609020204030204" pitchFamily="49" charset="0"/>
                <a:cs typeface="Consolas" panose="020B0609020204030204" pitchFamily="49" charset="0"/>
              </a:rPr>
              <a:t>config.env</a:t>
            </a:r>
            <a:r>
              <a:rPr lang="en-US" sz="1600" b="0" i="0" u="none" strike="noStrike" cap="none" dirty="0">
                <a:solidFill>
                  <a:schemeClr val="dk1"/>
                </a:solidFill>
                <a:latin typeface="Arial"/>
                <a:ea typeface="Arial"/>
                <a:cs typeface="Arial"/>
                <a:sym typeface="Arial"/>
              </a:rPr>
              <a:t> files with </a:t>
            </a:r>
            <a:r>
              <a:rPr lang="en-US" sz="1600" b="1" dirty="0" err="1">
                <a:solidFill>
                  <a:schemeClr val="dk1"/>
                </a:solidFill>
                <a:latin typeface="Consolas" panose="020B0609020204030204" pitchFamily="49" charset="0"/>
                <a:cs typeface="Consolas" panose="020B0609020204030204" pitchFamily="49" charset="0"/>
              </a:rPr>
              <a:t>dotenv</a:t>
            </a:r>
            <a:r>
              <a:rPr lang="en-US" sz="1600" b="1" dirty="0">
                <a:solidFill>
                  <a:schemeClr val="dk1"/>
                </a:solidFill>
                <a:latin typeface="Consolas" panose="020B0609020204030204" pitchFamily="49" charset="0"/>
                <a:cs typeface="Consolas" panose="020B0609020204030204" pitchFamily="49" charset="0"/>
              </a:rPr>
              <a:t> </a:t>
            </a:r>
            <a:r>
              <a:rPr lang="en-US" sz="1600" b="0" i="0" u="none" strike="noStrike" cap="none" dirty="0">
                <a:solidFill>
                  <a:schemeClr val="dk1"/>
                </a:solidFill>
                <a:latin typeface="Arial"/>
                <a:ea typeface="Arial"/>
                <a:cs typeface="Arial"/>
                <a:sym typeface="Arial"/>
              </a:rPr>
              <a:t>and structuring your code into manageable components for future scalability.</a:t>
            </a:r>
            <a:endParaRPr dirty="0"/>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CRUD with </a:t>
            </a:r>
            <a:r>
              <a:rPr lang="en-US" sz="2400" b="1" dirty="0">
                <a:solidFill>
                  <a:srgbClr val="11175E"/>
                </a:solidFill>
              </a:rPr>
              <a:t>N</a:t>
            </a:r>
            <a:r>
              <a:rPr lang="en-US" sz="2400" b="1" i="0" u="none" strike="noStrike" cap="none" dirty="0">
                <a:solidFill>
                  <a:srgbClr val="11175E"/>
                </a:solidFill>
                <a:latin typeface="Arial"/>
                <a:ea typeface="Arial"/>
                <a:cs typeface="Arial"/>
                <a:sym typeface="Arial"/>
              </a:rPr>
              <a:t>ode.js + Mongoose</a:t>
            </a:r>
            <a:endParaRPr sz="2400" b="1" i="0" u="none" strike="noStrike" cap="none" dirty="0">
              <a:solidFill>
                <a:srgbClr val="11175E"/>
              </a:solidFill>
              <a:latin typeface="Arial"/>
              <a:ea typeface="Arial"/>
              <a:cs typeface="Arial"/>
              <a:sym typeface="Arial"/>
            </a:endParaRPr>
          </a:p>
        </p:txBody>
      </p:sp>
      <p:pic>
        <p:nvPicPr>
          <p:cNvPr id="322" name="Google Shape;322;p25"/>
          <p:cNvPicPr preferRelativeResize="0"/>
          <p:nvPr/>
        </p:nvPicPr>
        <p:blipFill rotWithShape="1">
          <a:blip r:embed="rId3">
            <a:alphaModFix/>
          </a:blip>
          <a:srcRect/>
          <a:stretch/>
        </p:blipFill>
        <p:spPr>
          <a:xfrm>
            <a:off x="8284984" y="1329030"/>
            <a:ext cx="2798285" cy="5119939"/>
          </a:xfrm>
          <a:prstGeom prst="rect">
            <a:avLst/>
          </a:prstGeom>
          <a:noFill/>
          <a:ln>
            <a:noFill/>
          </a:ln>
        </p:spPr>
      </p:pic>
      <p:sp>
        <p:nvSpPr>
          <p:cNvPr id="323" name="Google Shape;323;p25"/>
          <p:cNvSpPr txBox="1"/>
          <p:nvPr/>
        </p:nvSpPr>
        <p:spPr>
          <a:xfrm>
            <a:off x="250013" y="1417320"/>
            <a:ext cx="7488742" cy="35086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We will be learning these </a:t>
            </a:r>
            <a:r>
              <a:rPr lang="en-US" sz="1600" b="1" i="1" u="none" strike="noStrike" cap="none" dirty="0" err="1">
                <a:solidFill>
                  <a:schemeClr val="dk1"/>
                </a:solidFill>
                <a:latin typeface="Arial"/>
                <a:ea typeface="Arial"/>
                <a:cs typeface="Arial"/>
                <a:sym typeface="Arial"/>
              </a:rPr>
              <a:t>model.functions</a:t>
            </a:r>
            <a:r>
              <a:rPr lang="en-US" sz="1600" b="1" i="1" u="none" strike="noStrike" cap="none" dirty="0">
                <a:solidFill>
                  <a:schemeClr val="dk1"/>
                </a:solidFill>
                <a:latin typeface="Arial"/>
                <a:ea typeface="Arial"/>
                <a:cs typeface="Arial"/>
                <a:sym typeface="Arial"/>
              </a:rPr>
              <a:t> for our CRUD operations</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1" dirty="0" err="1">
                <a:solidFill>
                  <a:schemeClr val="dk1"/>
                </a:solidFill>
                <a:latin typeface="Consolas" panose="020B0609020204030204" pitchFamily="49" charset="0"/>
                <a:cs typeface="Consolas" panose="020B0609020204030204" pitchFamily="49" charset="0"/>
              </a:rPr>
              <a:t>Model.find</a:t>
            </a:r>
            <a:r>
              <a:rPr lang="en-US" sz="1600" b="1" dirty="0">
                <a:solidFill>
                  <a:schemeClr val="dk1"/>
                </a:solidFill>
                <a:latin typeface="Consolas" panose="020B0609020204030204" pitchFamily="49" charset="0"/>
                <a:cs typeface="Consolas" panose="020B0609020204030204" pitchFamily="49" charset="0"/>
              </a:rPr>
              <a:t>()</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rgbClr val="000000"/>
              </a:buClr>
              <a:buSzPts val="1600"/>
              <a:buFont typeface="Arial"/>
              <a:buChar char="•"/>
            </a:pPr>
            <a:r>
              <a:rPr lang="en-US" sz="1600" b="1" dirty="0" err="1">
                <a:solidFill>
                  <a:schemeClr val="dk1"/>
                </a:solidFill>
                <a:latin typeface="Consolas" panose="020B0609020204030204" pitchFamily="49" charset="0"/>
                <a:cs typeface="Consolas" panose="020B0609020204030204" pitchFamily="49" charset="0"/>
              </a:rPr>
              <a:t>Model.findOne</a:t>
            </a:r>
            <a:r>
              <a:rPr lang="en-US" sz="1600" b="1" dirty="0">
                <a:solidFill>
                  <a:schemeClr val="dk1"/>
                </a:solidFill>
                <a:latin typeface="Consolas" panose="020B0609020204030204" pitchFamily="49" charset="0"/>
                <a:cs typeface="Consolas" panose="020B0609020204030204" pitchFamily="49" charset="0"/>
              </a:rPr>
              <a:t>()</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rgbClr val="000000"/>
              </a:buClr>
              <a:buSzPts val="1600"/>
              <a:buFont typeface="Arial"/>
              <a:buChar char="•"/>
            </a:pPr>
            <a:r>
              <a:rPr lang="en-US" sz="1600" b="1" dirty="0" err="1">
                <a:solidFill>
                  <a:schemeClr val="dk1"/>
                </a:solidFill>
                <a:latin typeface="Consolas" panose="020B0609020204030204" pitchFamily="49" charset="0"/>
                <a:cs typeface="Consolas" panose="020B0609020204030204" pitchFamily="49" charset="0"/>
              </a:rPr>
              <a:t>Model.updateOne</a:t>
            </a:r>
            <a:r>
              <a:rPr lang="en-US" sz="1600" b="1" dirty="0">
                <a:solidFill>
                  <a:schemeClr val="dk1"/>
                </a:solidFill>
                <a:latin typeface="Consolas" panose="020B0609020204030204" pitchFamily="49" charset="0"/>
                <a:cs typeface="Consolas" panose="020B0609020204030204" pitchFamily="49" charset="0"/>
              </a:rPr>
              <a:t>()</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rgbClr val="000000"/>
              </a:buClr>
              <a:buSzPts val="1600"/>
              <a:buFont typeface="Arial"/>
              <a:buChar char="•"/>
            </a:pPr>
            <a:r>
              <a:rPr lang="en-US" sz="1600" b="1" dirty="0" err="1">
                <a:solidFill>
                  <a:schemeClr val="dk1"/>
                </a:solidFill>
                <a:latin typeface="Consolas" panose="020B0609020204030204" pitchFamily="49" charset="0"/>
                <a:cs typeface="Consolas" panose="020B0609020204030204" pitchFamily="49" charset="0"/>
              </a:rPr>
              <a:t>Model.deleteOne</a:t>
            </a:r>
            <a:r>
              <a:rPr lang="en-US" sz="1600" b="1" dirty="0">
                <a:solidFill>
                  <a:schemeClr val="dk1"/>
                </a:solidFill>
                <a:latin typeface="Consolas" panose="020B0609020204030204" pitchFamily="49" charset="0"/>
                <a:cs typeface="Consolas" panose="020B0609020204030204" pitchFamily="49" charset="0"/>
              </a:rPr>
              <a:t>()</a:t>
            </a:r>
            <a:endParaRPr sz="1600"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What we will be doing?</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Get accustomed to building our app in the </a:t>
            </a:r>
            <a:r>
              <a:rPr lang="en-US" sz="1600" b="1" i="0" u="none" strike="noStrike" cap="none" dirty="0">
                <a:solidFill>
                  <a:schemeClr val="dk1"/>
                </a:solidFill>
                <a:latin typeface="Arial"/>
                <a:ea typeface="Arial"/>
                <a:cs typeface="Arial"/>
                <a:sym typeface="Arial"/>
              </a:rPr>
              <a:t>MVC</a:t>
            </a:r>
            <a:r>
              <a:rPr lang="en-US" sz="1600" b="0" i="0" u="none" strike="noStrike" cap="none" dirty="0">
                <a:solidFill>
                  <a:schemeClr val="dk1"/>
                </a:solidFill>
                <a:latin typeface="Arial"/>
                <a:ea typeface="Arial"/>
                <a:cs typeface="Arial"/>
                <a:sym typeface="Arial"/>
              </a:rPr>
              <a:t> format. </a:t>
            </a:r>
            <a:endParaRPr dirty="0"/>
          </a:p>
          <a:p>
            <a:pPr marL="285750" marR="0" lvl="7" indent="-285750" algn="l" rtl="0">
              <a:lnSpc>
                <a:spcPct val="100000"/>
              </a:lnSpc>
              <a:spcBef>
                <a:spcPts val="0"/>
              </a:spcBef>
              <a:spcAft>
                <a:spcPts val="0"/>
              </a:spcAft>
              <a:buClr>
                <a:srgbClr val="000000"/>
              </a:buClr>
              <a:buSzPts val="1600"/>
              <a:buFont typeface="Arial"/>
              <a:buChar char="•"/>
            </a:pPr>
            <a:r>
              <a:rPr lang="en-US" sz="1600" b="1" dirty="0" err="1">
                <a:solidFill>
                  <a:schemeClr val="dk1"/>
                </a:solidFill>
                <a:latin typeface="Consolas" panose="020B0609020204030204" pitchFamily="49" charset="0"/>
                <a:cs typeface="Consolas" panose="020B0609020204030204" pitchFamily="49" charset="0"/>
              </a:rPr>
              <a:t>server.js</a:t>
            </a:r>
            <a:r>
              <a:rPr lang="en-US" sz="1600" b="0" i="0" u="none" strike="noStrike" cap="none" dirty="0">
                <a:solidFill>
                  <a:schemeClr val="dk1"/>
                </a:solidFill>
                <a:latin typeface="Arial"/>
                <a:ea typeface="Arial"/>
                <a:cs typeface="Arial"/>
                <a:sym typeface="Arial"/>
              </a:rPr>
              <a:t>  (require all our libraries, path of our route, database connection and start up server)</a:t>
            </a:r>
            <a:endParaRPr dirty="0"/>
          </a:p>
          <a:p>
            <a:pPr marL="285750" marR="0" lvl="7" indent="-285750" algn="l" rtl="0">
              <a:lnSpc>
                <a:spcPct val="100000"/>
              </a:lnSpc>
              <a:spcBef>
                <a:spcPts val="0"/>
              </a:spcBef>
              <a:spcAft>
                <a:spcPts val="0"/>
              </a:spcAft>
              <a:buClr>
                <a:srgbClr val="000000"/>
              </a:buClr>
              <a:buSzPts val="1600"/>
              <a:buFont typeface="Arial"/>
              <a:buChar char="•"/>
            </a:pPr>
            <a:r>
              <a:rPr lang="en-US" sz="1600" b="1" dirty="0">
                <a:solidFill>
                  <a:schemeClr val="dk1"/>
                </a:solidFill>
                <a:latin typeface="Consolas" panose="020B0609020204030204" pitchFamily="49" charset="0"/>
                <a:cs typeface="Consolas" panose="020B0609020204030204" pitchFamily="49" charset="0"/>
              </a:rPr>
              <a:t>routes</a:t>
            </a:r>
            <a:r>
              <a:rPr lang="en-US" sz="1600" b="0" i="0" u="none" strike="noStrike" cap="none" dirty="0">
                <a:solidFill>
                  <a:schemeClr val="dk1"/>
                </a:solidFill>
                <a:latin typeface="Arial"/>
                <a:ea typeface="Arial"/>
                <a:cs typeface="Arial"/>
                <a:sym typeface="Arial"/>
              </a:rPr>
              <a:t>  (create routes to invoke controller functions)</a:t>
            </a:r>
            <a:endParaRPr dirty="0"/>
          </a:p>
          <a:p>
            <a:pPr marL="285750" marR="0" lvl="7" indent="-285750" algn="l" rtl="0">
              <a:lnSpc>
                <a:spcPct val="100000"/>
              </a:lnSpc>
              <a:spcBef>
                <a:spcPts val="0"/>
              </a:spcBef>
              <a:spcAft>
                <a:spcPts val="0"/>
              </a:spcAft>
              <a:buClr>
                <a:srgbClr val="000000"/>
              </a:buClr>
              <a:buSzPts val="1600"/>
              <a:buFont typeface="Arial"/>
              <a:buChar char="•"/>
            </a:pPr>
            <a:r>
              <a:rPr lang="en-US" sz="1600" b="1" dirty="0">
                <a:solidFill>
                  <a:schemeClr val="dk1"/>
                </a:solidFill>
                <a:latin typeface="Consolas" panose="020B0609020204030204" pitchFamily="49" charset="0"/>
                <a:cs typeface="Consolas" panose="020B0609020204030204" pitchFamily="49" charset="0"/>
              </a:rPr>
              <a:t>controller</a:t>
            </a:r>
            <a:r>
              <a:rPr lang="en-US" sz="1600" b="0" i="0" u="none" strike="noStrike" cap="none" dirty="0">
                <a:solidFill>
                  <a:schemeClr val="dk1"/>
                </a:solidFill>
                <a:latin typeface="Arial"/>
                <a:ea typeface="Arial"/>
                <a:cs typeface="Arial"/>
                <a:sym typeface="Arial"/>
              </a:rPr>
              <a:t>  (functions for our program logic)</a:t>
            </a:r>
            <a:endParaRPr dirty="0"/>
          </a:p>
          <a:p>
            <a:pPr marL="285750" marR="0" lvl="7"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Create </a:t>
            </a:r>
            <a:r>
              <a:rPr lang="en-US" sz="1600" b="1" dirty="0">
                <a:solidFill>
                  <a:schemeClr val="dk1"/>
                </a:solidFill>
                <a:latin typeface="Consolas" panose="020B0609020204030204" pitchFamily="49" charset="0"/>
                <a:cs typeface="Consolas" panose="020B0609020204030204" pitchFamily="49" charset="0"/>
              </a:rPr>
              <a:t>views</a:t>
            </a:r>
            <a:r>
              <a:rPr lang="en-US" sz="1600" b="0" i="0" u="none" strike="noStrike" cap="none" dirty="0">
                <a:solidFill>
                  <a:schemeClr val="dk1"/>
                </a:solidFill>
                <a:latin typeface="Arial"/>
                <a:ea typeface="Arial"/>
                <a:cs typeface="Arial"/>
                <a:sym typeface="Arial"/>
              </a:rPr>
              <a:t> to display data using </a:t>
            </a:r>
            <a:r>
              <a:rPr lang="en-US" sz="1600" b="1" dirty="0" err="1">
                <a:solidFill>
                  <a:schemeClr val="dk1"/>
                </a:solidFill>
                <a:latin typeface="Consolas" panose="020B0609020204030204" pitchFamily="49" charset="0"/>
                <a:cs typeface="Consolas" panose="020B0609020204030204" pitchFamily="49" charset="0"/>
              </a:rPr>
              <a:t>ejs</a:t>
            </a:r>
            <a:r>
              <a:rPr lang="en-US" sz="1600" b="0" i="0" u="none" strike="noStrike" cap="none" dirty="0">
                <a:solidFill>
                  <a:schemeClr val="dk1"/>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2: GET(read) with </a:t>
            </a:r>
            <a:r>
              <a:rPr lang="en-US" sz="2400" b="1" dirty="0">
                <a:solidFill>
                  <a:srgbClr val="11175E"/>
                </a:solidFill>
              </a:rPr>
              <a:t>N</a:t>
            </a:r>
            <a:r>
              <a:rPr lang="en-US" sz="2400" b="1" i="0" u="none" strike="noStrike" cap="none" dirty="0">
                <a:solidFill>
                  <a:srgbClr val="11175E"/>
                </a:solidFill>
                <a:latin typeface="Arial"/>
                <a:ea typeface="Arial"/>
                <a:cs typeface="Arial"/>
                <a:sym typeface="Arial"/>
              </a:rPr>
              <a:t>ode.js + Mongoose</a:t>
            </a:r>
            <a:endParaRPr sz="2400" b="1" i="0" u="none" strike="noStrike" cap="none" dirty="0">
              <a:solidFill>
                <a:srgbClr val="11175E"/>
              </a:solidFill>
              <a:latin typeface="Arial"/>
              <a:ea typeface="Arial"/>
              <a:cs typeface="Arial"/>
              <a:sym typeface="Arial"/>
            </a:endParaRPr>
          </a:p>
        </p:txBody>
      </p:sp>
      <p:pic>
        <p:nvPicPr>
          <p:cNvPr id="329" name="Google Shape;329;p26"/>
          <p:cNvPicPr preferRelativeResize="0"/>
          <p:nvPr/>
        </p:nvPicPr>
        <p:blipFill rotWithShape="1">
          <a:blip r:embed="rId3">
            <a:alphaModFix/>
          </a:blip>
          <a:srcRect/>
          <a:stretch/>
        </p:blipFill>
        <p:spPr>
          <a:xfrm>
            <a:off x="8284984" y="1329030"/>
            <a:ext cx="2798285" cy="5119939"/>
          </a:xfrm>
          <a:prstGeom prst="rect">
            <a:avLst/>
          </a:prstGeom>
          <a:noFill/>
          <a:ln>
            <a:noFill/>
          </a:ln>
        </p:spPr>
      </p:pic>
      <p:sp>
        <p:nvSpPr>
          <p:cNvPr id="330" name="Google Shape;330;p26"/>
          <p:cNvSpPr txBox="1"/>
          <p:nvPr/>
        </p:nvSpPr>
        <p:spPr>
          <a:xfrm>
            <a:off x="278628" y="1415623"/>
            <a:ext cx="7220201"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1" u="none" strike="noStrike" cap="none" dirty="0">
                <a:solidFill>
                  <a:schemeClr val="dk1"/>
                </a:solidFill>
                <a:latin typeface="Arial"/>
                <a:ea typeface="Arial"/>
                <a:cs typeface="Arial"/>
                <a:sym typeface="Arial"/>
              </a:rPr>
              <a:t>In this part of the example2, </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We will be using </a:t>
            </a:r>
            <a:r>
              <a:rPr lang="en-US" sz="1600" b="1" dirty="0">
                <a:solidFill>
                  <a:schemeClr val="dk1"/>
                </a:solidFill>
                <a:latin typeface="Consolas" panose="020B0609020204030204" pitchFamily="49" charset="0"/>
                <a:cs typeface="Consolas" panose="020B0609020204030204" pitchFamily="49" charset="0"/>
              </a:rPr>
              <a:t>example2</a:t>
            </a:r>
            <a:r>
              <a:rPr lang="en-US" sz="1600" b="1" i="0" u="none" strike="noStrike" cap="none" dirty="0">
                <a:solidFill>
                  <a:schemeClr val="dk1"/>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folders. </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Observe the dependencies in </a:t>
            </a:r>
            <a:r>
              <a:rPr lang="en-US" sz="1600" b="1" dirty="0" err="1">
                <a:solidFill>
                  <a:schemeClr val="dk1"/>
                </a:solidFill>
                <a:latin typeface="Consolas" panose="020B0609020204030204" pitchFamily="49" charset="0"/>
                <a:cs typeface="Consolas" panose="020B0609020204030204" pitchFamily="49" charset="0"/>
              </a:rPr>
              <a:t>package.json</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Arial"/>
                <a:ea typeface="Arial"/>
                <a:cs typeface="Arial"/>
                <a:sym typeface="Arial"/>
              </a:rPr>
              <a:t>Install all the dependencies (</a:t>
            </a:r>
            <a:r>
              <a:rPr lang="en-US" sz="1600" b="1" dirty="0" err="1">
                <a:solidFill>
                  <a:schemeClr val="dk1"/>
                </a:solidFill>
                <a:latin typeface="Consolas" panose="020B0609020204030204" pitchFamily="49" charset="0"/>
                <a:cs typeface="Consolas" panose="020B0609020204030204" pitchFamily="49" charset="0"/>
              </a:rPr>
              <a:t>nodemon</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express</a:t>
            </a:r>
            <a:r>
              <a:rPr lang="en-US" sz="1600" b="0" i="0" u="none" strike="noStrike" cap="none" dirty="0">
                <a:solidFill>
                  <a:schemeClr val="dk1"/>
                </a:solidFill>
                <a:latin typeface="Arial"/>
                <a:ea typeface="Arial"/>
                <a:cs typeface="Arial"/>
                <a:sym typeface="Arial"/>
              </a:rPr>
              <a:t>, </a:t>
            </a:r>
            <a:r>
              <a:rPr lang="en-US" sz="1600" b="1" dirty="0" err="1">
                <a:solidFill>
                  <a:schemeClr val="dk1"/>
                </a:solidFill>
                <a:latin typeface="Consolas" panose="020B0609020204030204" pitchFamily="49" charset="0"/>
                <a:cs typeface="Consolas" panose="020B0609020204030204" pitchFamily="49" charset="0"/>
              </a:rPr>
              <a:t>dotenv</a:t>
            </a:r>
            <a:r>
              <a:rPr lang="en-US" sz="1600" b="0" i="0" u="none" strike="noStrike" cap="none" dirty="0">
                <a:solidFill>
                  <a:schemeClr val="dk1"/>
                </a:solidFill>
                <a:latin typeface="Arial"/>
                <a:ea typeface="Arial"/>
                <a:cs typeface="Arial"/>
                <a:sym typeface="Arial"/>
              </a:rPr>
              <a:t>, </a:t>
            </a:r>
            <a:r>
              <a:rPr lang="en-US" sz="1600" b="1" dirty="0">
                <a:solidFill>
                  <a:schemeClr val="dk1"/>
                </a:solidFill>
                <a:latin typeface="Consolas" panose="020B0609020204030204" pitchFamily="49" charset="0"/>
                <a:cs typeface="Consolas" panose="020B0609020204030204" pitchFamily="49" charset="0"/>
              </a:rPr>
              <a:t>mongoose</a:t>
            </a:r>
            <a:r>
              <a:rPr lang="en-US" sz="1600" b="0" i="0" u="none" strike="noStrike" cap="none" dirty="0">
                <a:solidFill>
                  <a:schemeClr val="dk1"/>
                </a:solidFill>
                <a:latin typeface="Arial"/>
                <a:ea typeface="Arial"/>
                <a:cs typeface="Arial"/>
                <a:sym typeface="Arial"/>
              </a:rPr>
              <a:t>, </a:t>
            </a:r>
            <a:r>
              <a:rPr lang="en-US" sz="1600" b="1" dirty="0" err="1">
                <a:solidFill>
                  <a:schemeClr val="dk1"/>
                </a:solidFill>
                <a:latin typeface="Consolas" panose="020B0609020204030204" pitchFamily="49" charset="0"/>
                <a:cs typeface="Consolas" panose="020B0609020204030204" pitchFamily="49" charset="0"/>
              </a:rPr>
              <a:t>ejs</a:t>
            </a:r>
            <a:r>
              <a:rPr lang="en-US" sz="1600" b="0" i="0" u="none" strike="noStrike" cap="none"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You can also </a:t>
            </a:r>
            <a:r>
              <a:rPr lang="en-US" sz="1600" b="1" dirty="0">
                <a:solidFill>
                  <a:schemeClr val="dk1"/>
                </a:solidFill>
                <a:latin typeface="Consolas" panose="020B0609020204030204" pitchFamily="49" charset="0"/>
                <a:cs typeface="Consolas" panose="020B0609020204030204" pitchFamily="49" charset="0"/>
              </a:rPr>
              <a:t>copy</a:t>
            </a:r>
            <a:r>
              <a:rPr lang="en-US" sz="1600" b="0" i="0" u="none" strike="noStrike" cap="none" dirty="0">
                <a:solidFill>
                  <a:schemeClr val="dk1"/>
                </a:solidFill>
                <a:latin typeface="Arial"/>
                <a:ea typeface="Arial"/>
                <a:cs typeface="Arial"/>
                <a:sym typeface="Arial"/>
              </a:rPr>
              <a:t> your </a:t>
            </a:r>
            <a:r>
              <a:rPr lang="en-US" sz="1600" b="1" dirty="0" err="1">
                <a:solidFill>
                  <a:schemeClr val="dk1"/>
                </a:solidFill>
                <a:latin typeface="Consolas" panose="020B0609020204030204" pitchFamily="49" charset="0"/>
                <a:cs typeface="Consolas" panose="020B0609020204030204" pitchFamily="49" charset="0"/>
              </a:rPr>
              <a:t>config.env</a:t>
            </a:r>
            <a:r>
              <a:rPr lang="en-US" sz="1600" b="1" dirty="0">
                <a:solidFill>
                  <a:schemeClr val="dk1"/>
                </a:solidFill>
                <a:latin typeface="Consolas" panose="020B0609020204030204" pitchFamily="49" charset="0"/>
                <a:cs typeface="Consolas" panose="020B0609020204030204" pitchFamily="49" charset="0"/>
              </a:rPr>
              <a:t> </a:t>
            </a:r>
            <a:r>
              <a:rPr lang="en-US" sz="1600" b="0" i="0" u="none" strike="noStrike" cap="none" dirty="0">
                <a:solidFill>
                  <a:schemeClr val="dk1"/>
                </a:solidFill>
                <a:latin typeface="Arial"/>
                <a:ea typeface="Arial"/>
                <a:cs typeface="Arial"/>
                <a:sym typeface="Arial"/>
              </a:rPr>
              <a:t>from </a:t>
            </a:r>
            <a:r>
              <a:rPr lang="en-US" sz="1600" b="1" dirty="0">
                <a:solidFill>
                  <a:schemeClr val="dk1"/>
                </a:solidFill>
                <a:latin typeface="Consolas" panose="020B0609020204030204" pitchFamily="49" charset="0"/>
                <a:cs typeface="Consolas" panose="020B0609020204030204" pitchFamily="49" charset="0"/>
              </a:rPr>
              <a:t>example1</a:t>
            </a:r>
            <a:r>
              <a:rPr lang="en-US" sz="1600" b="0" i="0" u="none" strike="noStrike" cap="none" dirty="0">
                <a:solidFill>
                  <a:schemeClr val="dk1"/>
                </a:solidFill>
                <a:latin typeface="Arial"/>
                <a:ea typeface="Arial"/>
                <a:cs typeface="Arial"/>
                <a:sym typeface="Arial"/>
              </a:rPr>
              <a:t> folder.</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dirty="0" err="1">
                <a:solidFill>
                  <a:schemeClr val="dk1"/>
                </a:solidFill>
                <a:latin typeface="Consolas" panose="020B0609020204030204" pitchFamily="49" charset="0"/>
                <a:cs typeface="Consolas" panose="020B0609020204030204" pitchFamily="49" charset="0"/>
              </a:rPr>
              <a:t>server.js</a:t>
            </a:r>
            <a:r>
              <a:rPr lang="en-US" sz="1600" b="1" dirty="0">
                <a:solidFill>
                  <a:schemeClr val="dk1"/>
                </a:solidFill>
                <a:latin typeface="Consolas" panose="020B0609020204030204" pitchFamily="49" charset="0"/>
                <a:cs typeface="Consolas" panose="020B0609020204030204" pitchFamily="49" charset="0"/>
              </a:rPr>
              <a:t> </a:t>
            </a:r>
            <a:r>
              <a:rPr lang="en-US" sz="1600" b="0" i="0" u="none" strike="noStrike" cap="none" dirty="0">
                <a:solidFill>
                  <a:schemeClr val="dk1"/>
                </a:solidFill>
                <a:latin typeface="Arial"/>
                <a:ea typeface="Arial"/>
                <a:cs typeface="Arial"/>
                <a:sym typeface="Arial"/>
              </a:rPr>
              <a:t>file is created for you for the connection to MongoDB</a:t>
            </a:r>
            <a:endParaRPr dirty="0"/>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We will still be using </a:t>
            </a:r>
            <a:r>
              <a:rPr lang="en-US" sz="1600" b="1" dirty="0">
                <a:solidFill>
                  <a:schemeClr val="dk1"/>
                </a:solidFill>
                <a:latin typeface="Consolas" panose="020B0609020204030204" pitchFamily="49" charset="0"/>
                <a:cs typeface="Consolas" panose="020B0609020204030204" pitchFamily="49" charset="0"/>
              </a:rPr>
              <a:t>week10</a:t>
            </a:r>
            <a:r>
              <a:rPr lang="en-US" sz="1600" b="0" i="0" u="none" strike="noStrike" cap="none" dirty="0">
                <a:solidFill>
                  <a:schemeClr val="dk1"/>
                </a:solidFill>
                <a:latin typeface="Arial"/>
                <a:ea typeface="Arial"/>
                <a:cs typeface="Arial"/>
                <a:sym typeface="Arial"/>
              </a:rPr>
              <a:t> database in </a:t>
            </a:r>
            <a:r>
              <a:rPr lang="en-US" sz="1600" b="1" i="0" u="none" strike="noStrike" cap="none" dirty="0">
                <a:solidFill>
                  <a:schemeClr val="dk1"/>
                </a:solidFill>
                <a:latin typeface="Arial"/>
                <a:ea typeface="Arial"/>
                <a:cs typeface="Arial"/>
                <a:sym typeface="Arial"/>
              </a:rPr>
              <a:t>Atlas</a:t>
            </a:r>
            <a:r>
              <a:rPr lang="en-US" sz="1600" b="0" i="0" u="none" strike="noStrike" cap="none" dirty="0">
                <a:solidFill>
                  <a:schemeClr val="dk1"/>
                </a:solidFill>
                <a:latin typeface="Arial"/>
                <a:ea typeface="Arial"/>
                <a:cs typeface="Arial"/>
                <a:sym typeface="Arial"/>
              </a:rPr>
              <a:t> previously. The book model (schema) and these two files have been created for you.</a:t>
            </a:r>
            <a:endParaRPr dirty="0"/>
          </a:p>
          <a:p>
            <a:pPr marL="285750" marR="0" lvl="0" indent="-285750" algn="l" rtl="0">
              <a:lnSpc>
                <a:spcPct val="100000"/>
              </a:lnSpc>
              <a:spcBef>
                <a:spcPts val="0"/>
              </a:spcBef>
              <a:spcAft>
                <a:spcPts val="0"/>
              </a:spcAft>
              <a:buClr>
                <a:srgbClr val="000000"/>
              </a:buClr>
              <a:buSzPts val="1600"/>
              <a:buFont typeface="Arial"/>
              <a:buChar char="•"/>
            </a:pPr>
            <a:r>
              <a:rPr lang="en-US" sz="1600" b="1" dirty="0">
                <a:solidFill>
                  <a:schemeClr val="dk1"/>
                </a:solidFill>
                <a:latin typeface="Consolas" panose="020B0609020204030204" pitchFamily="49" charset="0"/>
                <a:cs typeface="Consolas" panose="020B0609020204030204" pitchFamily="49" charset="0"/>
              </a:rPr>
              <a:t>books-</a:t>
            </a:r>
            <a:r>
              <a:rPr lang="en-US" sz="1600" b="1" dirty="0" err="1">
                <a:solidFill>
                  <a:schemeClr val="dk1"/>
                </a:solidFill>
                <a:latin typeface="Consolas" panose="020B0609020204030204" pitchFamily="49" charset="0"/>
                <a:cs typeface="Consolas" panose="020B0609020204030204" pitchFamily="49" charset="0"/>
              </a:rPr>
              <a:t>routes.js</a:t>
            </a:r>
            <a:r>
              <a:rPr lang="en-US" sz="1600" b="1" dirty="0">
                <a:solidFill>
                  <a:schemeClr val="dk1"/>
                </a:solidFill>
                <a:latin typeface="Consolas" panose="020B0609020204030204" pitchFamily="49" charset="0"/>
                <a:cs typeface="Consolas" panose="020B0609020204030204" pitchFamily="49" charset="0"/>
              </a:rPr>
              <a:t> </a:t>
            </a:r>
            <a:endParaRPr sz="1600" b="1" dirty="0">
              <a:solidFill>
                <a:schemeClr val="dk1"/>
              </a:solidFill>
              <a:latin typeface="Consolas" panose="020B0609020204030204" pitchFamily="49" charset="0"/>
              <a:cs typeface="Consolas" panose="020B0609020204030204" pitchFamily="49" charset="0"/>
            </a:endParaRPr>
          </a:p>
          <a:p>
            <a:pPr marL="285750" marR="0" lvl="0" indent="-285750" algn="l" rtl="0">
              <a:lnSpc>
                <a:spcPct val="100000"/>
              </a:lnSpc>
              <a:spcBef>
                <a:spcPts val="0"/>
              </a:spcBef>
              <a:spcAft>
                <a:spcPts val="0"/>
              </a:spcAft>
              <a:buClr>
                <a:srgbClr val="000000"/>
              </a:buClr>
              <a:buSzPts val="1600"/>
              <a:buFont typeface="Arial"/>
              <a:buChar char="•"/>
            </a:pPr>
            <a:r>
              <a:rPr lang="en-US" sz="1600" b="1" dirty="0">
                <a:solidFill>
                  <a:schemeClr val="dk1"/>
                </a:solidFill>
                <a:latin typeface="Consolas" panose="020B0609020204030204" pitchFamily="49" charset="0"/>
                <a:cs typeface="Consolas" panose="020B0609020204030204" pitchFamily="49" charset="0"/>
              </a:rPr>
              <a:t>books-</a:t>
            </a:r>
            <a:r>
              <a:rPr lang="en-US" sz="1600" b="1" dirty="0" err="1">
                <a:solidFill>
                  <a:schemeClr val="dk1"/>
                </a:solidFill>
                <a:latin typeface="Consolas" panose="020B0609020204030204" pitchFamily="49" charset="0"/>
                <a:cs typeface="Consolas" panose="020B0609020204030204" pitchFamily="49" charset="0"/>
              </a:rPr>
              <a:t>controller.js</a:t>
            </a:r>
            <a:r>
              <a:rPr lang="en-US" sz="1600" b="1" dirty="0">
                <a:solidFill>
                  <a:schemeClr val="dk1"/>
                </a:solidFill>
                <a:latin typeface="Consolas" panose="020B0609020204030204" pitchFamily="49" charset="0"/>
                <a:cs typeface="Consolas" panose="020B0609020204030204" pitchFamily="49" charset="0"/>
              </a:rPr>
              <a:t> </a:t>
            </a:r>
            <a:endParaRPr sz="1600"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Example 2: </a:t>
            </a:r>
            <a:r>
              <a:rPr lang="en-US" sz="2400" b="1" i="0" u="none" strike="noStrike" cap="none" dirty="0">
                <a:solidFill>
                  <a:schemeClr val="dk1"/>
                </a:solidFill>
                <a:latin typeface="Consolas" panose="020B0609020204030204" pitchFamily="49" charset="0"/>
                <a:cs typeface="Consolas" panose="020B0609020204030204" pitchFamily="49" charset="0"/>
                <a:sym typeface="Arial"/>
              </a:rPr>
              <a:t>book-</a:t>
            </a:r>
            <a:r>
              <a:rPr lang="en-US" sz="2400" b="1" i="0" u="none" strike="noStrike" cap="none" dirty="0" err="1">
                <a:solidFill>
                  <a:schemeClr val="dk1"/>
                </a:solidFill>
                <a:latin typeface="Consolas" panose="020B0609020204030204" pitchFamily="49" charset="0"/>
                <a:cs typeface="Consolas" panose="020B0609020204030204" pitchFamily="49" charset="0"/>
                <a:sym typeface="Arial"/>
              </a:rPr>
              <a:t>model.js</a:t>
            </a:r>
            <a:endParaRPr sz="2400" b="1" i="0" u="none" strike="noStrike" cap="none" dirty="0">
              <a:solidFill>
                <a:schemeClr val="dk1"/>
              </a:solidFill>
              <a:latin typeface="Consolas" panose="020B0609020204030204" pitchFamily="49" charset="0"/>
              <a:cs typeface="Consolas" panose="020B0609020204030204" pitchFamily="49" charset="0"/>
              <a:sym typeface="Arial"/>
            </a:endParaRPr>
          </a:p>
        </p:txBody>
      </p:sp>
      <p:sp>
        <p:nvSpPr>
          <p:cNvPr id="336" name="Google Shape;336;p27"/>
          <p:cNvSpPr txBox="1"/>
          <p:nvPr/>
        </p:nvSpPr>
        <p:spPr>
          <a:xfrm>
            <a:off x="231724" y="1366622"/>
            <a:ext cx="10997100" cy="50601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The schema is given. We add the methods to be used to manipulate the data into various forms for our use. </a:t>
            </a:r>
            <a:endParaRPr sz="1600" b="0" i="0" u="none" strike="noStrike" cap="none" dirty="0">
              <a:solidFill>
                <a:schemeClr val="dk1"/>
              </a:solidFill>
              <a:latin typeface="Arial"/>
              <a:ea typeface="Arial"/>
              <a:cs typeface="Arial"/>
              <a:sym typeface="Arial"/>
            </a:endParaRPr>
          </a:p>
        </p:txBody>
      </p:sp>
      <p:sp>
        <p:nvSpPr>
          <p:cNvPr id="337" name="Google Shape;337;p27"/>
          <p:cNvSpPr txBox="1"/>
          <p:nvPr/>
        </p:nvSpPr>
        <p:spPr>
          <a:xfrm>
            <a:off x="2960185" y="2044797"/>
            <a:ext cx="6300000" cy="30339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Arial"/>
                <a:ea typeface="Arial"/>
                <a:cs typeface="Arial"/>
                <a:sym typeface="Arial"/>
              </a:rPr>
              <a:t>. . .</a:t>
            </a: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Book =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mongoose.model</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('Book',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bookSchema</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'books');</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//Methods here</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exports.retrieveAll</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function() {</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return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Book.find</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rgbClr val="000000"/>
              </a:buClr>
              <a:buSzPts val="1400"/>
              <a:buFont typeface="Arial"/>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endParaRPr sz="1400" b="0" i="0" u="none" strike="noStrike" cap="none" dirty="0">
              <a:solidFill>
                <a:srgbClr val="000000"/>
              </a:solidFill>
              <a:latin typeface="Arial"/>
              <a:ea typeface="Arial"/>
              <a:cs typeface="Arial"/>
              <a:sym typeface="Arial"/>
            </a:endParaRPr>
          </a:p>
        </p:txBody>
      </p:sp>
      <p:sp>
        <p:nvSpPr>
          <p:cNvPr id="338" name="Google Shape;338;p27"/>
          <p:cNvSpPr/>
          <p:nvPr/>
        </p:nvSpPr>
        <p:spPr>
          <a:xfrm>
            <a:off x="3832458" y="3469793"/>
            <a:ext cx="1342516" cy="28590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39" name="Google Shape;339;p27"/>
          <p:cNvCxnSpPr>
            <a:cxnSpLocks/>
            <a:stCxn id="340" idx="3"/>
            <a:endCxn id="338" idx="1"/>
          </p:cNvCxnSpPr>
          <p:nvPr/>
        </p:nvCxnSpPr>
        <p:spPr>
          <a:xfrm>
            <a:off x="2815836" y="3159823"/>
            <a:ext cx="1016622" cy="452920"/>
          </a:xfrm>
          <a:prstGeom prst="straightConnector1">
            <a:avLst/>
          </a:prstGeom>
          <a:noFill/>
          <a:ln w="19050" cap="flat" cmpd="sng">
            <a:solidFill>
              <a:srgbClr val="6AA84F"/>
            </a:solidFill>
            <a:prstDash val="solid"/>
            <a:round/>
            <a:headEnd type="none" w="sm" len="sm"/>
            <a:tailEnd type="triangle" w="med" len="med"/>
          </a:ln>
        </p:spPr>
      </p:cxnSp>
      <p:sp>
        <p:nvSpPr>
          <p:cNvPr id="340" name="Google Shape;340;p27"/>
          <p:cNvSpPr txBox="1"/>
          <p:nvPr/>
        </p:nvSpPr>
        <p:spPr>
          <a:xfrm>
            <a:off x="592836" y="2574973"/>
            <a:ext cx="2223000" cy="1169700"/>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We create a method call </a:t>
            </a:r>
            <a:r>
              <a:rPr lang="en-US" sz="1600" b="1" i="0" u="none" strike="noStrike" cap="none" dirty="0" err="1">
                <a:solidFill>
                  <a:schemeClr val="dk1"/>
                </a:solidFill>
                <a:latin typeface="Consolas" panose="020B0609020204030204" pitchFamily="49" charset="0"/>
                <a:cs typeface="Consolas" panose="020B0609020204030204" pitchFamily="49" charset="0"/>
                <a:sym typeface="Arial"/>
              </a:rPr>
              <a:t>retrieveAll</a:t>
            </a:r>
            <a:r>
              <a:rPr lang="en-US" sz="1600" b="0" i="0" u="none" strike="noStrike" cap="none" dirty="0">
                <a:solidFill>
                  <a:schemeClr val="dk1"/>
                </a:solidFill>
                <a:latin typeface="Arial"/>
                <a:ea typeface="Arial"/>
                <a:cs typeface="Arial"/>
                <a:sym typeface="Arial"/>
              </a:rPr>
              <a:t> so it can be reused in the controller functions.</a:t>
            </a:r>
            <a:endParaRPr sz="1600" b="0" i="0" u="none" strike="noStrike" cap="none" dirty="0">
              <a:solidFill>
                <a:srgbClr val="000000"/>
              </a:solidFill>
              <a:latin typeface="Arial"/>
              <a:ea typeface="Arial"/>
              <a:cs typeface="Arial"/>
              <a:sym typeface="Arial"/>
            </a:endParaRPr>
          </a:p>
        </p:txBody>
      </p:sp>
      <p:sp>
        <p:nvSpPr>
          <p:cNvPr id="341" name="Google Shape;341;p27"/>
          <p:cNvSpPr/>
          <p:nvPr/>
        </p:nvSpPr>
        <p:spPr>
          <a:xfrm>
            <a:off x="3945609" y="3854057"/>
            <a:ext cx="1229366" cy="30510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42" name="Google Shape;342;p27"/>
          <p:cNvCxnSpPr>
            <a:cxnSpLocks/>
            <a:stCxn id="343" idx="1"/>
            <a:endCxn id="341" idx="3"/>
          </p:cNvCxnSpPr>
          <p:nvPr/>
        </p:nvCxnSpPr>
        <p:spPr>
          <a:xfrm flipH="1">
            <a:off x="5174975" y="3992779"/>
            <a:ext cx="4371361" cy="13828"/>
          </a:xfrm>
          <a:prstGeom prst="straightConnector1">
            <a:avLst/>
          </a:prstGeom>
          <a:noFill/>
          <a:ln w="19050" cap="flat" cmpd="sng">
            <a:solidFill>
              <a:srgbClr val="0000FF"/>
            </a:solidFill>
            <a:prstDash val="solid"/>
            <a:round/>
            <a:headEnd type="none" w="sm" len="sm"/>
            <a:tailEnd type="triangle" w="med" len="med"/>
          </a:ln>
        </p:spPr>
      </p:cxnSp>
      <p:sp>
        <p:nvSpPr>
          <p:cNvPr id="343" name="Google Shape;343;p27"/>
          <p:cNvSpPr txBox="1"/>
          <p:nvPr/>
        </p:nvSpPr>
        <p:spPr>
          <a:xfrm>
            <a:off x="9546336" y="2792179"/>
            <a:ext cx="2223000" cy="2401200"/>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err="1">
                <a:solidFill>
                  <a:schemeClr val="dk1"/>
                </a:solidFill>
                <a:latin typeface="Consolas" panose="020B0609020204030204" pitchFamily="49" charset="0"/>
                <a:cs typeface="Consolas" panose="020B0609020204030204" pitchFamily="49" charset="0"/>
              </a:rPr>
              <a:t>Book.find</a:t>
            </a:r>
            <a:r>
              <a:rPr lang="en-US" sz="1600" b="1" dirty="0">
                <a:solidFill>
                  <a:schemeClr val="dk1"/>
                </a:solidFill>
                <a:latin typeface="Consolas" panose="020B0609020204030204" pitchFamily="49" charset="0"/>
                <a:cs typeface="Consolas" panose="020B0609020204030204" pitchFamily="49" charset="0"/>
              </a:rPr>
              <a:t>() </a:t>
            </a:r>
            <a:r>
              <a:rPr lang="en-US" sz="1600" b="0" i="0" u="none" strike="noStrike" cap="none" dirty="0">
                <a:solidFill>
                  <a:schemeClr val="dk1"/>
                </a:solidFill>
                <a:latin typeface="Arial"/>
                <a:ea typeface="Arial"/>
                <a:cs typeface="Arial"/>
                <a:sym typeface="Arial"/>
              </a:rPr>
              <a:t>is the actual syntax to retrieve all the records in the book collection. This method will return an array of book documents to its caller.</a:t>
            </a:r>
            <a:endParaRPr sz="16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344" name="Google Shape;344;p27"/>
          <p:cNvSpPr/>
          <p:nvPr/>
        </p:nvSpPr>
        <p:spPr>
          <a:xfrm>
            <a:off x="6526695" y="2586510"/>
            <a:ext cx="1066801" cy="3051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45" name="Google Shape;345;p27"/>
          <p:cNvCxnSpPr>
            <a:cxnSpLocks/>
            <a:stCxn id="346" idx="1"/>
            <a:endCxn id="344" idx="3"/>
          </p:cNvCxnSpPr>
          <p:nvPr/>
        </p:nvCxnSpPr>
        <p:spPr>
          <a:xfrm flipH="1">
            <a:off x="7593496" y="2362343"/>
            <a:ext cx="1859382" cy="376717"/>
          </a:xfrm>
          <a:prstGeom prst="straightConnector1">
            <a:avLst/>
          </a:prstGeom>
          <a:noFill/>
          <a:ln w="19050" cap="flat" cmpd="sng">
            <a:solidFill>
              <a:srgbClr val="FF9900"/>
            </a:solidFill>
            <a:prstDash val="solid"/>
            <a:round/>
            <a:headEnd type="none" w="sm" len="sm"/>
            <a:tailEnd type="triangle" w="med" len="med"/>
          </a:ln>
        </p:spPr>
      </p:cxnSp>
      <p:sp>
        <p:nvSpPr>
          <p:cNvPr id="346" name="Google Shape;346;p27"/>
          <p:cNvSpPr txBox="1"/>
          <p:nvPr/>
        </p:nvSpPr>
        <p:spPr>
          <a:xfrm>
            <a:off x="9452878" y="2146793"/>
            <a:ext cx="2015700" cy="431100"/>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Schema name</a:t>
            </a:r>
            <a:endParaRPr sz="1600" b="0" i="0" u="none" strike="noStrike" cap="none">
              <a:solidFill>
                <a:srgbClr val="000000"/>
              </a:solidFill>
              <a:latin typeface="Arial"/>
              <a:ea typeface="Arial"/>
              <a:cs typeface="Arial"/>
              <a:sym typeface="Arial"/>
            </a:endParaRPr>
          </a:p>
        </p:txBody>
      </p:sp>
      <p:sp>
        <p:nvSpPr>
          <p:cNvPr id="347" name="Google Shape;347;p27"/>
          <p:cNvSpPr txBox="1"/>
          <p:nvPr/>
        </p:nvSpPr>
        <p:spPr>
          <a:xfrm>
            <a:off x="8759372" y="6049825"/>
            <a:ext cx="3204824" cy="307736"/>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b="0" i="0" u="sng" strike="noStrike" cap="none" dirty="0">
                <a:solidFill>
                  <a:srgbClr val="0070C0"/>
                </a:solidFill>
                <a:latin typeface="Arial"/>
                <a:ea typeface="Arial"/>
                <a:cs typeface="Arial"/>
                <a:sym typeface="Arial"/>
                <a:hlinkClick r:id="rId3">
                  <a:extLst>
                    <a:ext uri="{A12FA001-AC4F-418D-AE19-62706E023703}">
                      <ahyp:hlinkClr xmlns:ahyp="http://schemas.microsoft.com/office/drawing/2018/hyperlinkcolor" val="tx"/>
                    </a:ext>
                  </a:extLst>
                </a:hlinkClick>
              </a:rPr>
              <a:t>Read more about  </a:t>
            </a:r>
            <a:r>
              <a:rPr lang="en-US" b="1" dirty="0">
                <a:solidFill>
                  <a:srgbClr val="0070C0"/>
                </a:solidFill>
                <a:latin typeface="Consolas" panose="020B0609020204030204" pitchFamily="49" charset="0"/>
                <a:cs typeface="Consolas" panose="020B0609020204030204" pitchFamily="49" charset="0"/>
                <a:hlinkClick r:id="rId3">
                  <a:extLst>
                    <a:ext uri="{A12FA001-AC4F-418D-AE19-62706E023703}">
                      <ahyp:hlinkClr xmlns:ahyp="http://schemas.microsoft.com/office/drawing/2018/hyperlinkcolor" val="tx"/>
                    </a:ext>
                  </a:extLst>
                </a:hlinkClick>
              </a:rPr>
              <a:t>Model.find()</a:t>
            </a:r>
            <a:endParaRPr b="1" dirty="0">
              <a:solidFill>
                <a:srgbClr val="0070C0"/>
              </a:solidFill>
              <a:latin typeface="Consolas" panose="020B0609020204030204" pitchFamily="49" charset="0"/>
              <a:cs typeface="Consolas" panose="020B0609020204030204" pitchFamily="49" charset="0"/>
            </a:endParaRPr>
          </a:p>
        </p:txBody>
      </p:sp>
      <p:sp>
        <p:nvSpPr>
          <p:cNvPr id="348" name="Google Shape;348;p27"/>
          <p:cNvSpPr txBox="1"/>
          <p:nvPr/>
        </p:nvSpPr>
        <p:spPr>
          <a:xfrm>
            <a:off x="5492296" y="5193379"/>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model.js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2: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books-</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routes.js</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354" name="Google Shape;354;p28"/>
          <p:cNvSpPr txBox="1"/>
          <p:nvPr/>
        </p:nvSpPr>
        <p:spPr>
          <a:xfrm>
            <a:off x="350659" y="2072229"/>
            <a:ext cx="7980541" cy="3057555"/>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express = require('</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express'</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booksController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require('./../controllers/books-controller');</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router =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express.Router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sub application</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Define a GET route to display the list of books</a:t>
            </a:r>
            <a:endParaRPr dirty="0"/>
          </a:p>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router.get</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("/book-list",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booksController.showBooks</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EXPORT</a:t>
            </a:r>
            <a:endParaRPr dirty="0"/>
          </a:p>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module.exports</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router;</a:t>
            </a:r>
            <a:endParaRPr dirty="0"/>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355" name="Google Shape;355;p28"/>
          <p:cNvSpPr/>
          <p:nvPr/>
        </p:nvSpPr>
        <p:spPr>
          <a:xfrm>
            <a:off x="996695" y="2556550"/>
            <a:ext cx="6845279" cy="28398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56" name="Google Shape;356;p28"/>
          <p:cNvCxnSpPr>
            <a:cxnSpLocks/>
            <a:stCxn id="357" idx="1"/>
            <a:endCxn id="355" idx="3"/>
          </p:cNvCxnSpPr>
          <p:nvPr/>
        </p:nvCxnSpPr>
        <p:spPr>
          <a:xfrm flipH="1">
            <a:off x="7841974" y="2681962"/>
            <a:ext cx="661946" cy="16578"/>
          </a:xfrm>
          <a:prstGeom prst="straightConnector1">
            <a:avLst/>
          </a:prstGeom>
          <a:noFill/>
          <a:ln w="19050" cap="flat" cmpd="sng">
            <a:solidFill>
              <a:srgbClr val="6AA84F"/>
            </a:solidFill>
            <a:prstDash val="solid"/>
            <a:round/>
            <a:headEnd type="none" w="sm" len="sm"/>
            <a:tailEnd type="triangle" w="med" len="med"/>
          </a:ln>
        </p:spPr>
      </p:cxnSp>
      <p:sp>
        <p:nvSpPr>
          <p:cNvPr id="357" name="Google Shape;357;p28"/>
          <p:cNvSpPr txBox="1"/>
          <p:nvPr/>
        </p:nvSpPr>
        <p:spPr>
          <a:xfrm>
            <a:off x="8503920" y="2466533"/>
            <a:ext cx="3043598" cy="430857"/>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Path to controller</a:t>
            </a:r>
            <a:endParaRPr sz="1600" b="0" i="0" u="none" strike="noStrike" cap="none">
              <a:solidFill>
                <a:srgbClr val="000000"/>
              </a:solidFill>
              <a:latin typeface="Arial"/>
              <a:ea typeface="Arial"/>
              <a:cs typeface="Arial"/>
              <a:sym typeface="Arial"/>
            </a:endParaRPr>
          </a:p>
        </p:txBody>
      </p:sp>
      <p:sp>
        <p:nvSpPr>
          <p:cNvPr id="358" name="Google Shape;358;p28"/>
          <p:cNvSpPr/>
          <p:nvPr/>
        </p:nvSpPr>
        <p:spPr>
          <a:xfrm>
            <a:off x="1581741" y="3860637"/>
            <a:ext cx="4514259" cy="28398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59" name="Google Shape;359;p28"/>
          <p:cNvCxnSpPr>
            <a:cxnSpLocks/>
            <a:stCxn id="360" idx="1"/>
            <a:endCxn id="358" idx="3"/>
          </p:cNvCxnSpPr>
          <p:nvPr/>
        </p:nvCxnSpPr>
        <p:spPr>
          <a:xfrm flipH="1" flipV="1">
            <a:off x="6096000" y="4002627"/>
            <a:ext cx="2407920" cy="36751"/>
          </a:xfrm>
          <a:prstGeom prst="straightConnector1">
            <a:avLst/>
          </a:prstGeom>
          <a:noFill/>
          <a:ln w="19050" cap="flat" cmpd="sng">
            <a:solidFill>
              <a:srgbClr val="0000FF"/>
            </a:solidFill>
            <a:prstDash val="solid"/>
            <a:round/>
            <a:headEnd type="none" w="sm" len="sm"/>
            <a:tailEnd type="triangle" w="med" len="med"/>
          </a:ln>
        </p:spPr>
      </p:cxnSp>
      <p:sp>
        <p:nvSpPr>
          <p:cNvPr id="360" name="Google Shape;360;p28"/>
          <p:cNvSpPr txBox="1"/>
          <p:nvPr/>
        </p:nvSpPr>
        <p:spPr>
          <a:xfrm>
            <a:off x="8503920" y="3331507"/>
            <a:ext cx="3369143" cy="1415742"/>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When the user goes to </a:t>
            </a:r>
            <a:r>
              <a:rPr lang="en-US" sz="1600" b="1" dirty="0">
                <a:solidFill>
                  <a:schemeClr val="dk1"/>
                </a:solidFill>
                <a:latin typeface="Consolas" panose="020B0609020204030204" pitchFamily="49" charset="0"/>
                <a:cs typeface="Consolas" panose="020B0609020204030204" pitchFamily="49" charset="0"/>
              </a:rPr>
              <a:t>localhost:8000/book-list</a:t>
            </a:r>
            <a:br>
              <a:rPr lang="en-US" sz="16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it will call the function </a:t>
            </a:r>
            <a:r>
              <a:rPr lang="en-US" sz="1600" b="1" dirty="0" err="1">
                <a:solidFill>
                  <a:schemeClr val="dk1"/>
                </a:solidFill>
                <a:latin typeface="Consolas" panose="020B0609020204030204" pitchFamily="49" charset="0"/>
                <a:cs typeface="Consolas" panose="020B0609020204030204" pitchFamily="49" charset="0"/>
              </a:rPr>
              <a:t>showBooks</a:t>
            </a:r>
            <a:r>
              <a:rPr lang="en-US" sz="1600" b="0" i="0" u="none" strike="noStrike" cap="none" dirty="0">
                <a:solidFill>
                  <a:schemeClr val="dk1"/>
                </a:solidFill>
                <a:latin typeface="Arial"/>
                <a:ea typeface="Arial"/>
                <a:cs typeface="Arial"/>
                <a:sym typeface="Arial"/>
              </a:rPr>
              <a:t> from the </a:t>
            </a:r>
            <a:r>
              <a:rPr lang="en-US" sz="1600" b="1" dirty="0" err="1">
                <a:solidFill>
                  <a:schemeClr val="dk1"/>
                </a:solidFill>
                <a:latin typeface="Consolas" panose="020B0609020204030204" pitchFamily="49" charset="0"/>
                <a:cs typeface="Consolas" panose="020B0609020204030204" pitchFamily="49" charset="0"/>
              </a:rPr>
              <a:t>booksController</a:t>
            </a:r>
            <a:r>
              <a:rPr lang="en-US" sz="1600" b="0" i="0" u="none" strike="noStrike" cap="none" dirty="0">
                <a:solidFill>
                  <a:schemeClr val="dk1"/>
                </a:solidFill>
                <a:latin typeface="Arial"/>
                <a:ea typeface="Arial"/>
                <a:cs typeface="Arial"/>
                <a:sym typeface="Arial"/>
              </a:rPr>
              <a:t>.</a:t>
            </a:r>
            <a:endParaRPr sz="16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361" name="Google Shape;361;p28"/>
          <p:cNvSpPr txBox="1"/>
          <p:nvPr/>
        </p:nvSpPr>
        <p:spPr>
          <a:xfrm>
            <a:off x="240868" y="1423461"/>
            <a:ext cx="1108753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a:t>
            </a:r>
            <a:r>
              <a:rPr lang="en-US" sz="1600" b="1" dirty="0">
                <a:solidFill>
                  <a:schemeClr val="dk1"/>
                </a:solidFill>
                <a:latin typeface="Consolas" panose="020B0609020204030204" pitchFamily="49" charset="0"/>
                <a:cs typeface="Consolas" panose="020B0609020204030204" pitchFamily="49" charset="0"/>
              </a:rPr>
              <a:t>book-</a:t>
            </a:r>
            <a:r>
              <a:rPr lang="en-US" sz="1600" b="1" dirty="0" err="1">
                <a:solidFill>
                  <a:schemeClr val="dk1"/>
                </a:solidFill>
                <a:latin typeface="Consolas" panose="020B0609020204030204" pitchFamily="49" charset="0"/>
                <a:cs typeface="Consolas" panose="020B0609020204030204" pitchFamily="49" charset="0"/>
              </a:rPr>
              <a:t>routes.js</a:t>
            </a:r>
            <a:r>
              <a:rPr lang="en-US" sz="1600" b="0" i="0" u="none" strike="noStrike" cap="none" dirty="0">
                <a:solidFill>
                  <a:schemeClr val="dk1"/>
                </a:solidFill>
                <a:latin typeface="Arial"/>
                <a:ea typeface="Arial"/>
                <a:cs typeface="Arial"/>
                <a:sym typeface="Arial"/>
              </a:rPr>
              <a:t> file is given. It establishes which URL route it will use and which function it will </a:t>
            </a:r>
            <a:r>
              <a:rPr lang="en-US" sz="1600" dirty="0">
                <a:solidFill>
                  <a:schemeClr val="dk1"/>
                </a:solidFill>
              </a:rPr>
              <a:t>call </a:t>
            </a:r>
            <a:r>
              <a:rPr lang="en-US" sz="1600" b="0" i="0" u="none" strike="noStrike" cap="none" dirty="0">
                <a:solidFill>
                  <a:schemeClr val="dk1"/>
                </a:solidFill>
                <a:latin typeface="Arial"/>
                <a:ea typeface="Arial"/>
                <a:cs typeface="Arial"/>
                <a:sym typeface="Arial"/>
              </a:rPr>
              <a:t>in the controller. </a:t>
            </a:r>
            <a:endParaRPr dirty="0"/>
          </a:p>
        </p:txBody>
      </p:sp>
      <p:sp>
        <p:nvSpPr>
          <p:cNvPr id="362" name="Google Shape;362;p28"/>
          <p:cNvSpPr txBox="1"/>
          <p:nvPr/>
        </p:nvSpPr>
        <p:spPr>
          <a:xfrm>
            <a:off x="3233728" y="5148320"/>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routes.js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Example </a:t>
            </a:r>
            <a:r>
              <a:rPr lang="en-US" sz="2400" b="1" dirty="0">
                <a:solidFill>
                  <a:srgbClr val="11175E"/>
                </a:solidFill>
              </a:rPr>
              <a:t>2: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books-</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controller.js</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368" name="Google Shape;368;p29"/>
          <p:cNvSpPr txBox="1"/>
          <p:nvPr/>
        </p:nvSpPr>
        <p:spPr>
          <a:xfrm>
            <a:off x="320179" y="2017365"/>
            <a:ext cx="8187805" cy="4469771"/>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fs = require('fs/promises');</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Get Service model</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const Book = require('./../models/book-model');</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Controller function to get all the documents in the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db</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and display it</a:t>
            </a:r>
            <a:endParaRPr dirty="0"/>
          </a:p>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exports.showBooks</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async (req, res) =&gt;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try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let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bookList</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await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Book.retrieveAll</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fetch all the list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console.log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bookList</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res.render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("display-book", {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bookList</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catch (error)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console.error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(error);</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res.send</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("Error reading database"); // Send error message if fetching fails</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369" name="Google Shape;369;p29"/>
          <p:cNvSpPr/>
          <p:nvPr/>
        </p:nvSpPr>
        <p:spPr>
          <a:xfrm>
            <a:off x="347870" y="2737886"/>
            <a:ext cx="4790971" cy="267236"/>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0" name="Google Shape;370;p29"/>
          <p:cNvCxnSpPr>
            <a:cxnSpLocks/>
            <a:stCxn id="371" idx="1"/>
            <a:endCxn id="369" idx="3"/>
          </p:cNvCxnSpPr>
          <p:nvPr/>
        </p:nvCxnSpPr>
        <p:spPr>
          <a:xfrm flipH="1" flipV="1">
            <a:off x="5138841" y="2871504"/>
            <a:ext cx="3365079" cy="29914"/>
          </a:xfrm>
          <a:prstGeom prst="straightConnector1">
            <a:avLst/>
          </a:prstGeom>
          <a:noFill/>
          <a:ln w="19050" cap="flat" cmpd="sng">
            <a:solidFill>
              <a:srgbClr val="6AA84F"/>
            </a:solidFill>
            <a:prstDash val="solid"/>
            <a:round/>
            <a:headEnd type="none" w="sm" len="sm"/>
            <a:tailEnd type="triangle" w="med" len="med"/>
          </a:ln>
        </p:spPr>
      </p:cxnSp>
      <p:sp>
        <p:nvSpPr>
          <p:cNvPr id="371" name="Google Shape;371;p29"/>
          <p:cNvSpPr txBox="1"/>
          <p:nvPr/>
        </p:nvSpPr>
        <p:spPr>
          <a:xfrm>
            <a:off x="8503920" y="2685989"/>
            <a:ext cx="3043598" cy="430857"/>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Path to </a:t>
            </a:r>
            <a:r>
              <a:rPr lang="en-US" sz="1600" b="1" dirty="0">
                <a:solidFill>
                  <a:schemeClr val="dk1"/>
                </a:solidFill>
                <a:latin typeface="Consolas" panose="020B0609020204030204" pitchFamily="49" charset="0"/>
                <a:cs typeface="Consolas" panose="020B0609020204030204" pitchFamily="49" charset="0"/>
              </a:rPr>
              <a:t>book-</a:t>
            </a:r>
            <a:r>
              <a:rPr lang="en-US" sz="1600" b="1" dirty="0" err="1">
                <a:solidFill>
                  <a:schemeClr val="dk1"/>
                </a:solidFill>
                <a:latin typeface="Consolas" panose="020B0609020204030204" pitchFamily="49" charset="0"/>
                <a:cs typeface="Consolas" panose="020B0609020204030204" pitchFamily="49" charset="0"/>
              </a:rPr>
              <a:t>model.js</a:t>
            </a:r>
            <a:endParaRPr sz="1600" b="1" dirty="0">
              <a:solidFill>
                <a:schemeClr val="dk1"/>
              </a:solidFill>
              <a:latin typeface="Consolas" panose="020B0609020204030204" pitchFamily="49" charset="0"/>
              <a:cs typeface="Consolas" panose="020B0609020204030204" pitchFamily="49" charset="0"/>
            </a:endParaRPr>
          </a:p>
        </p:txBody>
      </p:sp>
      <p:sp>
        <p:nvSpPr>
          <p:cNvPr id="372" name="Google Shape;372;p29"/>
          <p:cNvSpPr/>
          <p:nvPr/>
        </p:nvSpPr>
        <p:spPr>
          <a:xfrm>
            <a:off x="1129929" y="3959265"/>
            <a:ext cx="3645271" cy="347446"/>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3" name="Google Shape;373;p29"/>
          <p:cNvCxnSpPr>
            <a:cxnSpLocks/>
            <a:stCxn id="374" idx="1"/>
            <a:endCxn id="372" idx="3"/>
          </p:cNvCxnSpPr>
          <p:nvPr/>
        </p:nvCxnSpPr>
        <p:spPr>
          <a:xfrm flipH="1">
            <a:off x="4775200" y="4116188"/>
            <a:ext cx="3728720" cy="16800"/>
          </a:xfrm>
          <a:prstGeom prst="straightConnector1">
            <a:avLst/>
          </a:prstGeom>
          <a:noFill/>
          <a:ln w="19050" cap="flat" cmpd="sng">
            <a:solidFill>
              <a:srgbClr val="0000FF"/>
            </a:solidFill>
            <a:prstDash val="solid"/>
            <a:round/>
            <a:headEnd type="none" w="sm" len="sm"/>
            <a:tailEnd type="triangle" w="med" len="med"/>
          </a:ln>
        </p:spPr>
      </p:cxnSp>
      <p:sp>
        <p:nvSpPr>
          <p:cNvPr id="374" name="Google Shape;374;p29"/>
          <p:cNvSpPr txBox="1"/>
          <p:nvPr/>
        </p:nvSpPr>
        <p:spPr>
          <a:xfrm>
            <a:off x="8503920" y="3531427"/>
            <a:ext cx="3369143" cy="1169521"/>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err="1">
                <a:solidFill>
                  <a:schemeClr val="dk1"/>
                </a:solidFill>
                <a:latin typeface="Consolas" panose="020B0609020204030204" pitchFamily="49" charset="0"/>
                <a:cs typeface="Consolas" panose="020B0609020204030204" pitchFamily="49" charset="0"/>
              </a:rPr>
              <a:t>Book.retrieveAll</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function will return an array of all the documents in the collection. </a:t>
            </a:r>
            <a:endParaRPr sz="16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375" name="Google Shape;375;p29"/>
          <p:cNvSpPr/>
          <p:nvPr/>
        </p:nvSpPr>
        <p:spPr>
          <a:xfrm>
            <a:off x="704880" y="4669666"/>
            <a:ext cx="4229977" cy="267236"/>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6" name="Google Shape;376;p29"/>
          <p:cNvCxnSpPr>
            <a:cxnSpLocks/>
            <a:stCxn id="377" idx="1"/>
            <a:endCxn id="375" idx="3"/>
          </p:cNvCxnSpPr>
          <p:nvPr/>
        </p:nvCxnSpPr>
        <p:spPr>
          <a:xfrm flipH="1" flipV="1">
            <a:off x="4934857" y="4803284"/>
            <a:ext cx="3569063" cy="445605"/>
          </a:xfrm>
          <a:prstGeom prst="straightConnector1">
            <a:avLst/>
          </a:prstGeom>
          <a:noFill/>
          <a:ln w="19050" cap="flat" cmpd="sng">
            <a:solidFill>
              <a:srgbClr val="FF9900"/>
            </a:solidFill>
            <a:prstDash val="solid"/>
            <a:round/>
            <a:headEnd type="none" w="sm" len="sm"/>
            <a:tailEnd type="triangle" w="med" len="med"/>
          </a:ln>
        </p:spPr>
      </p:cxnSp>
      <p:sp>
        <p:nvSpPr>
          <p:cNvPr id="377" name="Google Shape;377;p29"/>
          <p:cNvSpPr txBox="1"/>
          <p:nvPr/>
        </p:nvSpPr>
        <p:spPr>
          <a:xfrm>
            <a:off x="8503920" y="4787239"/>
            <a:ext cx="3369142" cy="923299"/>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The view </a:t>
            </a:r>
            <a:r>
              <a:rPr lang="en-US" sz="1600" b="1" dirty="0">
                <a:solidFill>
                  <a:schemeClr val="dk1"/>
                </a:solidFill>
                <a:latin typeface="Consolas" panose="020B0609020204030204" pitchFamily="49" charset="0"/>
                <a:cs typeface="Consolas" panose="020B0609020204030204" pitchFamily="49" charset="0"/>
              </a:rPr>
              <a:t>display-</a:t>
            </a:r>
            <a:r>
              <a:rPr lang="en-US" sz="1600" b="1" dirty="0" err="1">
                <a:solidFill>
                  <a:schemeClr val="dk1"/>
                </a:solidFill>
                <a:latin typeface="Consolas" panose="020B0609020204030204" pitchFamily="49" charset="0"/>
                <a:cs typeface="Consolas" panose="020B0609020204030204" pitchFamily="49" charset="0"/>
              </a:rPr>
              <a:t>book.ejs</a:t>
            </a:r>
            <a:r>
              <a:rPr lang="en-US" sz="1600" b="0" i="0" u="none" strike="noStrike" cap="none" dirty="0">
                <a:solidFill>
                  <a:srgbClr val="000000"/>
                </a:solidFill>
                <a:latin typeface="Arial"/>
                <a:ea typeface="Arial"/>
                <a:cs typeface="Arial"/>
                <a:sym typeface="Arial"/>
              </a:rPr>
              <a:t> is rendered with data retrieved from the database.</a:t>
            </a:r>
            <a:endParaRPr sz="1600" b="0" i="0" u="none" strike="noStrike" cap="none" dirty="0">
              <a:solidFill>
                <a:srgbClr val="000000"/>
              </a:solidFill>
              <a:latin typeface="Arial"/>
              <a:ea typeface="Arial"/>
              <a:cs typeface="Arial"/>
              <a:sym typeface="Arial"/>
            </a:endParaRPr>
          </a:p>
        </p:txBody>
      </p:sp>
      <p:sp>
        <p:nvSpPr>
          <p:cNvPr id="378" name="Google Shape;378;p29"/>
          <p:cNvSpPr txBox="1"/>
          <p:nvPr/>
        </p:nvSpPr>
        <p:spPr>
          <a:xfrm>
            <a:off x="240868" y="1423461"/>
            <a:ext cx="1011928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The controller contains all the logic of the application. Every database operation requires the model database schema.  Let’s look at the first function </a:t>
            </a:r>
            <a:r>
              <a:rPr lang="en-US" sz="1600" b="0" i="0" u="none" strike="noStrike" cap="none" dirty="0" err="1">
                <a:solidFill>
                  <a:schemeClr val="dk1"/>
                </a:solidFill>
                <a:latin typeface="Arial"/>
                <a:ea typeface="Arial"/>
                <a:cs typeface="Arial"/>
                <a:sym typeface="Arial"/>
              </a:rPr>
              <a:t>showBooks</a:t>
            </a:r>
            <a:r>
              <a:rPr lang="en-US" sz="1600" b="0" i="0" u="none" strike="noStrike" cap="none" dirty="0">
                <a:solidFill>
                  <a:schemeClr val="dk1"/>
                </a:solidFill>
                <a:latin typeface="Arial"/>
                <a:ea typeface="Arial"/>
                <a:cs typeface="Arial"/>
                <a:sym typeface="Arial"/>
              </a:rPr>
              <a:t>.</a:t>
            </a:r>
            <a:endParaRPr dirty="0"/>
          </a:p>
        </p:txBody>
      </p:sp>
      <p:sp>
        <p:nvSpPr>
          <p:cNvPr id="379" name="Google Shape;379;p29"/>
          <p:cNvSpPr txBox="1"/>
          <p:nvPr/>
        </p:nvSpPr>
        <p:spPr>
          <a:xfrm>
            <a:off x="3539581" y="6474321"/>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controller.js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2: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localhost:8000/book-list</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pic>
        <p:nvPicPr>
          <p:cNvPr id="385" name="Google Shape;385;p30"/>
          <p:cNvPicPr preferRelativeResize="0"/>
          <p:nvPr/>
        </p:nvPicPr>
        <p:blipFill rotWithShape="1">
          <a:blip r:embed="rId3">
            <a:alphaModFix/>
          </a:blip>
          <a:srcRect/>
          <a:stretch/>
        </p:blipFill>
        <p:spPr>
          <a:xfrm>
            <a:off x="371856" y="1993392"/>
            <a:ext cx="6266688" cy="4700016"/>
          </a:xfrm>
          <a:prstGeom prst="rect">
            <a:avLst/>
          </a:prstGeom>
          <a:noFill/>
          <a:ln>
            <a:noFill/>
          </a:ln>
        </p:spPr>
      </p:pic>
      <p:sp>
        <p:nvSpPr>
          <p:cNvPr id="386" name="Google Shape;386;p30"/>
          <p:cNvSpPr txBox="1"/>
          <p:nvPr/>
        </p:nvSpPr>
        <p:spPr>
          <a:xfrm>
            <a:off x="252984" y="1426464"/>
            <a:ext cx="1103985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Let’s test this function in the browser. Start up your server using </a:t>
            </a:r>
            <a:r>
              <a:rPr lang="en-US" sz="1600" b="1" dirty="0" err="1">
                <a:solidFill>
                  <a:schemeClr val="dk1"/>
                </a:solidFill>
                <a:latin typeface="Consolas" panose="020B0609020204030204" pitchFamily="49" charset="0"/>
                <a:cs typeface="Consolas" panose="020B0609020204030204" pitchFamily="49" charset="0"/>
              </a:rPr>
              <a:t>nodemon</a:t>
            </a:r>
            <a:r>
              <a:rPr lang="en-US" sz="1600" b="1" dirty="0">
                <a:solidFill>
                  <a:schemeClr val="dk1"/>
                </a:solidFill>
                <a:latin typeface="Consolas" panose="020B0609020204030204" pitchFamily="49" charset="0"/>
                <a:cs typeface="Consolas" panose="020B0609020204030204" pitchFamily="49" charset="0"/>
              </a:rPr>
              <a:t> </a:t>
            </a:r>
            <a:r>
              <a:rPr lang="en-US" sz="1600" b="1" dirty="0" err="1">
                <a:solidFill>
                  <a:schemeClr val="dk1"/>
                </a:solidFill>
                <a:latin typeface="Consolas" panose="020B0609020204030204" pitchFamily="49" charset="0"/>
                <a:cs typeface="Consolas" panose="020B0609020204030204" pitchFamily="49" charset="0"/>
              </a:rPr>
              <a:t>server.js</a:t>
            </a:r>
            <a:r>
              <a:rPr lang="en-US" sz="1600" b="0" i="0" u="none" strike="noStrike" cap="none" dirty="0">
                <a:solidFill>
                  <a:schemeClr val="dk1"/>
                </a:solidFill>
                <a:latin typeface="Arial"/>
                <a:ea typeface="Arial"/>
                <a:cs typeface="Arial"/>
                <a:sym typeface="Arial"/>
              </a:rPr>
              <a:t> in a terminal and go to </a:t>
            </a:r>
            <a:r>
              <a:rPr lang="en-US" sz="1600" b="1" dirty="0">
                <a:solidFill>
                  <a:schemeClr val="dk1"/>
                </a:solidFill>
                <a:latin typeface="Consolas" panose="020B0609020204030204" pitchFamily="49" charset="0"/>
                <a:cs typeface="Consolas" panose="020B0609020204030204" pitchFamily="49" charset="0"/>
              </a:rPr>
              <a:t>localhost:8000/book-list</a:t>
            </a:r>
            <a:r>
              <a:rPr lang="en-US" sz="1600" b="0" i="0" u="none" strike="noStrike" cap="none" dirty="0">
                <a:solidFill>
                  <a:schemeClr val="dk1"/>
                </a:solidFill>
                <a:latin typeface="Arial"/>
                <a:ea typeface="Arial"/>
                <a:cs typeface="Arial"/>
                <a:sym typeface="Arial"/>
              </a:rPr>
              <a:t>. We will see the books listed. Let's look at the </a:t>
            </a:r>
            <a:r>
              <a:rPr lang="en-US" sz="1600" b="1" dirty="0">
                <a:solidFill>
                  <a:schemeClr val="dk1"/>
                </a:solidFill>
                <a:latin typeface="Consolas" panose="020B0609020204030204" pitchFamily="49" charset="0"/>
                <a:cs typeface="Consolas" panose="020B0609020204030204" pitchFamily="49" charset="0"/>
              </a:rPr>
              <a:t>display-</a:t>
            </a:r>
            <a:r>
              <a:rPr lang="en-US" sz="1600" b="1" dirty="0" err="1">
                <a:solidFill>
                  <a:schemeClr val="dk1"/>
                </a:solidFill>
                <a:latin typeface="Consolas" panose="020B0609020204030204" pitchFamily="49" charset="0"/>
                <a:cs typeface="Consolas" panose="020B0609020204030204" pitchFamily="49" charset="0"/>
              </a:rPr>
              <a:t>book.ejs</a:t>
            </a:r>
            <a:endParaRPr sz="1600" b="1" dirty="0">
              <a:solidFill>
                <a:schemeClr val="dk1"/>
              </a:solidFill>
              <a:latin typeface="Consolas" panose="020B0609020204030204" pitchFamily="49" charset="0"/>
              <a:cs typeface="Consolas" panose="020B06090202040302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Example 2: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display-</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book.ejs</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392" name="Google Shape;392;p31"/>
          <p:cNvSpPr txBox="1"/>
          <p:nvPr/>
        </p:nvSpPr>
        <p:spPr>
          <a:xfrm>
            <a:off x="381139" y="2072230"/>
            <a:ext cx="7950061" cy="413028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 EJS conditional block: Check if there are any book list --&gt;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 if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bookList.length</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0) { %&gt;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&lt;p&gt;No books yet.&lt;/p&gt; &lt;!-- Message when there is no books --&gt;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 } else { %&gt;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&lt;h2&gt;Node.js Book List&lt;/h2&gt;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 EJS loop to render each book --&gt;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bookList.forEach</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(book =&gt; { %&gt;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&lt;p&gt;&lt;strong&gt;Title: &lt;%=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book.title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%&gt; &lt;/strong&gt;&lt;/p&gt;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ISBN: &lt;%=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%&gt; &lt;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Rating: &lt;%=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book.rating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%&gt; &lt;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&gt;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Price: &lt;%=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book.price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%&gt;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hr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&gt;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 }); %&gt;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&lt;% } %&gt;</a:t>
            </a:r>
            <a:endParaRPr dirty="0"/>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393" name="Google Shape;393;p31"/>
          <p:cNvSpPr/>
          <p:nvPr/>
        </p:nvSpPr>
        <p:spPr>
          <a:xfrm>
            <a:off x="617584" y="2379223"/>
            <a:ext cx="3584447" cy="235373"/>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94" name="Google Shape;394;p31"/>
          <p:cNvCxnSpPr>
            <a:stCxn id="395" idx="1"/>
            <a:endCxn id="393" idx="3"/>
          </p:cNvCxnSpPr>
          <p:nvPr/>
        </p:nvCxnSpPr>
        <p:spPr>
          <a:xfrm flipH="1">
            <a:off x="4202031" y="2470038"/>
            <a:ext cx="4332651" cy="26872"/>
          </a:xfrm>
          <a:prstGeom prst="straightConnector1">
            <a:avLst/>
          </a:prstGeom>
          <a:noFill/>
          <a:ln w="19050" cap="flat" cmpd="sng">
            <a:solidFill>
              <a:srgbClr val="6AA84F"/>
            </a:solidFill>
            <a:prstDash val="solid"/>
            <a:round/>
            <a:headEnd type="none" w="sm" len="sm"/>
            <a:tailEnd type="triangle" w="med" len="med"/>
          </a:ln>
        </p:spPr>
      </p:cxnSp>
      <p:sp>
        <p:nvSpPr>
          <p:cNvPr id="395" name="Google Shape;395;p31"/>
          <p:cNvSpPr txBox="1"/>
          <p:nvPr/>
        </p:nvSpPr>
        <p:spPr>
          <a:xfrm>
            <a:off x="8534682" y="2131499"/>
            <a:ext cx="3338380" cy="677078"/>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Check if the input </a:t>
            </a:r>
            <a:r>
              <a:rPr lang="en-US" sz="1600" b="1" dirty="0" err="1">
                <a:solidFill>
                  <a:schemeClr val="dk1"/>
                </a:solidFill>
                <a:latin typeface="Consolas" panose="020B0609020204030204" pitchFamily="49" charset="0"/>
                <a:cs typeface="Consolas" panose="020B0609020204030204" pitchFamily="49" charset="0"/>
              </a:rPr>
              <a:t>bookList</a:t>
            </a:r>
            <a:r>
              <a:rPr lang="en-US" sz="1600" b="0" i="0" u="none" strike="noStrike" cap="none" dirty="0">
                <a:solidFill>
                  <a:schemeClr val="dk1"/>
                </a:solidFill>
                <a:latin typeface="Arial"/>
                <a:ea typeface="Arial"/>
                <a:cs typeface="Arial"/>
                <a:sym typeface="Arial"/>
              </a:rPr>
              <a:t> is not empty</a:t>
            </a:r>
            <a:endParaRPr sz="1600" b="0" i="0" u="none" strike="noStrike" cap="none" dirty="0">
              <a:solidFill>
                <a:srgbClr val="000000"/>
              </a:solidFill>
              <a:latin typeface="Arial"/>
              <a:ea typeface="Arial"/>
              <a:cs typeface="Arial"/>
              <a:sym typeface="Arial"/>
            </a:endParaRPr>
          </a:p>
        </p:txBody>
      </p:sp>
      <p:sp>
        <p:nvSpPr>
          <p:cNvPr id="396" name="Google Shape;396;p31"/>
          <p:cNvSpPr/>
          <p:nvPr/>
        </p:nvSpPr>
        <p:spPr>
          <a:xfrm>
            <a:off x="687533" y="3611389"/>
            <a:ext cx="3361953" cy="313617"/>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97" name="Google Shape;397;p31"/>
          <p:cNvCxnSpPr>
            <a:cxnSpLocks/>
            <a:stCxn id="398" idx="1"/>
            <a:endCxn id="396" idx="3"/>
          </p:cNvCxnSpPr>
          <p:nvPr/>
        </p:nvCxnSpPr>
        <p:spPr>
          <a:xfrm flipH="1">
            <a:off x="4049486" y="3754815"/>
            <a:ext cx="4485196" cy="13383"/>
          </a:xfrm>
          <a:prstGeom prst="straightConnector1">
            <a:avLst/>
          </a:prstGeom>
          <a:noFill/>
          <a:ln w="19050" cap="flat" cmpd="sng">
            <a:solidFill>
              <a:srgbClr val="0000FF"/>
            </a:solidFill>
            <a:prstDash val="solid"/>
            <a:round/>
            <a:headEnd type="none" w="sm" len="sm"/>
            <a:tailEnd type="triangle" w="med" len="med"/>
          </a:ln>
        </p:spPr>
      </p:cxnSp>
      <p:sp>
        <p:nvSpPr>
          <p:cNvPr id="398" name="Google Shape;398;p31"/>
          <p:cNvSpPr txBox="1"/>
          <p:nvPr/>
        </p:nvSpPr>
        <p:spPr>
          <a:xfrm>
            <a:off x="8534682" y="3293165"/>
            <a:ext cx="3306941" cy="923299"/>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err="1">
                <a:solidFill>
                  <a:schemeClr val="dk1"/>
                </a:solidFill>
                <a:latin typeface="Consolas" panose="020B0609020204030204" pitchFamily="49" charset="0"/>
                <a:cs typeface="Consolas" panose="020B0609020204030204" pitchFamily="49" charset="0"/>
              </a:rPr>
              <a:t>forEach</a:t>
            </a:r>
            <a:r>
              <a:rPr lang="en-US" sz="1600" b="0" i="0" u="none" strike="noStrike" cap="none" dirty="0">
                <a:solidFill>
                  <a:schemeClr val="dk1"/>
                </a:solidFill>
                <a:latin typeface="Arial"/>
                <a:ea typeface="Arial"/>
                <a:cs typeface="Arial"/>
                <a:sym typeface="Arial"/>
              </a:rPr>
              <a:t> loop to walk through the list of documents (</a:t>
            </a:r>
            <a:r>
              <a:rPr lang="en-US" sz="1600" b="1" dirty="0" err="1">
                <a:solidFill>
                  <a:schemeClr val="dk1"/>
                </a:solidFill>
                <a:latin typeface="Consolas" panose="020B0609020204030204" pitchFamily="49" charset="0"/>
                <a:cs typeface="Consolas" panose="020B0609020204030204" pitchFamily="49" charset="0"/>
              </a:rPr>
              <a:t>bookList</a:t>
            </a:r>
            <a:r>
              <a:rPr lang="en-US" sz="1600" b="0" i="0" u="none" strike="noStrike" cap="none" dirty="0">
                <a:solidFill>
                  <a:schemeClr val="dk1"/>
                </a:solidFill>
                <a:latin typeface="Arial"/>
                <a:ea typeface="Arial"/>
                <a:cs typeface="Arial"/>
                <a:sym typeface="Arial"/>
              </a:rPr>
              <a:t>)</a:t>
            </a:r>
            <a:endParaRPr sz="16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399" name="Google Shape;399;p31"/>
          <p:cNvSpPr/>
          <p:nvPr/>
        </p:nvSpPr>
        <p:spPr>
          <a:xfrm>
            <a:off x="2838053" y="4068432"/>
            <a:ext cx="1937147" cy="864829"/>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00" name="Google Shape;400;p31"/>
          <p:cNvCxnSpPr>
            <a:cxnSpLocks/>
            <a:stCxn id="401" idx="1"/>
            <a:endCxn id="399" idx="3"/>
          </p:cNvCxnSpPr>
          <p:nvPr/>
        </p:nvCxnSpPr>
        <p:spPr>
          <a:xfrm flipH="1" flipV="1">
            <a:off x="4775200" y="4500847"/>
            <a:ext cx="3728720" cy="396331"/>
          </a:xfrm>
          <a:prstGeom prst="straightConnector1">
            <a:avLst/>
          </a:prstGeom>
          <a:noFill/>
          <a:ln w="19050" cap="flat" cmpd="sng">
            <a:solidFill>
              <a:srgbClr val="FF9900"/>
            </a:solidFill>
            <a:prstDash val="solid"/>
            <a:round/>
            <a:headEnd type="none" w="sm" len="sm"/>
            <a:tailEnd type="triangle" w="med" len="med"/>
          </a:ln>
        </p:spPr>
      </p:cxnSp>
      <p:sp>
        <p:nvSpPr>
          <p:cNvPr id="401" name="Google Shape;401;p31"/>
          <p:cNvSpPr txBox="1"/>
          <p:nvPr/>
        </p:nvSpPr>
        <p:spPr>
          <a:xfrm>
            <a:off x="8503920" y="4558639"/>
            <a:ext cx="3306941" cy="677078"/>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Accessing the attributes of the document. </a:t>
            </a:r>
            <a:endParaRPr sz="1600" b="0" i="0" u="none" strike="noStrike" cap="none">
              <a:solidFill>
                <a:srgbClr val="000000"/>
              </a:solidFill>
              <a:latin typeface="Arial"/>
              <a:ea typeface="Arial"/>
              <a:cs typeface="Arial"/>
              <a:sym typeface="Arial"/>
            </a:endParaRPr>
          </a:p>
        </p:txBody>
      </p:sp>
      <p:sp>
        <p:nvSpPr>
          <p:cNvPr id="402" name="Google Shape;402;p31"/>
          <p:cNvSpPr txBox="1"/>
          <p:nvPr/>
        </p:nvSpPr>
        <p:spPr>
          <a:xfrm>
            <a:off x="258937" y="1407999"/>
            <a:ext cx="1045783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dirty="0">
                <a:solidFill>
                  <a:schemeClr val="dk1"/>
                </a:solidFill>
                <a:latin typeface="Consolas" panose="020B0609020204030204" pitchFamily="49" charset="0"/>
                <a:cs typeface="Consolas" panose="020B0609020204030204" pitchFamily="49" charset="0"/>
              </a:rPr>
              <a:t>display-</a:t>
            </a:r>
            <a:r>
              <a:rPr lang="en-US" sz="1600" b="1" dirty="0" err="1">
                <a:solidFill>
                  <a:schemeClr val="dk1"/>
                </a:solidFill>
                <a:latin typeface="Consolas" panose="020B0609020204030204" pitchFamily="49" charset="0"/>
                <a:cs typeface="Consolas" panose="020B0609020204030204" pitchFamily="49" charset="0"/>
              </a:rPr>
              <a:t>book.ejs</a:t>
            </a:r>
            <a:r>
              <a:rPr lang="en-US" sz="1600" b="1" dirty="0">
                <a:solidFill>
                  <a:schemeClr val="dk1"/>
                </a:solidFill>
                <a:latin typeface="Consolas" panose="020B0609020204030204" pitchFamily="49" charset="0"/>
                <a:cs typeface="Consolas" panose="020B0609020204030204" pitchFamily="49" charset="0"/>
              </a:rPr>
              <a:t> </a:t>
            </a:r>
            <a:r>
              <a:rPr lang="en-US" sz="1600" b="0" i="0" u="none" strike="noStrike" cap="none" dirty="0">
                <a:solidFill>
                  <a:schemeClr val="dk1"/>
                </a:solidFill>
                <a:latin typeface="Arial"/>
                <a:ea typeface="Arial"/>
                <a:cs typeface="Arial"/>
                <a:sym typeface="Arial"/>
              </a:rPr>
              <a:t>contains an </a:t>
            </a:r>
            <a:r>
              <a:rPr lang="en-US" sz="1600" b="1" dirty="0">
                <a:solidFill>
                  <a:schemeClr val="dk1"/>
                </a:solidFill>
                <a:latin typeface="Consolas" panose="020B0609020204030204" pitchFamily="49" charset="0"/>
                <a:cs typeface="Consolas" panose="020B0609020204030204" pitchFamily="49" charset="0"/>
              </a:rPr>
              <a:t>html</a:t>
            </a:r>
            <a:r>
              <a:rPr lang="en-US" sz="1600" b="0" i="0" u="none" strike="noStrike" cap="none" dirty="0">
                <a:solidFill>
                  <a:schemeClr val="dk1"/>
                </a:solidFill>
                <a:latin typeface="Arial"/>
                <a:ea typeface="Arial"/>
                <a:cs typeface="Arial"/>
                <a:sym typeface="Arial"/>
              </a:rPr>
              <a:t> block with </a:t>
            </a:r>
            <a:r>
              <a:rPr lang="en-US" sz="1600" b="1" dirty="0" err="1">
                <a:solidFill>
                  <a:schemeClr val="dk1"/>
                </a:solidFill>
                <a:latin typeface="Consolas" panose="020B0609020204030204" pitchFamily="49" charset="0"/>
                <a:cs typeface="Consolas" panose="020B0609020204030204" pitchFamily="49" charset="0"/>
              </a:rPr>
              <a:t>ejs</a:t>
            </a:r>
            <a:r>
              <a:rPr lang="en-US" sz="1600" b="0" i="0" u="none" strike="noStrike" cap="none" dirty="0">
                <a:solidFill>
                  <a:schemeClr val="dk1"/>
                </a:solidFill>
                <a:latin typeface="Arial"/>
                <a:ea typeface="Arial"/>
                <a:cs typeface="Arial"/>
                <a:sym typeface="Arial"/>
              </a:rPr>
              <a:t> block that loops through the given </a:t>
            </a:r>
            <a:r>
              <a:rPr lang="en-US" sz="1600" b="1" dirty="0" err="1">
                <a:solidFill>
                  <a:schemeClr val="dk1"/>
                </a:solidFill>
                <a:latin typeface="Consolas" panose="020B0609020204030204" pitchFamily="49" charset="0"/>
                <a:cs typeface="Consolas" panose="020B0609020204030204" pitchFamily="49" charset="0"/>
              </a:rPr>
              <a:t>bookList</a:t>
            </a:r>
            <a:r>
              <a:rPr lang="en-US" sz="1600" b="0" i="0" u="none" strike="noStrike" cap="none" dirty="0">
                <a:solidFill>
                  <a:schemeClr val="dk1"/>
                </a:solidFill>
                <a:latin typeface="Arial"/>
                <a:ea typeface="Arial"/>
                <a:cs typeface="Arial"/>
                <a:sym typeface="Arial"/>
              </a:rPr>
              <a:t> array and display all the attributes of the documents.</a:t>
            </a:r>
            <a:endParaRPr dirty="0"/>
          </a:p>
        </p:txBody>
      </p:sp>
      <p:sp>
        <p:nvSpPr>
          <p:cNvPr id="403" name="Google Shape;403;p31"/>
          <p:cNvSpPr txBox="1"/>
          <p:nvPr/>
        </p:nvSpPr>
        <p:spPr>
          <a:xfrm>
            <a:off x="3572056" y="6177376"/>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display-</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Finding a Book by ISBN</a:t>
            </a:r>
            <a:endParaRPr sz="2400" b="1" i="0" u="none" strike="noStrike" cap="none" dirty="0">
              <a:solidFill>
                <a:srgbClr val="11175E"/>
              </a:solidFill>
              <a:latin typeface="Arial"/>
              <a:ea typeface="Arial"/>
              <a:cs typeface="Arial"/>
              <a:sym typeface="Arial"/>
            </a:endParaRPr>
          </a:p>
        </p:txBody>
      </p:sp>
      <p:sp>
        <p:nvSpPr>
          <p:cNvPr id="409" name="Google Shape;409;p32"/>
          <p:cNvSpPr txBox="1"/>
          <p:nvPr/>
        </p:nvSpPr>
        <p:spPr>
          <a:xfrm>
            <a:off x="231724" y="1375766"/>
            <a:ext cx="10997108"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Let’s add a method in </a:t>
            </a:r>
            <a:r>
              <a:rPr lang="en-US" sz="1600" b="1" dirty="0">
                <a:solidFill>
                  <a:schemeClr val="dk1"/>
                </a:solidFill>
                <a:latin typeface="Consolas" panose="020B0609020204030204" pitchFamily="49" charset="0"/>
                <a:cs typeface="Consolas" panose="020B0609020204030204" pitchFamily="49" charset="0"/>
              </a:rPr>
              <a:t>book-</a:t>
            </a:r>
            <a:r>
              <a:rPr lang="en-US" sz="1600" b="1" dirty="0" err="1">
                <a:solidFill>
                  <a:schemeClr val="dk1"/>
                </a:solidFill>
                <a:latin typeface="Consolas" panose="020B0609020204030204" pitchFamily="49" charset="0"/>
                <a:cs typeface="Consolas" panose="020B0609020204030204" pitchFamily="49" charset="0"/>
              </a:rPr>
              <a:t>model.js</a:t>
            </a:r>
            <a:r>
              <a:rPr lang="en-US" sz="1600" b="0" i="0" u="none" strike="noStrike" cap="none" dirty="0">
                <a:solidFill>
                  <a:schemeClr val="dk1"/>
                </a:solidFill>
                <a:latin typeface="Arial"/>
                <a:ea typeface="Arial"/>
                <a:cs typeface="Arial"/>
                <a:sym typeface="Arial"/>
              </a:rPr>
              <a:t> to find a book using the </a:t>
            </a:r>
            <a:r>
              <a:rPr lang="en-US" sz="1600" b="1" dirty="0">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a:t>
            </a:r>
            <a:endParaRPr sz="1600" b="0" i="0" u="none" strike="noStrike" cap="none" dirty="0">
              <a:solidFill>
                <a:schemeClr val="dk1"/>
              </a:solidFill>
              <a:latin typeface="Arial"/>
              <a:ea typeface="Arial"/>
              <a:cs typeface="Arial"/>
              <a:sym typeface="Arial"/>
            </a:endParaRPr>
          </a:p>
        </p:txBody>
      </p:sp>
      <p:sp>
        <p:nvSpPr>
          <p:cNvPr id="410" name="Google Shape;410;p32"/>
          <p:cNvSpPr txBox="1"/>
          <p:nvPr/>
        </p:nvSpPr>
        <p:spPr>
          <a:xfrm>
            <a:off x="3435673" y="2044798"/>
            <a:ext cx="4885367" cy="2305468"/>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exports.findByIsbn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function(</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return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Book.findOne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400" b="0" i="0" u="none" strike="noStrike" cap="none" dirty="0">
                <a:solidFill>
                  <a:srgbClr val="000000"/>
                </a:solidFill>
                <a:latin typeface="Arial"/>
                <a:ea typeface="Arial"/>
                <a:cs typeface="Arial"/>
                <a:sym typeface="Arial"/>
              </a:rPr>
            </a:b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endParaRPr sz="1400" b="0" i="0" u="none" strike="noStrike" cap="none" dirty="0">
              <a:solidFill>
                <a:srgbClr val="000000"/>
              </a:solidFill>
              <a:latin typeface="Arial"/>
              <a:ea typeface="Arial"/>
              <a:cs typeface="Arial"/>
              <a:sym typeface="Arial"/>
            </a:endParaRPr>
          </a:p>
        </p:txBody>
      </p:sp>
      <p:sp>
        <p:nvSpPr>
          <p:cNvPr id="411" name="Google Shape;411;p32"/>
          <p:cNvSpPr/>
          <p:nvPr/>
        </p:nvSpPr>
        <p:spPr>
          <a:xfrm>
            <a:off x="4283746" y="2556216"/>
            <a:ext cx="1050254" cy="331379"/>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2" name="Google Shape;412;p32"/>
          <p:cNvCxnSpPr>
            <a:cxnSpLocks/>
            <a:stCxn id="413" idx="1"/>
            <a:endCxn id="411" idx="0"/>
          </p:cNvCxnSpPr>
          <p:nvPr/>
        </p:nvCxnSpPr>
        <p:spPr>
          <a:xfrm rot="10800000" flipV="1">
            <a:off x="4808874" y="2336928"/>
            <a:ext cx="4289407" cy="219288"/>
          </a:xfrm>
          <a:prstGeom prst="bentConnector2">
            <a:avLst/>
          </a:prstGeom>
          <a:noFill/>
          <a:ln w="19050" cap="flat" cmpd="sng">
            <a:solidFill>
              <a:srgbClr val="6AA84F"/>
            </a:solidFill>
            <a:prstDash val="solid"/>
            <a:round/>
            <a:headEnd type="none" w="sm" len="sm"/>
            <a:tailEnd type="triangle" w="med" len="med"/>
          </a:ln>
        </p:spPr>
      </p:cxnSp>
      <p:sp>
        <p:nvSpPr>
          <p:cNvPr id="413" name="Google Shape;413;p32"/>
          <p:cNvSpPr txBox="1"/>
          <p:nvPr/>
        </p:nvSpPr>
        <p:spPr>
          <a:xfrm>
            <a:off x="9098280" y="1752078"/>
            <a:ext cx="2223000" cy="1169700"/>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We create a method call </a:t>
            </a:r>
            <a:r>
              <a:rPr lang="en-US" sz="1600" b="1" dirty="0" err="1">
                <a:solidFill>
                  <a:schemeClr val="dk1"/>
                </a:solidFill>
                <a:latin typeface="Consolas" panose="020B0609020204030204" pitchFamily="49" charset="0"/>
                <a:cs typeface="Consolas" panose="020B0609020204030204" pitchFamily="49" charset="0"/>
              </a:rPr>
              <a:t>findByIsbn</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to find a book by its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a:t>
            </a:r>
            <a:endParaRPr sz="1600" b="0" i="0" u="none" strike="noStrike" cap="none" dirty="0">
              <a:solidFill>
                <a:srgbClr val="000000"/>
              </a:solidFill>
              <a:latin typeface="Arial"/>
              <a:ea typeface="Arial"/>
              <a:cs typeface="Arial"/>
              <a:sym typeface="Arial"/>
            </a:endParaRPr>
          </a:p>
        </p:txBody>
      </p:sp>
      <p:sp>
        <p:nvSpPr>
          <p:cNvPr id="414" name="Google Shape;414;p32"/>
          <p:cNvSpPr/>
          <p:nvPr/>
        </p:nvSpPr>
        <p:spPr>
          <a:xfrm>
            <a:off x="4392605" y="3013665"/>
            <a:ext cx="1185900" cy="338521"/>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5" name="Google Shape;415;p32"/>
          <p:cNvCxnSpPr>
            <a:cxnSpLocks/>
            <a:stCxn id="416" idx="3"/>
            <a:endCxn id="414" idx="2"/>
          </p:cNvCxnSpPr>
          <p:nvPr/>
        </p:nvCxnSpPr>
        <p:spPr>
          <a:xfrm flipV="1">
            <a:off x="3034479" y="3352186"/>
            <a:ext cx="1951076" cy="676496"/>
          </a:xfrm>
          <a:prstGeom prst="bentConnector2">
            <a:avLst/>
          </a:prstGeom>
          <a:noFill/>
          <a:ln w="19050" cap="flat" cmpd="sng">
            <a:solidFill>
              <a:srgbClr val="0000FF"/>
            </a:solidFill>
            <a:prstDash val="solid"/>
            <a:round/>
            <a:headEnd type="none" w="sm" len="sm"/>
            <a:tailEnd type="triangle" w="med" len="med"/>
          </a:ln>
        </p:spPr>
      </p:cxnSp>
      <p:sp>
        <p:nvSpPr>
          <p:cNvPr id="416" name="Google Shape;416;p32"/>
          <p:cNvSpPr txBox="1"/>
          <p:nvPr/>
        </p:nvSpPr>
        <p:spPr>
          <a:xfrm>
            <a:off x="811479" y="3197532"/>
            <a:ext cx="2223000" cy="1662300"/>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err="1">
                <a:solidFill>
                  <a:schemeClr val="dk1"/>
                </a:solidFill>
                <a:latin typeface="Consolas" panose="020B0609020204030204" pitchFamily="49" charset="0"/>
                <a:cs typeface="Consolas" panose="020B0609020204030204" pitchFamily="49" charset="0"/>
              </a:rPr>
              <a:t>Book.findOne</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is the actual syntax to retrieve one document and the filter is the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a:t>
            </a:r>
            <a:endParaRPr sz="16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417" name="Google Shape;417;p32"/>
          <p:cNvSpPr/>
          <p:nvPr/>
        </p:nvSpPr>
        <p:spPr>
          <a:xfrm>
            <a:off x="5817679" y="3017937"/>
            <a:ext cx="1018550" cy="338521"/>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8" name="Google Shape;418;p32"/>
          <p:cNvCxnSpPr>
            <a:cxnSpLocks/>
            <a:stCxn id="419" idx="1"/>
            <a:endCxn id="417" idx="2"/>
          </p:cNvCxnSpPr>
          <p:nvPr/>
        </p:nvCxnSpPr>
        <p:spPr>
          <a:xfrm rot="10800000">
            <a:off x="6326954" y="3356458"/>
            <a:ext cx="2771326" cy="672224"/>
          </a:xfrm>
          <a:prstGeom prst="bentConnector2">
            <a:avLst/>
          </a:prstGeom>
          <a:noFill/>
          <a:ln w="19050" cap="flat" cmpd="sng">
            <a:solidFill>
              <a:srgbClr val="CC99FF"/>
            </a:solidFill>
            <a:prstDash val="solid"/>
            <a:round/>
            <a:headEnd type="none" w="sm" len="sm"/>
            <a:tailEnd type="triangle" w="med" len="med"/>
          </a:ln>
        </p:spPr>
      </p:cxnSp>
      <p:sp>
        <p:nvSpPr>
          <p:cNvPr id="419" name="Google Shape;419;p32"/>
          <p:cNvSpPr txBox="1"/>
          <p:nvPr/>
        </p:nvSpPr>
        <p:spPr>
          <a:xfrm>
            <a:off x="9098280" y="3567032"/>
            <a:ext cx="2223000"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We will be taking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rgbClr val="000000"/>
                </a:solidFill>
                <a:latin typeface="Arial"/>
                <a:ea typeface="Arial"/>
                <a:cs typeface="Arial"/>
                <a:sym typeface="Arial"/>
              </a:rPr>
              <a:t> number as the input parameter</a:t>
            </a:r>
            <a:endParaRPr sz="1600" b="0" i="0" u="none" strike="noStrike" cap="none" dirty="0">
              <a:solidFill>
                <a:srgbClr val="000000"/>
              </a:solidFill>
              <a:latin typeface="Arial"/>
              <a:ea typeface="Arial"/>
              <a:cs typeface="Arial"/>
              <a:sym typeface="Arial"/>
            </a:endParaRPr>
          </a:p>
        </p:txBody>
      </p:sp>
      <p:sp>
        <p:nvSpPr>
          <p:cNvPr id="420" name="Google Shape;420;p32"/>
          <p:cNvSpPr txBox="1"/>
          <p:nvPr/>
        </p:nvSpPr>
        <p:spPr>
          <a:xfrm>
            <a:off x="8653670" y="6049825"/>
            <a:ext cx="3254476"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1400" b="0" i="0" u="sng" strike="noStrike" cap="none" dirty="0">
                <a:solidFill>
                  <a:srgbClr val="0070C0"/>
                </a:solidFill>
                <a:latin typeface="Arial"/>
                <a:ea typeface="Arial"/>
                <a:cs typeface="Arial"/>
                <a:sym typeface="Arial"/>
                <a:hlinkClick r:id="rId3">
                  <a:extLst>
                    <a:ext uri="{A12FA001-AC4F-418D-AE19-62706E023703}">
                      <ahyp:hlinkClr xmlns:ahyp="http://schemas.microsoft.com/office/drawing/2018/hyperlinkcolor" val="tx"/>
                    </a:ext>
                  </a:extLst>
                </a:hlinkClick>
              </a:rPr>
              <a:t>Read more  about  </a:t>
            </a:r>
            <a:r>
              <a:rPr lang="en-US" sz="1400" b="1" i="0" u="sng" strike="noStrike" cap="none" dirty="0">
                <a:solidFill>
                  <a:srgbClr val="0070C0"/>
                </a:solidFill>
                <a:latin typeface="Consolas" panose="020B0609020204030204" pitchFamily="49" charset="0"/>
                <a:cs typeface="Consolas" panose="020B0609020204030204" pitchFamily="49" charset="0"/>
                <a:sym typeface="Arial"/>
                <a:hlinkClick r:id="rId3">
                  <a:extLst>
                    <a:ext uri="{A12FA001-AC4F-418D-AE19-62706E023703}">
                      <ahyp:hlinkClr xmlns:ahyp="http://schemas.microsoft.com/office/drawing/2018/hyperlinkcolor" val="tx"/>
                    </a:ext>
                  </a:extLst>
                </a:hlinkClick>
              </a:rPr>
              <a:t>Model.findOne()</a:t>
            </a:r>
            <a:endParaRPr sz="1400" b="1" i="0" u="none" strike="noStrike" cap="none" dirty="0">
              <a:solidFill>
                <a:srgbClr val="0070C0"/>
              </a:solidFill>
              <a:latin typeface="Consolas" panose="020B0609020204030204" pitchFamily="49" charset="0"/>
              <a:cs typeface="Consolas" panose="020B0609020204030204" pitchFamily="49" charset="0"/>
              <a:sym typeface="Arial"/>
            </a:endParaRPr>
          </a:p>
        </p:txBody>
      </p:sp>
      <p:sp>
        <p:nvSpPr>
          <p:cNvPr id="421" name="Google Shape;421;p32"/>
          <p:cNvSpPr txBox="1"/>
          <p:nvPr/>
        </p:nvSpPr>
        <p:spPr>
          <a:xfrm>
            <a:off x="5003856" y="4485192"/>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model.js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Exercise 1: </a:t>
            </a:r>
            <a:r>
              <a:rPr lang="en-US" sz="2400" b="1" dirty="0" err="1">
                <a:solidFill>
                  <a:srgbClr val="11175E"/>
                </a:solidFill>
                <a:latin typeface="Consolas" panose="020B0609020204030204" pitchFamily="49" charset="0"/>
                <a:cs typeface="Consolas" panose="020B0609020204030204" pitchFamily="49" charset="0"/>
              </a:rPr>
              <a:t>findOne</a:t>
            </a:r>
            <a:r>
              <a:rPr lang="en-US" sz="2400" b="1" dirty="0">
                <a:solidFill>
                  <a:srgbClr val="11175E"/>
                </a:solidFill>
                <a:latin typeface="Consolas" panose="020B0609020204030204" pitchFamily="49" charset="0"/>
                <a:cs typeface="Consolas" panose="020B0609020204030204" pitchFamily="49" charset="0"/>
              </a:rPr>
              <a:t>() </a:t>
            </a:r>
            <a:r>
              <a:rPr lang="en-US" sz="2400" b="1" i="0" u="none" strike="noStrike" cap="none" dirty="0">
                <a:solidFill>
                  <a:srgbClr val="11175E"/>
                </a:solidFill>
                <a:latin typeface="Arial"/>
                <a:ea typeface="Arial"/>
                <a:cs typeface="Arial"/>
                <a:sym typeface="Arial"/>
              </a:rPr>
              <a:t>with condition</a:t>
            </a:r>
            <a:endParaRPr sz="2400" b="1" i="0" u="none" strike="noStrike" cap="none" dirty="0">
              <a:solidFill>
                <a:srgbClr val="11175E"/>
              </a:solidFill>
              <a:latin typeface="Arial"/>
              <a:ea typeface="Arial"/>
              <a:cs typeface="Arial"/>
              <a:sym typeface="Arial"/>
            </a:endParaRPr>
          </a:p>
        </p:txBody>
      </p:sp>
      <p:grpSp>
        <p:nvGrpSpPr>
          <p:cNvPr id="427" name="Google Shape;427;p33"/>
          <p:cNvGrpSpPr/>
          <p:nvPr/>
        </p:nvGrpSpPr>
        <p:grpSpPr>
          <a:xfrm>
            <a:off x="343243" y="2685289"/>
            <a:ext cx="11431426" cy="4005767"/>
            <a:chOff x="100584" y="2520789"/>
            <a:chExt cx="11824998" cy="4143678"/>
          </a:xfrm>
        </p:grpSpPr>
        <p:pic>
          <p:nvPicPr>
            <p:cNvPr id="428" name="Google Shape;428;p33"/>
            <p:cNvPicPr preferRelativeResize="0"/>
            <p:nvPr/>
          </p:nvPicPr>
          <p:blipFill rotWithShape="1">
            <a:blip r:embed="rId3">
              <a:alphaModFix/>
            </a:blip>
            <a:srcRect/>
            <a:stretch/>
          </p:blipFill>
          <p:spPr>
            <a:xfrm>
              <a:off x="185098" y="3110786"/>
              <a:ext cx="3162263" cy="430403"/>
            </a:xfrm>
            <a:prstGeom prst="rect">
              <a:avLst/>
            </a:prstGeom>
            <a:noFill/>
            <a:ln>
              <a:noFill/>
            </a:ln>
          </p:spPr>
        </p:pic>
        <p:pic>
          <p:nvPicPr>
            <p:cNvPr id="429" name="Google Shape;429;p33"/>
            <p:cNvPicPr preferRelativeResize="0"/>
            <p:nvPr/>
          </p:nvPicPr>
          <p:blipFill rotWithShape="1">
            <a:blip r:embed="rId4">
              <a:alphaModFix/>
            </a:blip>
            <a:srcRect/>
            <a:stretch/>
          </p:blipFill>
          <p:spPr>
            <a:xfrm>
              <a:off x="231724" y="4194598"/>
              <a:ext cx="4358906" cy="1510626"/>
            </a:xfrm>
            <a:prstGeom prst="rect">
              <a:avLst/>
            </a:prstGeom>
            <a:noFill/>
            <a:ln>
              <a:noFill/>
            </a:ln>
          </p:spPr>
        </p:pic>
        <p:pic>
          <p:nvPicPr>
            <p:cNvPr id="430" name="Google Shape;430;p33"/>
            <p:cNvPicPr preferRelativeResize="0"/>
            <p:nvPr/>
          </p:nvPicPr>
          <p:blipFill rotWithShape="1">
            <a:blip r:embed="rId5">
              <a:alphaModFix/>
            </a:blip>
            <a:srcRect/>
            <a:stretch/>
          </p:blipFill>
          <p:spPr>
            <a:xfrm>
              <a:off x="4936798" y="3085984"/>
              <a:ext cx="3162263" cy="361232"/>
            </a:xfrm>
            <a:prstGeom prst="rect">
              <a:avLst/>
            </a:prstGeom>
            <a:noFill/>
            <a:ln>
              <a:noFill/>
            </a:ln>
          </p:spPr>
        </p:pic>
        <p:pic>
          <p:nvPicPr>
            <p:cNvPr id="431" name="Google Shape;431;p33"/>
            <p:cNvPicPr preferRelativeResize="0"/>
            <p:nvPr/>
          </p:nvPicPr>
          <p:blipFill rotWithShape="1">
            <a:blip r:embed="rId6">
              <a:alphaModFix/>
            </a:blip>
            <a:srcRect/>
            <a:stretch/>
          </p:blipFill>
          <p:spPr>
            <a:xfrm>
              <a:off x="4936797" y="4194599"/>
              <a:ext cx="3047357" cy="1102622"/>
            </a:xfrm>
            <a:prstGeom prst="rect">
              <a:avLst/>
            </a:prstGeom>
            <a:noFill/>
            <a:ln>
              <a:noFill/>
            </a:ln>
          </p:spPr>
        </p:pic>
        <p:pic>
          <p:nvPicPr>
            <p:cNvPr id="432" name="Google Shape;432;p33"/>
            <p:cNvPicPr preferRelativeResize="0"/>
            <p:nvPr/>
          </p:nvPicPr>
          <p:blipFill rotWithShape="1">
            <a:blip r:embed="rId7">
              <a:alphaModFix/>
            </a:blip>
            <a:srcRect/>
            <a:stretch/>
          </p:blipFill>
          <p:spPr>
            <a:xfrm>
              <a:off x="8494667" y="3100399"/>
              <a:ext cx="3162263" cy="426373"/>
            </a:xfrm>
            <a:prstGeom prst="rect">
              <a:avLst/>
            </a:prstGeom>
            <a:noFill/>
            <a:ln>
              <a:noFill/>
            </a:ln>
          </p:spPr>
        </p:pic>
        <p:pic>
          <p:nvPicPr>
            <p:cNvPr id="433" name="Google Shape;433;p33"/>
            <p:cNvPicPr preferRelativeResize="0"/>
            <p:nvPr/>
          </p:nvPicPr>
          <p:blipFill rotWithShape="1">
            <a:blip r:embed="rId7">
              <a:alphaModFix/>
            </a:blip>
            <a:srcRect/>
            <a:stretch/>
          </p:blipFill>
          <p:spPr>
            <a:xfrm>
              <a:off x="8494667" y="4194598"/>
              <a:ext cx="3162263" cy="426373"/>
            </a:xfrm>
            <a:prstGeom prst="rect">
              <a:avLst/>
            </a:prstGeom>
            <a:noFill/>
            <a:ln w="9525" cap="flat" cmpd="sng">
              <a:solidFill>
                <a:schemeClr val="accent1"/>
              </a:solidFill>
              <a:prstDash val="solid"/>
              <a:round/>
              <a:headEnd type="none" w="sm" len="sm"/>
              <a:tailEnd type="none" w="sm" len="sm"/>
            </a:ln>
          </p:spPr>
        </p:pic>
        <p:sp>
          <p:nvSpPr>
            <p:cNvPr id="434" name="Google Shape;434;p33"/>
            <p:cNvSpPr txBox="1"/>
            <p:nvPr/>
          </p:nvSpPr>
          <p:spPr>
            <a:xfrm>
              <a:off x="1432434" y="2520789"/>
              <a:ext cx="1914926" cy="4070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Condition 1</a:t>
              </a:r>
              <a:endParaRPr sz="2000" b="1" i="0" u="none" strike="noStrike" cap="none">
                <a:solidFill>
                  <a:srgbClr val="000000"/>
                </a:solidFill>
                <a:latin typeface="Arial"/>
                <a:ea typeface="Arial"/>
                <a:cs typeface="Arial"/>
                <a:sym typeface="Arial"/>
              </a:endParaRPr>
            </a:p>
          </p:txBody>
        </p:sp>
        <p:sp>
          <p:nvSpPr>
            <p:cNvPr id="435" name="Google Shape;435;p33"/>
            <p:cNvSpPr/>
            <p:nvPr/>
          </p:nvSpPr>
          <p:spPr>
            <a:xfrm>
              <a:off x="100584" y="2857487"/>
              <a:ext cx="4490046"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36" name="Google Shape;436;p33"/>
            <p:cNvSpPr/>
            <p:nvPr/>
          </p:nvSpPr>
          <p:spPr>
            <a:xfrm>
              <a:off x="1420925" y="3619101"/>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37" name="Google Shape;437;p33"/>
            <p:cNvSpPr txBox="1"/>
            <p:nvPr/>
          </p:nvSpPr>
          <p:spPr>
            <a:xfrm>
              <a:off x="100584" y="5925312"/>
              <a:ext cx="4599432" cy="541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When user keys in an </a:t>
              </a:r>
              <a:r>
                <a:rPr lang="en-US" sz="1400" b="1" i="0" u="none" strike="noStrike" cap="none" dirty="0">
                  <a:solidFill>
                    <a:srgbClr val="000000"/>
                  </a:solidFill>
                  <a:latin typeface="Arial"/>
                  <a:ea typeface="Arial"/>
                  <a:cs typeface="Arial"/>
                  <a:sym typeface="Arial"/>
                </a:rPr>
                <a:t>ISBN</a:t>
              </a:r>
              <a:r>
                <a:rPr lang="en-US" sz="1400" b="0" i="0" u="none" strike="noStrike" cap="none" dirty="0">
                  <a:solidFill>
                    <a:srgbClr val="000000"/>
                  </a:solidFill>
                  <a:latin typeface="Arial"/>
                  <a:ea typeface="Arial"/>
                  <a:cs typeface="Arial"/>
                  <a:sym typeface="Arial"/>
                </a:rPr>
                <a:t> number that exist, it will return the book with all its attribute</a:t>
              </a:r>
              <a:endParaRPr sz="1400" b="0" i="0" u="none" strike="noStrike" cap="none" dirty="0">
                <a:solidFill>
                  <a:srgbClr val="000000"/>
                </a:solidFill>
                <a:latin typeface="Arial"/>
                <a:ea typeface="Arial"/>
                <a:cs typeface="Arial"/>
                <a:sym typeface="Arial"/>
              </a:endParaRPr>
            </a:p>
          </p:txBody>
        </p:sp>
        <p:sp>
          <p:nvSpPr>
            <p:cNvPr id="438" name="Google Shape;438;p33"/>
            <p:cNvSpPr txBox="1"/>
            <p:nvPr/>
          </p:nvSpPr>
          <p:spPr>
            <a:xfrm>
              <a:off x="5684428" y="2530247"/>
              <a:ext cx="1698514" cy="4070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Condition 2</a:t>
              </a:r>
              <a:endParaRPr sz="2000" b="1" i="0" u="none" strike="noStrike" cap="none">
                <a:solidFill>
                  <a:srgbClr val="000000"/>
                </a:solidFill>
                <a:latin typeface="Arial"/>
                <a:ea typeface="Arial"/>
                <a:cs typeface="Arial"/>
                <a:sym typeface="Arial"/>
              </a:endParaRPr>
            </a:p>
          </p:txBody>
        </p:sp>
        <p:sp>
          <p:nvSpPr>
            <p:cNvPr id="439" name="Google Shape;439;p33"/>
            <p:cNvSpPr/>
            <p:nvPr/>
          </p:nvSpPr>
          <p:spPr>
            <a:xfrm>
              <a:off x="4703522" y="2859979"/>
              <a:ext cx="3605593"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40" name="Google Shape;440;p33"/>
            <p:cNvSpPr/>
            <p:nvPr/>
          </p:nvSpPr>
          <p:spPr>
            <a:xfrm>
              <a:off x="6195569" y="3621593"/>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41" name="Google Shape;441;p33"/>
            <p:cNvSpPr txBox="1"/>
            <p:nvPr/>
          </p:nvSpPr>
          <p:spPr>
            <a:xfrm>
              <a:off x="4637308" y="5900372"/>
              <a:ext cx="3671806" cy="7640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When user keys in an </a:t>
              </a:r>
              <a:r>
                <a:rPr lang="en-US" sz="1400" b="1" i="0" u="none" strike="noStrike" cap="none" dirty="0">
                  <a:solidFill>
                    <a:srgbClr val="000000"/>
                  </a:solidFill>
                  <a:latin typeface="Arial"/>
                  <a:ea typeface="Arial"/>
                  <a:cs typeface="Arial"/>
                  <a:sym typeface="Arial"/>
                </a:rPr>
                <a:t>ISBN</a:t>
              </a:r>
              <a:r>
                <a:rPr lang="en-US" sz="1400" b="0" i="0" u="none" strike="noStrike" cap="none" dirty="0">
                  <a:solidFill>
                    <a:srgbClr val="000000"/>
                  </a:solidFill>
                  <a:latin typeface="Arial"/>
                  <a:ea typeface="Arial"/>
                  <a:cs typeface="Arial"/>
                  <a:sym typeface="Arial"/>
                </a:rPr>
                <a:t> number that does not exist, it will return the message “Book not found”</a:t>
              </a:r>
              <a:endParaRPr sz="1400" b="0" i="0" u="none" strike="noStrike" cap="none" dirty="0">
                <a:solidFill>
                  <a:srgbClr val="000000"/>
                </a:solidFill>
                <a:latin typeface="Arial"/>
                <a:ea typeface="Arial"/>
                <a:cs typeface="Arial"/>
                <a:sym typeface="Arial"/>
              </a:endParaRPr>
            </a:p>
          </p:txBody>
        </p:sp>
        <p:sp>
          <p:nvSpPr>
            <p:cNvPr id="442" name="Google Shape;442;p33"/>
            <p:cNvSpPr txBox="1"/>
            <p:nvPr/>
          </p:nvSpPr>
          <p:spPr>
            <a:xfrm>
              <a:off x="9263987" y="2520792"/>
              <a:ext cx="1809802" cy="4001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Condition 3</a:t>
              </a:r>
              <a:endParaRPr sz="2000" b="1" i="0" u="none" strike="noStrike" cap="none">
                <a:solidFill>
                  <a:srgbClr val="000000"/>
                </a:solidFill>
                <a:latin typeface="Arial"/>
                <a:ea typeface="Arial"/>
                <a:cs typeface="Arial"/>
                <a:sym typeface="Arial"/>
              </a:endParaRPr>
            </a:p>
          </p:txBody>
        </p:sp>
        <p:sp>
          <p:nvSpPr>
            <p:cNvPr id="443" name="Google Shape;443;p33"/>
            <p:cNvSpPr/>
            <p:nvPr/>
          </p:nvSpPr>
          <p:spPr>
            <a:xfrm>
              <a:off x="8412195" y="2857487"/>
              <a:ext cx="3429830"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44" name="Google Shape;444;p33"/>
            <p:cNvSpPr txBox="1"/>
            <p:nvPr/>
          </p:nvSpPr>
          <p:spPr>
            <a:xfrm>
              <a:off x="8412195" y="5879592"/>
              <a:ext cx="3513387" cy="7640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When user did not key in anything and press the </a:t>
              </a:r>
              <a:r>
                <a:rPr lang="en-US" sz="1400" b="1" i="0" u="none" strike="noStrike" cap="none" dirty="0">
                  <a:solidFill>
                    <a:srgbClr val="000000"/>
                  </a:solidFill>
                  <a:latin typeface="Arial"/>
                  <a:ea typeface="Arial"/>
                  <a:cs typeface="Arial"/>
                  <a:sym typeface="Arial"/>
                </a:rPr>
                <a:t>Find</a:t>
              </a:r>
              <a:r>
                <a:rPr lang="en-US" sz="1400" b="0" i="0" u="none" strike="noStrike" cap="none" dirty="0">
                  <a:solidFill>
                    <a:srgbClr val="000000"/>
                  </a:solidFill>
                  <a:latin typeface="Arial"/>
                  <a:ea typeface="Arial"/>
                  <a:cs typeface="Arial"/>
                  <a:sym typeface="Arial"/>
                </a:rPr>
                <a:t> Button, it will redirect to the page itself.</a:t>
              </a:r>
              <a:endParaRPr sz="1400" b="0" i="0" u="none" strike="noStrike" cap="none" dirty="0">
                <a:solidFill>
                  <a:srgbClr val="000000"/>
                </a:solidFill>
                <a:latin typeface="Arial"/>
                <a:ea typeface="Arial"/>
                <a:cs typeface="Arial"/>
                <a:sym typeface="Arial"/>
              </a:endParaRPr>
            </a:p>
          </p:txBody>
        </p:sp>
        <p:sp>
          <p:nvSpPr>
            <p:cNvPr id="445" name="Google Shape;445;p33"/>
            <p:cNvSpPr/>
            <p:nvPr/>
          </p:nvSpPr>
          <p:spPr>
            <a:xfrm>
              <a:off x="9828967" y="3629562"/>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
        <p:nvSpPr>
          <p:cNvPr id="446" name="Google Shape;446;p33"/>
          <p:cNvSpPr txBox="1"/>
          <p:nvPr/>
        </p:nvSpPr>
        <p:spPr>
          <a:xfrm>
            <a:off x="240309" y="1412888"/>
            <a:ext cx="11608651"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sng" strike="noStrike" cap="none" dirty="0">
                <a:solidFill>
                  <a:schemeClr val="dk1"/>
                </a:solidFill>
                <a:latin typeface="Arial"/>
                <a:ea typeface="Arial"/>
                <a:cs typeface="Arial"/>
                <a:sym typeface="Arial"/>
              </a:rPr>
              <a:t>Exercise 1: Search a book by it’s ISBN number.</a:t>
            </a:r>
            <a:br>
              <a:rPr lang="en-US" sz="16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You are tasked to create a  form to search for a book using it’s </a:t>
            </a:r>
            <a:r>
              <a:rPr lang="en-US" sz="1600" b="1" i="0" u="none" strike="noStrike" cap="none" dirty="0">
                <a:solidFill>
                  <a:schemeClr val="dk1"/>
                </a:solidFill>
                <a:latin typeface="Arial"/>
                <a:ea typeface="Arial"/>
                <a:cs typeface="Arial"/>
                <a:sym typeface="Arial"/>
              </a:rPr>
              <a:t>ISBN</a:t>
            </a:r>
            <a:r>
              <a:rPr lang="en-US" sz="1600" b="0" i="0" u="none" strike="noStrike" cap="none" dirty="0">
                <a:solidFill>
                  <a:schemeClr val="dk1"/>
                </a:solidFill>
                <a:latin typeface="Arial"/>
                <a:ea typeface="Arial"/>
                <a:cs typeface="Arial"/>
                <a:sym typeface="Arial"/>
              </a:rPr>
              <a:t> number. Look at the expected output of </a:t>
            </a:r>
            <a:r>
              <a:rPr lang="en-US" sz="1600" dirty="0">
                <a:solidFill>
                  <a:schemeClr val="dk1"/>
                </a:solidFill>
              </a:rPr>
              <a:t>E</a:t>
            </a:r>
            <a:r>
              <a:rPr lang="en-US" sz="1600" b="0" i="0" u="none" strike="noStrike" cap="none" dirty="0">
                <a:solidFill>
                  <a:schemeClr val="dk1"/>
                </a:solidFill>
                <a:latin typeface="Arial"/>
                <a:ea typeface="Arial"/>
                <a:cs typeface="Arial"/>
                <a:sym typeface="Arial"/>
              </a:rPr>
              <a:t>xercise 1. There will be a text box where we will get the input of the form (</a:t>
            </a:r>
            <a:r>
              <a:rPr lang="en-US" sz="1600" b="1" i="0" u="none" strike="noStrike" cap="none" dirty="0">
                <a:solidFill>
                  <a:schemeClr val="dk1"/>
                </a:solidFill>
                <a:latin typeface="Arial"/>
                <a:ea typeface="Arial"/>
                <a:cs typeface="Arial"/>
                <a:sym typeface="Arial"/>
              </a:rPr>
              <a:t>ISBN</a:t>
            </a:r>
            <a:r>
              <a:rPr lang="en-US" sz="1600" b="0" i="0" u="none" strike="noStrike" cap="none" dirty="0">
                <a:solidFill>
                  <a:schemeClr val="dk1"/>
                </a:solidFill>
                <a:latin typeface="Arial"/>
                <a:ea typeface="Arial"/>
                <a:cs typeface="Arial"/>
                <a:sym typeface="Arial"/>
              </a:rPr>
              <a:t>) and after submission, it will find the book in the database and return the book information if it exists.</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Exercise 1: </a:t>
            </a:r>
            <a:r>
              <a:rPr lang="en-US" sz="2400" b="1" dirty="0" err="1">
                <a:solidFill>
                  <a:srgbClr val="11175E"/>
                </a:solidFill>
                <a:latin typeface="Consolas" panose="020B0609020204030204" pitchFamily="49" charset="0"/>
                <a:cs typeface="Consolas" panose="020B0609020204030204" pitchFamily="49" charset="0"/>
              </a:rPr>
              <a:t>findOne</a:t>
            </a:r>
            <a:r>
              <a:rPr lang="en-US" sz="2400" b="1" dirty="0">
                <a:solidFill>
                  <a:srgbClr val="11175E"/>
                </a:solidFill>
                <a:latin typeface="Consolas" panose="020B0609020204030204" pitchFamily="49" charset="0"/>
                <a:cs typeface="Consolas" panose="020B0609020204030204" pitchFamily="49" charset="0"/>
              </a:rPr>
              <a:t>() </a:t>
            </a:r>
            <a:r>
              <a:rPr lang="en-US" sz="2400" b="1" i="0" u="none" strike="noStrike" cap="none" dirty="0">
                <a:solidFill>
                  <a:srgbClr val="11175E"/>
                </a:solidFill>
                <a:latin typeface="Arial"/>
                <a:ea typeface="Arial"/>
                <a:cs typeface="Arial"/>
                <a:sym typeface="Arial"/>
              </a:rPr>
              <a:t>with condition</a:t>
            </a:r>
            <a:endParaRPr sz="2400" b="1" i="0" u="none" strike="noStrike" cap="none" dirty="0">
              <a:solidFill>
                <a:srgbClr val="11175E"/>
              </a:solidFill>
              <a:latin typeface="Arial"/>
              <a:ea typeface="Arial"/>
              <a:cs typeface="Arial"/>
              <a:sym typeface="Arial"/>
            </a:endParaRPr>
          </a:p>
        </p:txBody>
      </p:sp>
      <p:sp>
        <p:nvSpPr>
          <p:cNvPr id="452" name="Google Shape;452;p34"/>
          <p:cNvSpPr txBox="1"/>
          <p:nvPr/>
        </p:nvSpPr>
        <p:spPr>
          <a:xfrm>
            <a:off x="240309" y="1412888"/>
            <a:ext cx="11608651"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1: Search a book by it’s ISBN number.</a:t>
            </a:r>
            <a:br>
              <a:rPr lang="en-US" sz="1800" b="1" i="0" u="sng" strike="noStrike" cap="none" dirty="0">
                <a:solidFill>
                  <a:schemeClr val="dk1"/>
                </a:solidFill>
                <a:latin typeface="Arial"/>
                <a:ea typeface="Arial"/>
                <a:cs typeface="Arial"/>
                <a:sym typeface="Arial"/>
              </a:rPr>
            </a:br>
            <a:endParaRPr sz="1800"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Review the requirements below and follow the task instructions step by step to complete the exercise.</a:t>
            </a:r>
            <a:endParaRPr sz="1600"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Requirements</a:t>
            </a:r>
            <a:br>
              <a:rPr lang="en-US" sz="1800" b="0" i="0" u="none" strike="noStrike" cap="none" dirty="0">
                <a:solidFill>
                  <a:schemeClr val="dk1"/>
                </a:solidFill>
                <a:latin typeface="Arial"/>
                <a:ea typeface="Arial"/>
                <a:cs typeface="Arial"/>
                <a:sym typeface="Arial"/>
              </a:rPr>
            </a:br>
            <a:endParaRPr sz="1800" b="0" i="0" u="none" strike="noStrike" cap="none" dirty="0">
              <a:solidFill>
                <a:schemeClr val="dk1"/>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Upon initial load of </a:t>
            </a:r>
            <a:r>
              <a:rPr lang="en-US" sz="1600" b="1" dirty="0">
                <a:solidFill>
                  <a:schemeClr val="dk1"/>
                </a:solidFill>
                <a:latin typeface="Consolas" panose="020B0609020204030204" pitchFamily="49" charset="0"/>
                <a:cs typeface="Consolas" panose="020B0609020204030204" pitchFamily="49" charset="0"/>
              </a:rPr>
              <a:t>/search </a:t>
            </a:r>
            <a:r>
              <a:rPr lang="en-US" sz="1600" b="0" i="0" u="none" strike="noStrike" cap="none" dirty="0">
                <a:solidFill>
                  <a:schemeClr val="dk1"/>
                </a:solidFill>
                <a:latin typeface="Arial"/>
                <a:ea typeface="Arial"/>
                <a:cs typeface="Arial"/>
                <a:sym typeface="Arial"/>
              </a:rPr>
              <a:t>URL, the application should render a </a:t>
            </a:r>
            <a:r>
              <a:rPr lang="en-US" sz="1600" b="1" dirty="0">
                <a:solidFill>
                  <a:schemeClr val="dk1"/>
                </a:solidFill>
                <a:latin typeface="Consolas" panose="020B0609020204030204" pitchFamily="49" charset="0"/>
                <a:cs typeface="Consolas" panose="020B0609020204030204" pitchFamily="49" charset="0"/>
              </a:rPr>
              <a:t>view</a:t>
            </a:r>
            <a:r>
              <a:rPr lang="en-US" sz="1600" b="0" i="0" u="none" strike="noStrike" cap="none" dirty="0">
                <a:solidFill>
                  <a:schemeClr val="dk1"/>
                </a:solidFill>
                <a:latin typeface="Arial"/>
                <a:ea typeface="Arial"/>
                <a:cs typeface="Arial"/>
                <a:sym typeface="Arial"/>
              </a:rPr>
              <a:t> named </a:t>
            </a:r>
            <a:r>
              <a:rPr lang="en-US" sz="1600" b="1" dirty="0" err="1">
                <a:solidFill>
                  <a:schemeClr val="dk1"/>
                </a:solidFill>
                <a:latin typeface="Consolas" panose="020B0609020204030204" pitchFamily="49" charset="0"/>
                <a:cs typeface="Consolas" panose="020B0609020204030204" pitchFamily="49" charset="0"/>
              </a:rPr>
              <a:t>search.ejs</a:t>
            </a:r>
            <a:r>
              <a:rPr lang="en-US" sz="1600" b="1" i="0" u="none" strike="noStrike" cap="none" dirty="0">
                <a:solidFill>
                  <a:srgbClr val="0000FF"/>
                </a:solidFill>
                <a:latin typeface="Consolas" panose="020B0609020204030204" pitchFamily="49" charset="0"/>
                <a:cs typeface="Consolas" panose="020B0609020204030204" pitchFamily="49" charset="0"/>
                <a:sym typeface="Arial"/>
              </a:rPr>
              <a:t> </a:t>
            </a:r>
            <a:r>
              <a:rPr lang="en-US" sz="1600" b="0" i="0" u="none" strike="noStrike" cap="none" dirty="0">
                <a:solidFill>
                  <a:schemeClr val="dk1"/>
                </a:solidFill>
                <a:latin typeface="Arial"/>
                <a:ea typeface="Arial"/>
                <a:cs typeface="Arial"/>
                <a:sym typeface="Arial"/>
              </a:rPr>
              <a:t>located in a folder called </a:t>
            </a:r>
            <a:r>
              <a:rPr lang="en-US" sz="1600" b="1" dirty="0">
                <a:solidFill>
                  <a:schemeClr val="dk1"/>
                </a:solidFill>
                <a:latin typeface="Consolas" panose="020B0609020204030204" pitchFamily="49" charset="0"/>
                <a:cs typeface="Consolas" panose="020B0609020204030204" pitchFamily="49" charset="0"/>
              </a:rPr>
              <a:t>view</a:t>
            </a:r>
            <a:r>
              <a:rPr lang="en-US" sz="1600" b="0" i="0" u="none" strike="noStrike" cap="none" dirty="0">
                <a:solidFill>
                  <a:schemeClr val="dk1"/>
                </a:solidFill>
                <a:latin typeface="Arial"/>
                <a:ea typeface="Arial"/>
                <a:cs typeface="Arial"/>
                <a:sym typeface="Arial"/>
              </a:rPr>
              <a:t>.(see Condition 1):</a:t>
            </a:r>
            <a:endParaRPr sz="1600" dirty="0"/>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User will key in an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and press the </a:t>
            </a:r>
            <a:r>
              <a:rPr lang="en-US" sz="1600" b="1" i="0" u="none" strike="noStrike" cap="none" dirty="0">
                <a:solidFill>
                  <a:schemeClr val="dk1"/>
                </a:solidFill>
                <a:latin typeface="Arial"/>
                <a:ea typeface="Arial"/>
                <a:cs typeface="Arial"/>
                <a:sym typeface="Arial"/>
              </a:rPr>
              <a:t>Find</a:t>
            </a:r>
            <a:r>
              <a:rPr lang="en-US" sz="1600" b="0" i="0" u="none" strike="noStrike" cap="none" dirty="0">
                <a:solidFill>
                  <a:schemeClr val="dk1"/>
                </a:solidFill>
                <a:latin typeface="Arial"/>
                <a:ea typeface="Arial"/>
                <a:cs typeface="Arial"/>
                <a:sym typeface="Arial"/>
              </a:rPr>
              <a:t> button to submit.</a:t>
            </a:r>
            <a:endParaRPr sz="1600" dirty="0"/>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book </a:t>
            </a:r>
            <a:r>
              <a:rPr lang="en-US" sz="1600" b="1" i="0" u="none" strike="noStrike" cap="none" dirty="0">
                <a:solidFill>
                  <a:srgbClr val="0000FF"/>
                </a:solidFill>
                <a:latin typeface="Arial"/>
                <a:ea typeface="Arial"/>
                <a:cs typeface="Arial"/>
                <a:sym typeface="Arial"/>
              </a:rPr>
              <a:t>is found</a:t>
            </a:r>
            <a:r>
              <a:rPr lang="en-US" sz="1600" b="0" i="0" u="none" strike="noStrike" cap="none" dirty="0">
                <a:solidFill>
                  <a:schemeClr val="dk1"/>
                </a:solidFill>
                <a:latin typeface="Arial"/>
                <a:ea typeface="Arial"/>
                <a:cs typeface="Arial"/>
                <a:sym typeface="Arial"/>
              </a:rPr>
              <a:t>, it will display the details of the book.  (see Condition 1)</a:t>
            </a:r>
            <a:endParaRPr sz="1600" b="0" i="0" u="none" strike="noStrike" cap="none" dirty="0">
              <a:solidFill>
                <a:schemeClr val="dk1"/>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book </a:t>
            </a:r>
            <a:r>
              <a:rPr lang="en-US" sz="1600" b="1" i="0" u="none" strike="noStrike" cap="none" dirty="0">
                <a:solidFill>
                  <a:srgbClr val="0000FF"/>
                </a:solidFill>
                <a:latin typeface="Arial"/>
                <a:ea typeface="Arial"/>
                <a:cs typeface="Arial"/>
                <a:sym typeface="Arial"/>
              </a:rPr>
              <a:t>is not found</a:t>
            </a:r>
            <a:r>
              <a:rPr lang="en-US" sz="1600" b="0" i="0" u="none" strike="noStrike" cap="none" dirty="0">
                <a:solidFill>
                  <a:schemeClr val="dk1"/>
                </a:solidFill>
                <a:latin typeface="Arial"/>
                <a:ea typeface="Arial"/>
                <a:cs typeface="Arial"/>
                <a:sym typeface="Arial"/>
              </a:rPr>
              <a:t>, it will display an error message “Book not found”.  (see Condition 2)</a:t>
            </a:r>
            <a:endParaRPr sz="1600" dirty="0"/>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user did not key in anything in the textbox and press the find button, it will </a:t>
            </a:r>
            <a:r>
              <a:rPr lang="en-US" sz="1600" b="1" i="0" u="none" strike="noStrike" cap="none" dirty="0">
                <a:solidFill>
                  <a:srgbClr val="0000FF"/>
                </a:solidFill>
                <a:latin typeface="Arial"/>
                <a:ea typeface="Arial"/>
                <a:cs typeface="Arial"/>
                <a:sym typeface="Arial"/>
              </a:rPr>
              <a:t>refresh</a:t>
            </a:r>
            <a:r>
              <a:rPr lang="en-US" sz="1600" b="0" i="0" u="none" strike="noStrike" cap="none" dirty="0">
                <a:solidFill>
                  <a:schemeClr val="dk1"/>
                </a:solidFill>
                <a:latin typeface="Arial"/>
                <a:ea typeface="Arial"/>
                <a:cs typeface="Arial"/>
                <a:sym typeface="Arial"/>
              </a:rPr>
              <a:t> the page and clear the textbox.  (see Condition 3)</a:t>
            </a:r>
            <a:endParaRPr sz="1600" b="0" i="0" u="none" strike="noStrike" cap="none" dirty="0">
              <a:solidFill>
                <a:schemeClr val="dk1"/>
              </a:solidFill>
              <a:latin typeface="Arial"/>
              <a:ea typeface="Arial"/>
              <a:cs typeface="Arial"/>
              <a:sym typeface="Arial"/>
            </a:endParaRPr>
          </a:p>
          <a:p>
            <a:pPr marL="342900" marR="0" lvl="0" indent="-165100" algn="just" rtl="0">
              <a:lnSpc>
                <a:spcPct val="100000"/>
              </a:lnSpc>
              <a:spcBef>
                <a:spcPts val="0"/>
              </a:spcBef>
              <a:spcAft>
                <a:spcPts val="0"/>
              </a:spcAft>
              <a:buClr>
                <a:schemeClr val="dk1"/>
              </a:buClr>
              <a:buSzPts val="1200"/>
              <a:buFont typeface="Arial"/>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Exercise 1: </a:t>
            </a:r>
            <a:r>
              <a:rPr lang="en-US" sz="2400" b="1" dirty="0" err="1">
                <a:solidFill>
                  <a:srgbClr val="11175E"/>
                </a:solidFill>
                <a:latin typeface="Consolas" panose="020B0609020204030204" pitchFamily="49" charset="0"/>
                <a:cs typeface="Consolas" panose="020B0609020204030204" pitchFamily="49" charset="0"/>
              </a:rPr>
              <a:t>f</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indOne</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 </a:t>
            </a:r>
            <a:r>
              <a:rPr lang="en-US" sz="2400" b="1" i="0" u="none" strike="noStrike" cap="none" dirty="0">
                <a:solidFill>
                  <a:srgbClr val="11175E"/>
                </a:solidFill>
                <a:latin typeface="Arial"/>
                <a:ea typeface="Arial"/>
                <a:cs typeface="Arial"/>
                <a:sym typeface="Arial"/>
              </a:rPr>
              <a:t>with condition</a:t>
            </a:r>
            <a:endParaRPr sz="2400" b="1" i="0" u="none" strike="noStrike" cap="none" dirty="0">
              <a:solidFill>
                <a:srgbClr val="11175E"/>
              </a:solidFill>
              <a:latin typeface="Arial"/>
              <a:ea typeface="Arial"/>
              <a:cs typeface="Arial"/>
              <a:sym typeface="Arial"/>
            </a:endParaRPr>
          </a:p>
        </p:txBody>
      </p:sp>
      <p:sp>
        <p:nvSpPr>
          <p:cNvPr id="458" name="Google Shape;458;p35"/>
          <p:cNvSpPr txBox="1"/>
          <p:nvPr/>
        </p:nvSpPr>
        <p:spPr>
          <a:xfrm>
            <a:off x="241884" y="1374750"/>
            <a:ext cx="10987964" cy="46130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1: Search a book by it’s ISBN number.</a:t>
            </a:r>
            <a:endParaRPr sz="1400" b="1" i="0" u="none" strike="noStrike" cap="none" dirty="0">
              <a:solidFill>
                <a:schemeClr val="dk1"/>
              </a:solidFill>
              <a:latin typeface="Arial"/>
              <a:ea typeface="Arial"/>
              <a:cs typeface="Arial"/>
              <a:sym typeface="Arial"/>
            </a:endParaRPr>
          </a:p>
        </p:txBody>
      </p:sp>
      <p:sp>
        <p:nvSpPr>
          <p:cNvPr id="459" name="Google Shape;459;p35"/>
          <p:cNvSpPr txBox="1">
            <a:spLocks noGrp="1"/>
          </p:cNvSpPr>
          <p:nvPr>
            <p:ph type="subTitle" idx="1"/>
          </p:nvPr>
        </p:nvSpPr>
        <p:spPr>
          <a:xfrm>
            <a:off x="106714" y="1955808"/>
            <a:ext cx="11797111" cy="4700700"/>
          </a:xfrm>
          <a:prstGeom prst="rect">
            <a:avLst/>
          </a:prstGeom>
          <a:noFill/>
          <a:ln>
            <a:noFill/>
          </a:ln>
        </p:spPr>
        <p:txBody>
          <a:bodyPr spcFirstLastPara="1" wrap="square" lIns="91425" tIns="45700" rIns="91425" bIns="45700" anchor="t" anchorCtr="0">
            <a:noAutofit/>
          </a:bodyPr>
          <a:lstStyle/>
          <a:p>
            <a:pPr marL="146050" lvl="0" indent="0" algn="l">
              <a:spcBef>
                <a:spcPts val="300"/>
              </a:spcBef>
              <a:buSzPts val="1300"/>
            </a:pPr>
            <a:r>
              <a:rPr lang="en-US" sz="1600" b="1" u="sng" dirty="0"/>
              <a:t>TASKS</a:t>
            </a:r>
            <a:endParaRPr lang="en-US" sz="1600" dirty="0"/>
          </a:p>
          <a:p>
            <a:pPr lvl="0" indent="-311150" algn="l">
              <a:spcBef>
                <a:spcPts val="300"/>
              </a:spcBef>
              <a:buSzPts val="1300"/>
              <a:buFont typeface="Arial"/>
              <a:buChar char="●"/>
            </a:pPr>
            <a:r>
              <a:rPr lang="en-US" sz="1600" dirty="0"/>
              <a:t>From the provided resources folder </a:t>
            </a:r>
            <a:r>
              <a:rPr lang="en-US" sz="1600" b="1" dirty="0">
                <a:latin typeface="Consolas" panose="020B0609020204030204" pitchFamily="49" charset="0"/>
                <a:cs typeface="Consolas" panose="020B0609020204030204" pitchFamily="49" charset="0"/>
              </a:rPr>
              <a:t>week10 </a:t>
            </a:r>
            <a:r>
              <a:rPr lang="en-US" sz="1600" b="1" dirty="0">
                <a:solidFill>
                  <a:schemeClr val="tx1"/>
                </a:solidFill>
                <a:latin typeface="Consolas" panose="020B0609020204030204" pitchFamily="49" charset="0"/>
                <a:cs typeface="Consolas" panose="020B0609020204030204" pitchFamily="49" charset="0"/>
              </a:rPr>
              <a:t>⟶ </a:t>
            </a:r>
            <a:r>
              <a:rPr lang="en-US" sz="1600" b="1" dirty="0">
                <a:latin typeface="Consolas" panose="020B0609020204030204" pitchFamily="49" charset="0"/>
                <a:cs typeface="Consolas" panose="020B0609020204030204" pitchFamily="49" charset="0"/>
              </a:rPr>
              <a:t>exercises ⟶ exercise1</a:t>
            </a:r>
            <a:r>
              <a:rPr lang="en-US" sz="1600" dirty="0"/>
              <a:t>, use the VS Code terminal to navigate to the </a:t>
            </a:r>
            <a:r>
              <a:rPr lang="en-US" sz="1600" b="1" dirty="0">
                <a:latin typeface="Consolas" panose="020B0609020204030204" pitchFamily="49" charset="0"/>
                <a:cs typeface="Consolas" panose="020B0609020204030204" pitchFamily="49" charset="0"/>
              </a:rPr>
              <a:t>exercise1</a:t>
            </a:r>
            <a:r>
              <a:rPr lang="en-US" sz="1600" dirty="0"/>
              <a:t> directory.</a:t>
            </a:r>
            <a:endParaRPr sz="1600" dirty="0"/>
          </a:p>
          <a:p>
            <a:pPr marL="457200" lvl="0" indent="-311150" algn="l" rtl="0">
              <a:lnSpc>
                <a:spcPct val="90000"/>
              </a:lnSpc>
              <a:spcBef>
                <a:spcPts val="300"/>
              </a:spcBef>
              <a:spcAft>
                <a:spcPts val="0"/>
              </a:spcAft>
              <a:buSzPts val="1300"/>
              <a:buFont typeface="Arial"/>
              <a:buChar char="●"/>
            </a:pPr>
            <a:r>
              <a:rPr lang="en-US" sz="1600" dirty="0"/>
              <a:t>Install all the dependencies in the </a:t>
            </a:r>
            <a:r>
              <a:rPr lang="en-US" sz="1600" b="1" dirty="0" err="1">
                <a:latin typeface="Consolas" panose="020B0609020204030204" pitchFamily="49" charset="0"/>
                <a:cs typeface="Consolas" panose="020B0609020204030204" pitchFamily="49" charset="0"/>
              </a:rPr>
              <a:t>package.json</a:t>
            </a:r>
            <a:r>
              <a:rPr lang="en-US" sz="1600" dirty="0"/>
              <a:t>.</a:t>
            </a:r>
            <a:endParaRPr sz="1600" dirty="0"/>
          </a:p>
          <a:p>
            <a:pPr marL="457200" lvl="0" indent="-311150" algn="l" rtl="0">
              <a:lnSpc>
                <a:spcPct val="90000"/>
              </a:lnSpc>
              <a:spcBef>
                <a:spcPts val="300"/>
              </a:spcBef>
              <a:spcAft>
                <a:spcPts val="0"/>
              </a:spcAft>
              <a:buSzPts val="1300"/>
              <a:buFont typeface="Arial"/>
              <a:buChar char="●"/>
            </a:pPr>
            <a:r>
              <a:rPr lang="en-US" sz="1600" dirty="0"/>
              <a:t>Update the </a:t>
            </a:r>
            <a:r>
              <a:rPr lang="en-US" sz="1600" b="1" dirty="0" err="1">
                <a:latin typeface="Consolas" panose="020B0609020204030204" pitchFamily="49" charset="0"/>
                <a:cs typeface="Consolas" panose="020B0609020204030204" pitchFamily="49" charset="0"/>
              </a:rPr>
              <a:t>config.env</a:t>
            </a:r>
            <a:r>
              <a:rPr lang="en-US" sz="1600" b="1" dirty="0">
                <a:latin typeface="Consolas" panose="020B0609020204030204" pitchFamily="49" charset="0"/>
                <a:cs typeface="Consolas" panose="020B0609020204030204" pitchFamily="49" charset="0"/>
              </a:rPr>
              <a:t> </a:t>
            </a:r>
            <a:r>
              <a:rPr lang="en-US" sz="1600" dirty="0"/>
              <a:t>file with your own username, password and cluster address.</a:t>
            </a:r>
            <a:endParaRPr sz="1600" dirty="0"/>
          </a:p>
          <a:p>
            <a:pPr marL="457200" lvl="0" indent="-311150" algn="l" rtl="0">
              <a:lnSpc>
                <a:spcPct val="90000"/>
              </a:lnSpc>
              <a:spcBef>
                <a:spcPts val="300"/>
              </a:spcBef>
              <a:spcAft>
                <a:spcPts val="0"/>
              </a:spcAft>
              <a:buSzPts val="1300"/>
              <a:buFont typeface="Arial"/>
              <a:buChar char="●"/>
            </a:pPr>
            <a:r>
              <a:rPr lang="en-US" sz="1600" dirty="0"/>
              <a:t>Enter the following command in the terminal to start the Express server:</a:t>
            </a:r>
            <a:endParaRPr sz="1600" dirty="0"/>
          </a:p>
          <a:p>
            <a:pPr marL="457200" lvl="0" indent="-406400" algn="l" rtl="0">
              <a:lnSpc>
                <a:spcPct val="90000"/>
              </a:lnSpc>
              <a:spcBef>
                <a:spcPts val="300"/>
              </a:spcBef>
              <a:spcAft>
                <a:spcPts val="0"/>
              </a:spcAft>
              <a:buSzPts val="1600"/>
              <a:buNone/>
            </a:pPr>
            <a:r>
              <a:rPr lang="en-US" sz="1600" dirty="0"/>
              <a:t>         </a:t>
            </a:r>
            <a:r>
              <a:rPr lang="en-US" sz="1600" b="1" dirty="0">
                <a:latin typeface="Consolas" panose="020B0609020204030204" pitchFamily="49" charset="0"/>
                <a:cs typeface="Consolas" panose="020B0609020204030204" pitchFamily="49" charset="0"/>
              </a:rPr>
              <a:t>&gt; </a:t>
            </a:r>
            <a:r>
              <a:rPr lang="en-US" sz="1600" b="1" dirty="0" err="1">
                <a:latin typeface="Consolas" panose="020B0609020204030204" pitchFamily="49" charset="0"/>
                <a:cs typeface="Consolas" panose="020B0609020204030204" pitchFamily="49" charset="0"/>
              </a:rPr>
              <a:t>nodemon</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server.js</a:t>
            </a:r>
            <a:endParaRPr sz="1600" b="1" dirty="0">
              <a:latin typeface="Consolas" panose="020B0609020204030204" pitchFamily="49" charset="0"/>
              <a:cs typeface="Consolas" panose="020B0609020204030204" pitchFamily="49" charset="0"/>
            </a:endParaRPr>
          </a:p>
          <a:p>
            <a:pPr marL="457200" lvl="0" indent="-311150" algn="l" rtl="0">
              <a:lnSpc>
                <a:spcPct val="90000"/>
              </a:lnSpc>
              <a:spcBef>
                <a:spcPts val="300"/>
              </a:spcBef>
              <a:spcAft>
                <a:spcPts val="0"/>
              </a:spcAft>
              <a:buSzPts val="1300"/>
              <a:buFont typeface="Arial"/>
              <a:buChar char="●"/>
            </a:pPr>
            <a:r>
              <a:rPr lang="en-US" sz="1600" dirty="0"/>
              <a:t>In</a:t>
            </a:r>
            <a:r>
              <a:rPr lang="en-US" sz="1600" b="1" dirty="0">
                <a:solidFill>
                  <a:srgbClr val="0000FF"/>
                </a:solidFill>
              </a:rPr>
              <a:t> </a:t>
            </a:r>
            <a:r>
              <a:rPr lang="en-US" sz="1600" b="1" dirty="0">
                <a:latin typeface="Consolas" panose="020B0609020204030204" pitchFamily="49" charset="0"/>
                <a:cs typeface="Consolas" panose="020B0609020204030204" pitchFamily="49" charset="0"/>
              </a:rPr>
              <a:t>books-</a:t>
            </a:r>
            <a:r>
              <a:rPr lang="en-US" sz="1600" b="1" dirty="0" err="1">
                <a:latin typeface="Consolas" panose="020B0609020204030204" pitchFamily="49" charset="0"/>
                <a:cs typeface="Consolas" panose="020B0609020204030204" pitchFamily="49" charset="0"/>
              </a:rPr>
              <a:t>routes.js</a:t>
            </a:r>
            <a:r>
              <a:rPr lang="en-US" sz="1600" dirty="0"/>
              <a:t>, create 2 routes for the get and post functions</a:t>
            </a:r>
            <a:endParaRPr sz="1600" dirty="0"/>
          </a:p>
          <a:p>
            <a:pPr marL="914400" lvl="1" indent="-311150" algn="l" rtl="0">
              <a:lnSpc>
                <a:spcPct val="90000"/>
              </a:lnSpc>
              <a:spcBef>
                <a:spcPts val="300"/>
              </a:spcBef>
              <a:spcAft>
                <a:spcPts val="0"/>
              </a:spcAft>
              <a:buSzPts val="1300"/>
              <a:buFont typeface="Arial"/>
              <a:buChar char="●"/>
            </a:pPr>
            <a:r>
              <a:rPr lang="en-US" sz="1600" dirty="0"/>
              <a:t>A </a:t>
            </a:r>
            <a:r>
              <a:rPr lang="en-US" sz="1600" b="1" dirty="0"/>
              <a:t>get</a:t>
            </a:r>
            <a:r>
              <a:rPr lang="en-US" sz="1600" dirty="0"/>
              <a:t> route to show form (get): </a:t>
            </a:r>
            <a:r>
              <a:rPr lang="en-US" sz="1600" b="1" dirty="0" err="1">
                <a:latin typeface="Consolas" panose="020B0609020204030204" pitchFamily="49" charset="0"/>
                <a:cs typeface="Consolas" panose="020B0609020204030204" pitchFamily="49" charset="0"/>
              </a:rPr>
              <a:t>router.get</a:t>
            </a:r>
            <a:r>
              <a:rPr lang="en-US" sz="1600" b="1" dirty="0">
                <a:latin typeface="Consolas" panose="020B0609020204030204" pitchFamily="49" charset="0"/>
                <a:cs typeface="Consolas" panose="020B0609020204030204" pitchFamily="49" charset="0"/>
              </a:rPr>
              <a:t>("/search-book", </a:t>
            </a:r>
            <a:r>
              <a:rPr lang="en-US" sz="1600" b="1" dirty="0" err="1">
                <a:latin typeface="Consolas" panose="020B0609020204030204" pitchFamily="49" charset="0"/>
                <a:cs typeface="Consolas" panose="020B0609020204030204" pitchFamily="49" charset="0"/>
              </a:rPr>
              <a:t>booksController.showForm</a:t>
            </a:r>
            <a:r>
              <a:rPr lang="en-US" sz="1600" b="1" dirty="0">
                <a:latin typeface="Consolas" panose="020B0609020204030204" pitchFamily="49" charset="0"/>
                <a:cs typeface="Consolas" panose="020B0609020204030204" pitchFamily="49" charset="0"/>
              </a:rPr>
              <a:t>)</a:t>
            </a:r>
            <a:endParaRPr sz="1600" b="1" dirty="0">
              <a:latin typeface="Consolas" panose="020B0609020204030204" pitchFamily="49" charset="0"/>
              <a:cs typeface="Consolas" panose="020B0609020204030204" pitchFamily="49" charset="0"/>
            </a:endParaRPr>
          </a:p>
          <a:p>
            <a:pPr marL="914400" lvl="1" indent="-311150" algn="l" rtl="0">
              <a:lnSpc>
                <a:spcPct val="90000"/>
              </a:lnSpc>
              <a:spcBef>
                <a:spcPts val="300"/>
              </a:spcBef>
              <a:spcAft>
                <a:spcPts val="0"/>
              </a:spcAft>
              <a:buSzPts val="1300"/>
              <a:buFont typeface="Arial"/>
              <a:buChar char="●"/>
            </a:pPr>
            <a:r>
              <a:rPr lang="en-US" sz="1600" dirty="0"/>
              <a:t>A </a:t>
            </a:r>
            <a:r>
              <a:rPr lang="en-US" sz="1600" b="1" dirty="0"/>
              <a:t>post</a:t>
            </a:r>
            <a:r>
              <a:rPr lang="en-US" sz="1600" dirty="0"/>
              <a:t> route to submit form (post): </a:t>
            </a:r>
            <a:r>
              <a:rPr lang="en-US" sz="1600" b="1" dirty="0" err="1">
                <a:latin typeface="Consolas" panose="020B0609020204030204" pitchFamily="49" charset="0"/>
                <a:cs typeface="Consolas" panose="020B0609020204030204" pitchFamily="49" charset="0"/>
              </a:rPr>
              <a:t>router.post</a:t>
            </a:r>
            <a:r>
              <a:rPr lang="en-US" sz="1600" b="1" dirty="0">
                <a:latin typeface="Consolas" panose="020B0609020204030204" pitchFamily="49" charset="0"/>
                <a:cs typeface="Consolas" panose="020B0609020204030204" pitchFamily="49" charset="0"/>
              </a:rPr>
              <a:t>("/search-book", </a:t>
            </a:r>
            <a:r>
              <a:rPr lang="en-US" sz="1600" b="1" dirty="0" err="1">
                <a:latin typeface="Consolas" panose="020B0609020204030204" pitchFamily="49" charset="0"/>
                <a:cs typeface="Consolas" panose="020B0609020204030204" pitchFamily="49" charset="0"/>
              </a:rPr>
              <a:t>booksController.submitBook</a:t>
            </a:r>
            <a:r>
              <a:rPr lang="en-US" sz="1600" b="1" dirty="0">
                <a:latin typeface="Consolas" panose="020B0609020204030204" pitchFamily="49" charset="0"/>
                <a:cs typeface="Consolas" panose="020B0609020204030204" pitchFamily="49" charset="0"/>
              </a:rPr>
              <a:t>)</a:t>
            </a:r>
            <a:endParaRPr sz="1600" b="1" dirty="0">
              <a:latin typeface="Consolas" panose="020B0609020204030204" pitchFamily="49" charset="0"/>
              <a:cs typeface="Consolas" panose="020B0609020204030204" pitchFamily="49" charset="0"/>
            </a:endParaRPr>
          </a:p>
          <a:p>
            <a:pPr marL="457200" lvl="0" indent="-311150" algn="l" rtl="0">
              <a:lnSpc>
                <a:spcPct val="90000"/>
              </a:lnSpc>
              <a:spcBef>
                <a:spcPts val="300"/>
              </a:spcBef>
              <a:spcAft>
                <a:spcPts val="0"/>
              </a:spcAft>
              <a:buSzPts val="1300"/>
              <a:buFont typeface="Arial"/>
              <a:buChar char="●"/>
            </a:pPr>
            <a:r>
              <a:rPr lang="en-US" sz="1600" dirty="0"/>
              <a:t>In </a:t>
            </a:r>
            <a:r>
              <a:rPr lang="en-US" sz="1600" b="1" dirty="0">
                <a:latin typeface="Consolas" panose="020B0609020204030204" pitchFamily="49" charset="0"/>
                <a:cs typeface="Consolas" panose="020B0609020204030204" pitchFamily="49" charset="0"/>
              </a:rPr>
              <a:t>books-</a:t>
            </a:r>
            <a:r>
              <a:rPr lang="en-US" sz="1600" b="1" dirty="0" err="1">
                <a:latin typeface="Consolas" panose="020B0609020204030204" pitchFamily="49" charset="0"/>
                <a:cs typeface="Consolas" panose="020B0609020204030204" pitchFamily="49" charset="0"/>
              </a:rPr>
              <a:t>controller.js</a:t>
            </a:r>
            <a:r>
              <a:rPr lang="en-US" sz="1600" dirty="0"/>
              <a:t>, create 2 functions, one to show form and one to submit form.</a:t>
            </a:r>
            <a:endParaRPr sz="1600" dirty="0"/>
          </a:p>
          <a:p>
            <a:pPr marL="914400" lvl="1" indent="-311150" algn="l" rtl="0">
              <a:lnSpc>
                <a:spcPct val="90000"/>
              </a:lnSpc>
              <a:spcBef>
                <a:spcPts val="300"/>
              </a:spcBef>
              <a:spcAft>
                <a:spcPts val="0"/>
              </a:spcAft>
              <a:buSzPts val="1300"/>
              <a:buFont typeface="Arial"/>
              <a:buChar char="●"/>
            </a:pPr>
            <a:r>
              <a:rPr lang="en-US" sz="1600" b="1" dirty="0" err="1">
                <a:latin typeface="Consolas" panose="020B0609020204030204" pitchFamily="49" charset="0"/>
                <a:cs typeface="Consolas" panose="020B0609020204030204" pitchFamily="49" charset="0"/>
              </a:rPr>
              <a:t>showForm</a:t>
            </a:r>
            <a:r>
              <a:rPr lang="en-US" sz="1600" b="1" dirty="0">
                <a:latin typeface="Consolas" panose="020B0609020204030204" pitchFamily="49" charset="0"/>
                <a:cs typeface="Consolas" panose="020B0609020204030204" pitchFamily="49" charset="0"/>
              </a:rPr>
              <a:t>(</a:t>
            </a:r>
            <a:r>
              <a:rPr lang="en-US" sz="1600" dirty="0"/>
              <a:t>), </a:t>
            </a:r>
            <a:r>
              <a:rPr lang="en-US" sz="1600" b="1" dirty="0" err="1">
                <a:latin typeface="Consolas" panose="020B0609020204030204" pitchFamily="49" charset="0"/>
                <a:cs typeface="Consolas" panose="020B0609020204030204" pitchFamily="49" charset="0"/>
              </a:rPr>
              <a:t>submitForm</a:t>
            </a:r>
            <a:r>
              <a:rPr lang="en-US" sz="1600" b="1" dirty="0">
                <a:latin typeface="Consolas" panose="020B0609020204030204" pitchFamily="49" charset="0"/>
                <a:cs typeface="Consolas" panose="020B0609020204030204" pitchFamily="49" charset="0"/>
              </a:rPr>
              <a:t>()</a:t>
            </a:r>
            <a:endParaRPr sz="1600" b="1" dirty="0">
              <a:latin typeface="Consolas" panose="020B0609020204030204" pitchFamily="49" charset="0"/>
              <a:cs typeface="Consolas" panose="020B0609020204030204" pitchFamily="49" charset="0"/>
            </a:endParaRPr>
          </a:p>
          <a:p>
            <a:pPr marL="457200" lvl="0" indent="-311150" algn="l" rtl="0">
              <a:lnSpc>
                <a:spcPct val="90000"/>
              </a:lnSpc>
              <a:spcBef>
                <a:spcPts val="300"/>
              </a:spcBef>
              <a:spcAft>
                <a:spcPts val="0"/>
              </a:spcAft>
              <a:buSzPts val="1300"/>
              <a:buFont typeface="Arial"/>
              <a:buChar char="●"/>
            </a:pPr>
            <a:r>
              <a:rPr lang="en-US" sz="1600" dirty="0"/>
              <a:t>In </a:t>
            </a:r>
            <a:r>
              <a:rPr lang="en-US" sz="1600" b="1" dirty="0" err="1">
                <a:latin typeface="Consolas" panose="020B0609020204030204" pitchFamily="49" charset="0"/>
                <a:cs typeface="Consolas" panose="020B0609020204030204" pitchFamily="49" charset="0"/>
              </a:rPr>
              <a:t>showForm</a:t>
            </a:r>
            <a:r>
              <a:rPr lang="en-US" sz="1600" b="1" dirty="0">
                <a:latin typeface="Consolas" panose="020B0609020204030204" pitchFamily="49" charset="0"/>
                <a:cs typeface="Consolas" panose="020B0609020204030204" pitchFamily="49" charset="0"/>
              </a:rPr>
              <a:t>()</a:t>
            </a:r>
            <a:r>
              <a:rPr lang="en-US" sz="1600" dirty="0"/>
              <a:t> renders the </a:t>
            </a:r>
            <a:r>
              <a:rPr lang="en-US" sz="1600" b="1" dirty="0" err="1">
                <a:latin typeface="Consolas" panose="020B0609020204030204" pitchFamily="49" charset="0"/>
                <a:cs typeface="Consolas" panose="020B0609020204030204" pitchFamily="49" charset="0"/>
              </a:rPr>
              <a:t>search.ejs</a:t>
            </a:r>
            <a:r>
              <a:rPr lang="en-US" sz="1600" dirty="0"/>
              <a:t> (provided)  with empty results.</a:t>
            </a:r>
            <a:endParaRPr sz="1600" dirty="0"/>
          </a:p>
          <a:p>
            <a:pPr marL="457200" lvl="0" indent="-311150" algn="l" rtl="0">
              <a:lnSpc>
                <a:spcPct val="90000"/>
              </a:lnSpc>
              <a:spcBef>
                <a:spcPts val="300"/>
              </a:spcBef>
              <a:spcAft>
                <a:spcPts val="0"/>
              </a:spcAft>
              <a:buSzPts val="1300"/>
              <a:buFont typeface="Arial"/>
              <a:buChar char="●"/>
            </a:pPr>
            <a:r>
              <a:rPr lang="en-US" sz="1600" dirty="0"/>
              <a:t>In </a:t>
            </a:r>
            <a:r>
              <a:rPr lang="en-US" sz="1600" b="1" dirty="0" err="1">
                <a:latin typeface="Consolas" panose="020B0609020204030204" pitchFamily="49" charset="0"/>
                <a:cs typeface="Consolas" panose="020B0609020204030204" pitchFamily="49" charset="0"/>
              </a:rPr>
              <a:t>submitForm</a:t>
            </a:r>
            <a:r>
              <a:rPr lang="en-US" sz="1600" b="1" dirty="0">
                <a:latin typeface="Consolas" panose="020B0609020204030204" pitchFamily="49" charset="0"/>
                <a:cs typeface="Consolas" panose="020B0609020204030204" pitchFamily="49" charset="0"/>
              </a:rPr>
              <a:t>()</a:t>
            </a:r>
            <a:r>
              <a:rPr lang="en-US" sz="1600" dirty="0"/>
              <a:t>,</a:t>
            </a:r>
            <a:endParaRPr sz="1600" dirty="0"/>
          </a:p>
          <a:p>
            <a:pPr marL="914400" lvl="1" indent="-311150" algn="l" rtl="0">
              <a:lnSpc>
                <a:spcPct val="90000"/>
              </a:lnSpc>
              <a:spcBef>
                <a:spcPts val="300"/>
              </a:spcBef>
              <a:spcAft>
                <a:spcPts val="0"/>
              </a:spcAft>
              <a:buSzPts val="1300"/>
              <a:buFont typeface="Arial"/>
              <a:buChar char="●"/>
            </a:pPr>
            <a:r>
              <a:rPr lang="en-US" sz="1600" dirty="0"/>
              <a:t>Retrieves the user input. </a:t>
            </a:r>
            <a:endParaRPr sz="1600" dirty="0"/>
          </a:p>
          <a:p>
            <a:pPr marL="914400" lvl="1" indent="-311150" algn="l" rtl="0">
              <a:lnSpc>
                <a:spcPct val="90000"/>
              </a:lnSpc>
              <a:spcBef>
                <a:spcPts val="300"/>
              </a:spcBef>
              <a:spcAft>
                <a:spcPts val="0"/>
              </a:spcAft>
              <a:buSzPts val="1300"/>
              <a:buFont typeface="Arial"/>
              <a:buChar char="●"/>
            </a:pPr>
            <a:r>
              <a:rPr lang="en-US" sz="1600" dirty="0"/>
              <a:t>If the user input is </a:t>
            </a:r>
            <a:r>
              <a:rPr lang="en-US" sz="1600" b="1" dirty="0">
                <a:latin typeface="Consolas" panose="020B0609020204030204" pitchFamily="49" charset="0"/>
                <a:cs typeface="Consolas" panose="020B0609020204030204" pitchFamily="49" charset="0"/>
              </a:rPr>
              <a:t>""</a:t>
            </a:r>
            <a:r>
              <a:rPr lang="en-US" sz="1600" dirty="0"/>
              <a:t> redirect it back to itself</a:t>
            </a:r>
            <a:endParaRPr sz="1600" dirty="0"/>
          </a:p>
          <a:p>
            <a:pPr marL="914400" lvl="1" indent="-311150" algn="l" rtl="0">
              <a:lnSpc>
                <a:spcPct val="90000"/>
              </a:lnSpc>
              <a:spcBef>
                <a:spcPts val="300"/>
              </a:spcBef>
              <a:spcAft>
                <a:spcPts val="0"/>
              </a:spcAft>
              <a:buSzPts val="1300"/>
              <a:buFont typeface="Arial"/>
              <a:buChar char="●"/>
            </a:pPr>
            <a:r>
              <a:rPr lang="en-US" sz="1600" dirty="0"/>
              <a:t>If the </a:t>
            </a:r>
            <a:r>
              <a:rPr lang="en-US" sz="1600" b="1" dirty="0" err="1">
                <a:latin typeface="Consolas" panose="020B0609020204030204" pitchFamily="49" charset="0"/>
                <a:cs typeface="Consolas" panose="020B0609020204030204" pitchFamily="49" charset="0"/>
              </a:rPr>
              <a:t>isbn</a:t>
            </a:r>
            <a:r>
              <a:rPr lang="en-US" sz="1600" dirty="0"/>
              <a:t> number exists, renders the </a:t>
            </a:r>
            <a:r>
              <a:rPr lang="en-US" sz="1600" b="1" dirty="0" err="1">
                <a:latin typeface="Consolas" panose="020B0609020204030204" pitchFamily="49" charset="0"/>
                <a:cs typeface="Consolas" panose="020B0609020204030204" pitchFamily="49" charset="0"/>
              </a:rPr>
              <a:t>search.ejs</a:t>
            </a:r>
            <a:r>
              <a:rPr lang="en-US" sz="1600" dirty="0"/>
              <a:t> with the result from </a:t>
            </a:r>
            <a:r>
              <a:rPr lang="en-US" sz="1600" b="1" dirty="0" err="1">
                <a:latin typeface="Consolas" panose="020B0609020204030204" pitchFamily="49" charset="0"/>
                <a:cs typeface="Consolas" panose="020B0609020204030204" pitchFamily="49" charset="0"/>
              </a:rPr>
              <a:t>Book.findByIsbn</a:t>
            </a:r>
            <a:r>
              <a:rPr lang="en-US" sz="1600" b="1" dirty="0">
                <a:latin typeface="Consolas" panose="020B0609020204030204" pitchFamily="49" charset="0"/>
                <a:cs typeface="Consolas" panose="020B0609020204030204" pitchFamily="49" charset="0"/>
              </a:rPr>
              <a:t>()</a:t>
            </a:r>
            <a:endParaRPr sz="1600" b="1" dirty="0">
              <a:latin typeface="Consolas" panose="020B0609020204030204" pitchFamily="49" charset="0"/>
              <a:cs typeface="Consolas" panose="020B0609020204030204" pitchFamily="49" charset="0"/>
            </a:endParaRPr>
          </a:p>
          <a:p>
            <a:pPr marL="914400" lvl="1" indent="-311150" algn="l" rtl="0">
              <a:lnSpc>
                <a:spcPct val="90000"/>
              </a:lnSpc>
              <a:spcBef>
                <a:spcPts val="300"/>
              </a:spcBef>
              <a:spcAft>
                <a:spcPts val="0"/>
              </a:spcAft>
              <a:buSzPts val="1300"/>
              <a:buFont typeface="Arial"/>
              <a:buChar char="●"/>
            </a:pPr>
            <a:r>
              <a:rPr lang="en-US" sz="1600" dirty="0"/>
              <a:t>If the </a:t>
            </a:r>
            <a:r>
              <a:rPr lang="en-US" sz="1600" b="1" dirty="0" err="1">
                <a:latin typeface="Consolas" panose="020B0609020204030204" pitchFamily="49" charset="0"/>
                <a:cs typeface="Consolas" panose="020B0609020204030204" pitchFamily="49" charset="0"/>
              </a:rPr>
              <a:t>isbn</a:t>
            </a:r>
            <a:r>
              <a:rPr lang="en-US" sz="1600" dirty="0"/>
              <a:t> number does not exist, renders </a:t>
            </a:r>
            <a:r>
              <a:rPr lang="en-US" sz="1600" b="1" dirty="0" err="1">
                <a:latin typeface="Consolas" panose="020B0609020204030204" pitchFamily="49" charset="0"/>
                <a:cs typeface="Consolas" panose="020B0609020204030204" pitchFamily="49" charset="0"/>
              </a:rPr>
              <a:t>search.ejs</a:t>
            </a:r>
            <a:r>
              <a:rPr lang="en-US" sz="1600" dirty="0"/>
              <a:t> with </a:t>
            </a:r>
            <a:r>
              <a:rPr lang="en-US" sz="1600" b="1" dirty="0">
                <a:latin typeface="Consolas" panose="020B0609020204030204" pitchFamily="49" charset="0"/>
                <a:cs typeface="Consolas" panose="020B0609020204030204" pitchFamily="49" charset="0"/>
              </a:rPr>
              <a:t>result === null</a:t>
            </a:r>
            <a:endParaRPr sz="1600" b="1" dirty="0">
              <a:latin typeface="Consolas" panose="020B0609020204030204" pitchFamily="49" charset="0"/>
              <a:cs typeface="Consolas" panose="020B0609020204030204" pitchFamily="49" charset="0"/>
            </a:endParaRPr>
          </a:p>
          <a:p>
            <a:pPr marL="457200" lvl="0" indent="-406400" algn="l" rtl="0">
              <a:lnSpc>
                <a:spcPct val="90000"/>
              </a:lnSpc>
              <a:spcBef>
                <a:spcPts val="300"/>
              </a:spcBef>
              <a:spcAft>
                <a:spcPts val="0"/>
              </a:spcAft>
              <a:buSzPts val="2400"/>
              <a:buNone/>
            </a:pPr>
            <a:endParaRPr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3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Create a Document (</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addBook</a:t>
            </a:r>
            <a:r>
              <a:rPr lang="en-US" sz="2400" b="1" i="0" u="none" strike="noStrike" cap="none" dirty="0">
                <a:solidFill>
                  <a:srgbClr val="11175E"/>
                </a:solidFill>
                <a:latin typeface="Arial"/>
                <a:ea typeface="Arial"/>
                <a:cs typeface="Arial"/>
                <a:sym typeface="Arial"/>
              </a:rPr>
              <a:t>)</a:t>
            </a:r>
            <a:endParaRPr sz="2400" b="1" i="0" u="none" strike="noStrike" cap="none" dirty="0">
              <a:solidFill>
                <a:srgbClr val="11175E"/>
              </a:solidFill>
              <a:latin typeface="Arial"/>
              <a:ea typeface="Arial"/>
              <a:cs typeface="Arial"/>
              <a:sym typeface="Arial"/>
            </a:endParaRPr>
          </a:p>
        </p:txBody>
      </p:sp>
      <p:sp>
        <p:nvSpPr>
          <p:cNvPr id="465" name="Google Shape;465;p36"/>
          <p:cNvSpPr txBox="1"/>
          <p:nvPr/>
        </p:nvSpPr>
        <p:spPr>
          <a:xfrm>
            <a:off x="240868" y="1375766"/>
            <a:ext cx="10997108"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Let’s add a method in </a:t>
            </a:r>
            <a:r>
              <a:rPr lang="en-US" sz="1600" b="1" dirty="0">
                <a:solidFill>
                  <a:schemeClr val="dk1"/>
                </a:solidFill>
                <a:latin typeface="Consolas" panose="020B0609020204030204" pitchFamily="49" charset="0"/>
                <a:cs typeface="Consolas" panose="020B0609020204030204" pitchFamily="49" charset="0"/>
              </a:rPr>
              <a:t>book-</a:t>
            </a:r>
            <a:r>
              <a:rPr lang="en-US" sz="1600" b="1" dirty="0" err="1">
                <a:solidFill>
                  <a:schemeClr val="dk1"/>
                </a:solidFill>
                <a:latin typeface="Consolas" panose="020B0609020204030204" pitchFamily="49" charset="0"/>
                <a:cs typeface="Consolas" panose="020B0609020204030204" pitchFamily="49" charset="0"/>
              </a:rPr>
              <a:t>model.js</a:t>
            </a:r>
            <a:r>
              <a:rPr lang="en-US" sz="1800" b="0" i="0" u="none" strike="noStrike" cap="none" dirty="0">
                <a:solidFill>
                  <a:schemeClr val="dk1"/>
                </a:solidFill>
                <a:latin typeface="Arial"/>
                <a:ea typeface="Arial"/>
                <a:cs typeface="Arial"/>
                <a:sym typeface="Arial"/>
              </a:rPr>
              <a:t> to create a new document/book</a:t>
            </a:r>
            <a:endParaRPr sz="1800" b="0" i="0" u="none" strike="noStrike" cap="none" dirty="0">
              <a:solidFill>
                <a:schemeClr val="dk1"/>
              </a:solidFill>
              <a:latin typeface="Arial"/>
              <a:ea typeface="Arial"/>
              <a:cs typeface="Arial"/>
              <a:sym typeface="Arial"/>
            </a:endParaRPr>
          </a:p>
        </p:txBody>
      </p:sp>
      <p:sp>
        <p:nvSpPr>
          <p:cNvPr id="466" name="Google Shape;466;p36"/>
          <p:cNvSpPr txBox="1"/>
          <p:nvPr/>
        </p:nvSpPr>
        <p:spPr>
          <a:xfrm>
            <a:off x="3225362" y="2044797"/>
            <a:ext cx="5141398" cy="2454051"/>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a:t>
            </a:r>
            <a:endParaRPr sz="1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exports.addBook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function(</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newBook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return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Book.create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newBook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rgbClr val="000000"/>
              </a:buClr>
              <a:buSzPts val="1400"/>
              <a:buFont typeface="Arial"/>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600" b="1" i="0" u="none" strike="noStrike" cap="none" dirty="0">
                <a:solidFill>
                  <a:srgbClr val="000000"/>
                </a:solidFill>
                <a:latin typeface="Arial"/>
                <a:ea typeface="Arial"/>
                <a:cs typeface="Arial"/>
                <a:sym typeface="Arial"/>
              </a:rPr>
              <a:t>…</a:t>
            </a:r>
            <a:endParaRPr sz="1600" b="1" i="0" u="none" strike="noStrike" cap="none" dirty="0">
              <a:solidFill>
                <a:srgbClr val="000000"/>
              </a:solidFill>
              <a:latin typeface="Arial"/>
              <a:ea typeface="Arial"/>
              <a:cs typeface="Arial"/>
              <a:sym typeface="Arial"/>
            </a:endParaRPr>
          </a:p>
        </p:txBody>
      </p:sp>
      <p:sp>
        <p:nvSpPr>
          <p:cNvPr id="467" name="Google Shape;467;p36"/>
          <p:cNvSpPr/>
          <p:nvPr/>
        </p:nvSpPr>
        <p:spPr>
          <a:xfrm>
            <a:off x="4057107" y="2550593"/>
            <a:ext cx="795861" cy="30352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68" name="Google Shape;468;p36"/>
          <p:cNvCxnSpPr>
            <a:cxnSpLocks/>
            <a:stCxn id="469" idx="1"/>
            <a:endCxn id="467" idx="0"/>
          </p:cNvCxnSpPr>
          <p:nvPr/>
        </p:nvCxnSpPr>
        <p:spPr>
          <a:xfrm rot="10800000" flipV="1">
            <a:off x="4455039" y="2383055"/>
            <a:ext cx="4765545" cy="167538"/>
          </a:xfrm>
          <a:prstGeom prst="bentConnector2">
            <a:avLst/>
          </a:prstGeom>
          <a:noFill/>
          <a:ln w="19050" cap="flat" cmpd="sng">
            <a:solidFill>
              <a:srgbClr val="6AA84F"/>
            </a:solidFill>
            <a:prstDash val="solid"/>
            <a:round/>
            <a:headEnd type="none" w="sm" len="sm"/>
            <a:tailEnd type="triangle" w="med" len="med"/>
          </a:ln>
        </p:spPr>
      </p:cxnSp>
      <p:sp>
        <p:nvSpPr>
          <p:cNvPr id="469" name="Google Shape;469;p36"/>
          <p:cNvSpPr txBox="1"/>
          <p:nvPr/>
        </p:nvSpPr>
        <p:spPr>
          <a:xfrm>
            <a:off x="9220583" y="1798294"/>
            <a:ext cx="2223008" cy="1169521"/>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We create a method call </a:t>
            </a:r>
            <a:r>
              <a:rPr lang="en-US" sz="1600" b="1" dirty="0" err="1">
                <a:solidFill>
                  <a:schemeClr val="dk1"/>
                </a:solidFill>
                <a:latin typeface="Consolas" panose="020B0609020204030204" pitchFamily="49" charset="0"/>
                <a:cs typeface="Consolas" panose="020B0609020204030204" pitchFamily="49" charset="0"/>
              </a:rPr>
              <a:t>addBook</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to create a new book/document. </a:t>
            </a:r>
            <a:endParaRPr sz="1600" b="0" i="0" u="none" strike="noStrike" cap="none" dirty="0">
              <a:solidFill>
                <a:srgbClr val="000000"/>
              </a:solidFill>
              <a:latin typeface="Arial"/>
              <a:ea typeface="Arial"/>
              <a:cs typeface="Arial"/>
              <a:sym typeface="Arial"/>
            </a:endParaRPr>
          </a:p>
        </p:txBody>
      </p:sp>
      <p:sp>
        <p:nvSpPr>
          <p:cNvPr id="470" name="Google Shape;470;p36"/>
          <p:cNvSpPr/>
          <p:nvPr/>
        </p:nvSpPr>
        <p:spPr>
          <a:xfrm>
            <a:off x="4157954" y="2983623"/>
            <a:ext cx="2075932" cy="303521"/>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1" name="Google Shape;471;p36"/>
          <p:cNvCxnSpPr>
            <a:cxnSpLocks/>
            <a:stCxn id="472" idx="3"/>
            <a:endCxn id="470" idx="2"/>
          </p:cNvCxnSpPr>
          <p:nvPr/>
        </p:nvCxnSpPr>
        <p:spPr>
          <a:xfrm flipV="1">
            <a:off x="2977207" y="3287144"/>
            <a:ext cx="2218713" cy="1095948"/>
          </a:xfrm>
          <a:prstGeom prst="bentConnector2">
            <a:avLst/>
          </a:prstGeom>
          <a:noFill/>
          <a:ln w="19050" cap="flat" cmpd="sng">
            <a:solidFill>
              <a:srgbClr val="0000FF"/>
            </a:solidFill>
            <a:prstDash val="solid"/>
            <a:round/>
            <a:headEnd type="none" w="sm" len="sm"/>
            <a:tailEnd type="triangle" w="med" len="med"/>
          </a:ln>
        </p:spPr>
      </p:cxnSp>
      <p:sp>
        <p:nvSpPr>
          <p:cNvPr id="472" name="Google Shape;472;p36"/>
          <p:cNvSpPr txBox="1"/>
          <p:nvPr/>
        </p:nvSpPr>
        <p:spPr>
          <a:xfrm>
            <a:off x="754199" y="3429000"/>
            <a:ext cx="2223008" cy="1908184"/>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err="1">
                <a:solidFill>
                  <a:schemeClr val="dk1"/>
                </a:solidFill>
                <a:latin typeface="Consolas" panose="020B0609020204030204" pitchFamily="49" charset="0"/>
                <a:cs typeface="Consolas" panose="020B0609020204030204" pitchFamily="49" charset="0"/>
              </a:rPr>
              <a:t>Book.create</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is the actual syntax to create a new  documents and the data comes from the </a:t>
            </a:r>
            <a:r>
              <a:rPr lang="en-US" sz="1600" b="1" dirty="0" err="1">
                <a:solidFill>
                  <a:schemeClr val="dk1"/>
                </a:solidFill>
                <a:latin typeface="Consolas" panose="020B0609020204030204" pitchFamily="49" charset="0"/>
                <a:cs typeface="Consolas" panose="020B0609020204030204" pitchFamily="49" charset="0"/>
              </a:rPr>
              <a:t>newBook</a:t>
            </a:r>
            <a:r>
              <a:rPr lang="en-US" sz="1600" b="0" i="0" u="none" strike="noStrike" cap="none" dirty="0">
                <a:solidFill>
                  <a:schemeClr val="dk1"/>
                </a:solidFill>
                <a:latin typeface="Arial"/>
                <a:ea typeface="Arial"/>
                <a:cs typeface="Arial"/>
                <a:sym typeface="Arial"/>
              </a:rPr>
              <a:t> object.</a:t>
            </a:r>
            <a:endParaRPr sz="16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473" name="Google Shape;473;p36"/>
          <p:cNvSpPr/>
          <p:nvPr/>
        </p:nvSpPr>
        <p:spPr>
          <a:xfrm>
            <a:off x="5937399" y="2581754"/>
            <a:ext cx="784097" cy="305168"/>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4" name="Google Shape;474;p36"/>
          <p:cNvCxnSpPr>
            <a:cxnSpLocks/>
            <a:stCxn id="475" idx="1"/>
            <a:endCxn id="473" idx="3"/>
          </p:cNvCxnSpPr>
          <p:nvPr/>
        </p:nvCxnSpPr>
        <p:spPr>
          <a:xfrm rot="10800000">
            <a:off x="6721497" y="2734338"/>
            <a:ext cx="2543401" cy="1418884"/>
          </a:xfrm>
          <a:prstGeom prst="bentConnector3">
            <a:avLst>
              <a:gd name="adj1" fmla="val 50000"/>
            </a:avLst>
          </a:prstGeom>
          <a:noFill/>
          <a:ln w="19050" cap="flat" cmpd="sng">
            <a:solidFill>
              <a:srgbClr val="CC99FF"/>
            </a:solidFill>
            <a:prstDash val="solid"/>
            <a:round/>
            <a:headEnd type="none" w="sm" len="sm"/>
            <a:tailEnd type="triangle" w="med" len="med"/>
          </a:ln>
        </p:spPr>
      </p:cxnSp>
      <p:sp>
        <p:nvSpPr>
          <p:cNvPr id="475" name="Google Shape;475;p36"/>
          <p:cNvSpPr txBox="1"/>
          <p:nvPr/>
        </p:nvSpPr>
        <p:spPr>
          <a:xfrm>
            <a:off x="9264897" y="3814683"/>
            <a:ext cx="2178693" cy="677078"/>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will be taking an object as input here</a:t>
            </a:r>
            <a:endParaRPr sz="1600" b="0" i="0" u="none" strike="noStrike" cap="none">
              <a:solidFill>
                <a:srgbClr val="000000"/>
              </a:solidFill>
              <a:latin typeface="Arial"/>
              <a:ea typeface="Arial"/>
              <a:cs typeface="Arial"/>
              <a:sym typeface="Arial"/>
            </a:endParaRPr>
          </a:p>
        </p:txBody>
      </p:sp>
      <p:sp>
        <p:nvSpPr>
          <p:cNvPr id="476" name="Google Shape;476;p36"/>
          <p:cNvSpPr txBox="1"/>
          <p:nvPr/>
        </p:nvSpPr>
        <p:spPr>
          <a:xfrm>
            <a:off x="4852968" y="4593561"/>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model.js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Create a Document (</a:t>
            </a:r>
            <a:r>
              <a:rPr lang="en-US" sz="2400" b="1" dirty="0" err="1">
                <a:solidFill>
                  <a:srgbClr val="11175E"/>
                </a:solidFill>
                <a:latin typeface="Consolas" panose="020B0609020204030204" pitchFamily="49" charset="0"/>
                <a:cs typeface="Consolas" panose="020B0609020204030204" pitchFamily="49" charset="0"/>
              </a:rPr>
              <a:t>addBook</a:t>
            </a:r>
            <a:r>
              <a:rPr lang="en-US" sz="2400" b="1" i="0" u="none" strike="noStrike" cap="none" dirty="0">
                <a:solidFill>
                  <a:srgbClr val="11175E"/>
                </a:solidFill>
                <a:latin typeface="Arial"/>
                <a:ea typeface="Arial"/>
                <a:cs typeface="Arial"/>
                <a:sym typeface="Arial"/>
              </a:rPr>
              <a:t>)</a:t>
            </a:r>
            <a:endParaRPr sz="2400" b="1" i="0" u="none" strike="noStrike" cap="none" dirty="0">
              <a:solidFill>
                <a:srgbClr val="11175E"/>
              </a:solidFill>
              <a:latin typeface="Arial"/>
              <a:ea typeface="Arial"/>
              <a:cs typeface="Arial"/>
              <a:sym typeface="Arial"/>
            </a:endParaRPr>
          </a:p>
        </p:txBody>
      </p:sp>
      <p:sp>
        <p:nvSpPr>
          <p:cNvPr id="482" name="Google Shape;482;p37"/>
          <p:cNvSpPr txBox="1"/>
          <p:nvPr/>
        </p:nvSpPr>
        <p:spPr>
          <a:xfrm>
            <a:off x="252044" y="1374750"/>
            <a:ext cx="9542195"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Arial"/>
                <a:ea typeface="Arial"/>
                <a:cs typeface="Arial"/>
                <a:sym typeface="Arial"/>
              </a:rPr>
              <a:t>Let’s look at the controller function for adding a document.</a:t>
            </a:r>
            <a:endParaRPr sz="1600"/>
          </a:p>
        </p:txBody>
      </p:sp>
      <p:sp>
        <p:nvSpPr>
          <p:cNvPr id="483" name="Google Shape;483;p37"/>
          <p:cNvSpPr txBox="1"/>
          <p:nvPr/>
        </p:nvSpPr>
        <p:spPr>
          <a:xfrm>
            <a:off x="1503680" y="2072229"/>
            <a:ext cx="6435344" cy="3929537"/>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exports.createBook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async (req, res) =&gt;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const title =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req.body.title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const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req.body.isbn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const rating =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req.body.rating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const price =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req.body.price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//do some form validation here</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//create a structure that stores the new book</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let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newBook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title: title,</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rating: rating,</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price: price</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code continues in the next slide</a:t>
            </a:r>
            <a:endParaRPr sz="11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484" name="Google Shape;484;p37"/>
          <p:cNvSpPr/>
          <p:nvPr/>
        </p:nvSpPr>
        <p:spPr>
          <a:xfrm>
            <a:off x="1725526" y="2369684"/>
            <a:ext cx="3472639" cy="879691"/>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85" name="Google Shape;485;p37"/>
          <p:cNvCxnSpPr>
            <a:cxnSpLocks/>
            <a:stCxn id="486" idx="1"/>
            <a:endCxn id="484" idx="3"/>
          </p:cNvCxnSpPr>
          <p:nvPr/>
        </p:nvCxnSpPr>
        <p:spPr>
          <a:xfrm flipH="1" flipV="1">
            <a:off x="5198165" y="2809530"/>
            <a:ext cx="3424846" cy="36036"/>
          </a:xfrm>
          <a:prstGeom prst="straightConnector1">
            <a:avLst/>
          </a:prstGeom>
          <a:noFill/>
          <a:ln w="19050" cap="flat" cmpd="sng">
            <a:solidFill>
              <a:srgbClr val="6AA84F"/>
            </a:solidFill>
            <a:prstDash val="solid"/>
            <a:round/>
            <a:headEnd type="none" w="sm" len="sm"/>
            <a:tailEnd type="triangle" w="med" len="med"/>
          </a:ln>
        </p:spPr>
      </p:cxnSp>
      <p:sp>
        <p:nvSpPr>
          <p:cNvPr id="486" name="Google Shape;486;p37"/>
          <p:cNvSpPr txBox="1"/>
          <p:nvPr/>
        </p:nvSpPr>
        <p:spPr>
          <a:xfrm>
            <a:off x="8623011" y="2630137"/>
            <a:ext cx="3043598" cy="430857"/>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Get all the data from the form</a:t>
            </a:r>
            <a:endParaRPr sz="1600" b="0" i="0" u="none" strike="noStrike" cap="none">
              <a:solidFill>
                <a:srgbClr val="000000"/>
              </a:solidFill>
              <a:latin typeface="Arial"/>
              <a:ea typeface="Arial"/>
              <a:cs typeface="Arial"/>
              <a:sym typeface="Arial"/>
            </a:endParaRPr>
          </a:p>
        </p:txBody>
      </p:sp>
      <p:sp>
        <p:nvSpPr>
          <p:cNvPr id="487" name="Google Shape;487;p37"/>
          <p:cNvSpPr/>
          <p:nvPr/>
        </p:nvSpPr>
        <p:spPr>
          <a:xfrm>
            <a:off x="1725527" y="4040946"/>
            <a:ext cx="1707102" cy="313617"/>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88" name="Google Shape;488;p37"/>
          <p:cNvCxnSpPr>
            <a:cxnSpLocks/>
            <a:stCxn id="489" idx="1"/>
            <a:endCxn id="487" idx="3"/>
          </p:cNvCxnSpPr>
          <p:nvPr/>
        </p:nvCxnSpPr>
        <p:spPr>
          <a:xfrm flipH="1">
            <a:off x="3432629" y="4173725"/>
            <a:ext cx="5102053" cy="24030"/>
          </a:xfrm>
          <a:prstGeom prst="straightConnector1">
            <a:avLst/>
          </a:prstGeom>
          <a:noFill/>
          <a:ln w="19050" cap="flat" cmpd="sng">
            <a:solidFill>
              <a:srgbClr val="0000FF"/>
            </a:solidFill>
            <a:prstDash val="solid"/>
            <a:round/>
            <a:headEnd type="none" w="sm" len="sm"/>
            <a:tailEnd type="triangle" w="med" len="med"/>
          </a:ln>
        </p:spPr>
      </p:cxnSp>
      <p:sp>
        <p:nvSpPr>
          <p:cNvPr id="489" name="Google Shape;489;p37"/>
          <p:cNvSpPr txBox="1"/>
          <p:nvPr/>
        </p:nvSpPr>
        <p:spPr>
          <a:xfrm>
            <a:off x="8534682" y="3712075"/>
            <a:ext cx="3369143" cy="923299"/>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Create a new structure Book to store the inputs</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490" name="Google Shape;490;p37"/>
          <p:cNvSpPr txBox="1"/>
          <p:nvPr/>
        </p:nvSpPr>
        <p:spPr>
          <a:xfrm>
            <a:off x="3560973" y="6089751"/>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controller.js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Create a Document (</a:t>
            </a:r>
            <a:r>
              <a:rPr lang="en-US" sz="2400" b="1" dirty="0" err="1">
                <a:solidFill>
                  <a:srgbClr val="11175E"/>
                </a:solidFill>
                <a:latin typeface="Consolas" panose="020B0609020204030204" pitchFamily="49" charset="0"/>
                <a:cs typeface="Consolas" panose="020B0609020204030204" pitchFamily="49" charset="0"/>
              </a:rPr>
              <a:t>addBook</a:t>
            </a:r>
            <a:r>
              <a:rPr lang="en-US" sz="2400" b="1" i="0" u="none" strike="noStrike" cap="none" dirty="0">
                <a:solidFill>
                  <a:srgbClr val="11175E"/>
                </a:solidFill>
                <a:latin typeface="Arial"/>
                <a:ea typeface="Arial"/>
                <a:cs typeface="Arial"/>
                <a:sym typeface="Arial"/>
              </a:rPr>
              <a:t>)</a:t>
            </a:r>
            <a:endParaRPr sz="2400" b="1" i="0" u="none" strike="noStrike" cap="none" dirty="0">
              <a:solidFill>
                <a:srgbClr val="11175E"/>
              </a:solidFill>
              <a:latin typeface="Arial"/>
              <a:ea typeface="Arial"/>
              <a:cs typeface="Arial"/>
              <a:sym typeface="Arial"/>
            </a:endParaRPr>
          </a:p>
        </p:txBody>
      </p:sp>
      <p:sp>
        <p:nvSpPr>
          <p:cNvPr id="496" name="Google Shape;496;p38"/>
          <p:cNvSpPr txBox="1"/>
          <p:nvPr/>
        </p:nvSpPr>
        <p:spPr>
          <a:xfrm>
            <a:off x="250012" y="1368654"/>
            <a:ext cx="9542195"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Arial"/>
                <a:ea typeface="Arial"/>
                <a:cs typeface="Arial"/>
                <a:sym typeface="Arial"/>
              </a:rPr>
              <a:t>Let’s look at the controller function for adding a document.</a:t>
            </a:r>
            <a:endParaRPr sz="1600"/>
          </a:p>
        </p:txBody>
      </p:sp>
      <p:sp>
        <p:nvSpPr>
          <p:cNvPr id="497" name="Google Shape;497;p38"/>
          <p:cNvSpPr txBox="1"/>
          <p:nvPr/>
        </p:nvSpPr>
        <p:spPr>
          <a:xfrm>
            <a:off x="350650" y="2072225"/>
            <a:ext cx="7958100" cy="35910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try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let msg="";</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let result= await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Book.addBook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newBook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create new book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console.log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mylog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+result);</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res.render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("add-book",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result:result</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||null, msg}); </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catch (error)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console.error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(error);</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let result="fail";</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let msg=""; </a:t>
            </a: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added as result will not be returned when the operation is not       </a:t>
            </a: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dirty="0">
                <a:latin typeface="Consolas" panose="020B0609020204030204" pitchFamily="49" charset="0"/>
                <a:ea typeface="Roboto Mono"/>
                <a:cs typeface="Consolas" panose="020B0609020204030204" pitchFamily="49" charset="0"/>
                <a:sym typeface="Roboto Mono"/>
              </a:rPr>
              <a:t>    // </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successful</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res.render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("add-book",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result,msg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dk1"/>
              </a:solidFill>
              <a:latin typeface="Consolas" panose="020B0609020204030204" pitchFamily="49" charset="0"/>
              <a:ea typeface="Roboto Mono"/>
              <a:cs typeface="Consolas" panose="020B0609020204030204" pitchFamily="49" charset="0"/>
              <a:sym typeface="Roboto Mono"/>
            </a:endParaRPr>
          </a:p>
        </p:txBody>
      </p:sp>
      <p:sp>
        <p:nvSpPr>
          <p:cNvPr id="498" name="Google Shape;498;p38"/>
          <p:cNvSpPr/>
          <p:nvPr/>
        </p:nvSpPr>
        <p:spPr>
          <a:xfrm>
            <a:off x="2563019" y="2550162"/>
            <a:ext cx="2117838" cy="272483"/>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99" name="Google Shape;499;p38"/>
          <p:cNvCxnSpPr>
            <a:cxnSpLocks/>
            <a:stCxn id="500" idx="1"/>
            <a:endCxn id="498" idx="3"/>
          </p:cNvCxnSpPr>
          <p:nvPr/>
        </p:nvCxnSpPr>
        <p:spPr>
          <a:xfrm flipH="1">
            <a:off x="4680857" y="2601665"/>
            <a:ext cx="3779840" cy="84739"/>
          </a:xfrm>
          <a:prstGeom prst="straightConnector1">
            <a:avLst/>
          </a:prstGeom>
          <a:noFill/>
          <a:ln w="19050" cap="flat" cmpd="sng">
            <a:solidFill>
              <a:srgbClr val="6AA84F"/>
            </a:solidFill>
            <a:prstDash val="solid"/>
            <a:round/>
            <a:headEnd type="none" w="sm" len="sm"/>
            <a:tailEnd type="triangle" w="med" len="med"/>
          </a:ln>
        </p:spPr>
      </p:cxnSp>
      <p:sp>
        <p:nvSpPr>
          <p:cNvPr id="500" name="Google Shape;500;p38"/>
          <p:cNvSpPr txBox="1"/>
          <p:nvPr/>
        </p:nvSpPr>
        <p:spPr>
          <a:xfrm>
            <a:off x="8460697" y="2263126"/>
            <a:ext cx="3369142" cy="677078"/>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Creates a new document with the </a:t>
            </a:r>
            <a:r>
              <a:rPr lang="en-US" sz="1600" b="1" dirty="0" err="1">
                <a:solidFill>
                  <a:schemeClr val="dk1"/>
                </a:solidFill>
                <a:latin typeface="Consolas" panose="020B0609020204030204" pitchFamily="49" charset="0"/>
                <a:cs typeface="Consolas" panose="020B0609020204030204" pitchFamily="49" charset="0"/>
              </a:rPr>
              <a:t>newBook</a:t>
            </a:r>
            <a:r>
              <a:rPr lang="en-US" sz="1600" b="0" i="0" u="none" strike="noStrike" cap="none" dirty="0">
                <a:solidFill>
                  <a:schemeClr val="dk1"/>
                </a:solidFill>
                <a:latin typeface="Arial"/>
                <a:ea typeface="Arial"/>
                <a:cs typeface="Arial"/>
                <a:sym typeface="Arial"/>
              </a:rPr>
              <a:t> structure</a:t>
            </a:r>
            <a:endParaRPr sz="1600" b="0" i="0" u="none" strike="noStrike" cap="none" dirty="0">
              <a:solidFill>
                <a:srgbClr val="000000"/>
              </a:solidFill>
              <a:latin typeface="Arial"/>
              <a:ea typeface="Arial"/>
              <a:cs typeface="Arial"/>
              <a:sym typeface="Arial"/>
            </a:endParaRPr>
          </a:p>
        </p:txBody>
      </p:sp>
      <p:sp>
        <p:nvSpPr>
          <p:cNvPr id="501" name="Google Shape;501;p38"/>
          <p:cNvSpPr/>
          <p:nvPr/>
        </p:nvSpPr>
        <p:spPr>
          <a:xfrm>
            <a:off x="799873" y="3196535"/>
            <a:ext cx="5361441" cy="301899"/>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2" name="Google Shape;502;p38"/>
          <p:cNvCxnSpPr>
            <a:cxnSpLocks/>
            <a:stCxn id="503" idx="1"/>
            <a:endCxn id="501" idx="3"/>
          </p:cNvCxnSpPr>
          <p:nvPr/>
        </p:nvCxnSpPr>
        <p:spPr>
          <a:xfrm flipH="1">
            <a:off x="6161314" y="3307458"/>
            <a:ext cx="2299382" cy="40027"/>
          </a:xfrm>
          <a:prstGeom prst="straightConnector1">
            <a:avLst/>
          </a:prstGeom>
          <a:noFill/>
          <a:ln w="19050" cap="flat" cmpd="sng">
            <a:solidFill>
              <a:srgbClr val="0000FF"/>
            </a:solidFill>
            <a:prstDash val="solid"/>
            <a:round/>
            <a:headEnd type="none" w="sm" len="sm"/>
            <a:tailEnd type="triangle" w="med" len="med"/>
          </a:ln>
        </p:spPr>
      </p:cxnSp>
      <p:sp>
        <p:nvSpPr>
          <p:cNvPr id="503" name="Google Shape;503;p38"/>
          <p:cNvSpPr txBox="1"/>
          <p:nvPr/>
        </p:nvSpPr>
        <p:spPr>
          <a:xfrm>
            <a:off x="8460696" y="2968919"/>
            <a:ext cx="3369143" cy="677078"/>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Renders the form with the book result</a:t>
            </a:r>
            <a:endParaRPr sz="1600" b="0" i="0" u="none" strike="noStrike" cap="none">
              <a:solidFill>
                <a:schemeClr val="dk1"/>
              </a:solidFill>
              <a:latin typeface="Arial"/>
              <a:ea typeface="Arial"/>
              <a:cs typeface="Arial"/>
              <a:sym typeface="Arial"/>
            </a:endParaRPr>
          </a:p>
        </p:txBody>
      </p:sp>
      <p:sp>
        <p:nvSpPr>
          <p:cNvPr id="504" name="Google Shape;504;p38"/>
          <p:cNvSpPr/>
          <p:nvPr/>
        </p:nvSpPr>
        <p:spPr>
          <a:xfrm>
            <a:off x="799873" y="4066671"/>
            <a:ext cx="1878013" cy="240153"/>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5" name="Google Shape;505;p38"/>
          <p:cNvCxnSpPr>
            <a:cxnSpLocks/>
            <a:stCxn id="506" idx="1"/>
            <a:endCxn id="504" idx="3"/>
          </p:cNvCxnSpPr>
          <p:nvPr/>
        </p:nvCxnSpPr>
        <p:spPr>
          <a:xfrm flipH="1">
            <a:off x="2677886" y="4186748"/>
            <a:ext cx="5782810" cy="0"/>
          </a:xfrm>
          <a:prstGeom prst="straightConnector1">
            <a:avLst/>
          </a:prstGeom>
          <a:noFill/>
          <a:ln w="19050" cap="flat" cmpd="sng">
            <a:solidFill>
              <a:srgbClr val="FF9900"/>
            </a:solidFill>
            <a:prstDash val="solid"/>
            <a:round/>
            <a:headEnd type="none" w="sm" len="sm"/>
            <a:tailEnd type="triangle" w="med" len="med"/>
          </a:ln>
        </p:spPr>
      </p:cxnSp>
      <p:sp>
        <p:nvSpPr>
          <p:cNvPr id="506" name="Google Shape;506;p38"/>
          <p:cNvSpPr txBox="1"/>
          <p:nvPr/>
        </p:nvSpPr>
        <p:spPr>
          <a:xfrm>
            <a:off x="8460696" y="3725098"/>
            <a:ext cx="3369142" cy="923299"/>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Renders the form with a fail result so we can use the fail condition to display a message. </a:t>
            </a:r>
            <a:endParaRPr sz="1600" b="0" i="0" u="none" strike="noStrike" cap="none">
              <a:solidFill>
                <a:srgbClr val="000000"/>
              </a:solidFill>
              <a:latin typeface="Arial"/>
              <a:ea typeface="Arial"/>
              <a:cs typeface="Arial"/>
              <a:sym typeface="Arial"/>
            </a:endParaRPr>
          </a:p>
        </p:txBody>
      </p:sp>
      <p:sp>
        <p:nvSpPr>
          <p:cNvPr id="507" name="Google Shape;507;p38"/>
          <p:cNvSpPr txBox="1"/>
          <p:nvPr/>
        </p:nvSpPr>
        <p:spPr>
          <a:xfrm>
            <a:off x="3277453" y="5801447"/>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controller.js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3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Exercise 2: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create()</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513" name="Google Shape;513;p39"/>
          <p:cNvSpPr txBox="1"/>
          <p:nvPr/>
        </p:nvSpPr>
        <p:spPr>
          <a:xfrm>
            <a:off x="2244227" y="-106022"/>
            <a:ext cx="10987964" cy="10362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br>
              <a:rPr lang="en-US"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grpSp>
        <p:nvGrpSpPr>
          <p:cNvPr id="514" name="Google Shape;514;p39"/>
          <p:cNvGrpSpPr/>
          <p:nvPr/>
        </p:nvGrpSpPr>
        <p:grpSpPr>
          <a:xfrm>
            <a:off x="813816" y="2696113"/>
            <a:ext cx="10752108" cy="3969382"/>
            <a:chOff x="813816" y="2659537"/>
            <a:chExt cx="10752108" cy="3969382"/>
          </a:xfrm>
        </p:grpSpPr>
        <p:sp>
          <p:nvSpPr>
            <p:cNvPr id="515" name="Google Shape;515;p39"/>
            <p:cNvSpPr txBox="1"/>
            <p:nvPr/>
          </p:nvSpPr>
          <p:spPr>
            <a:xfrm>
              <a:off x="2244227" y="2659537"/>
              <a:ext cx="15885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Condition 1</a:t>
              </a:r>
              <a:endParaRPr sz="2000" b="1" i="0" u="none" strike="noStrike" cap="none">
                <a:solidFill>
                  <a:srgbClr val="000000"/>
                </a:solidFill>
                <a:latin typeface="Arial"/>
                <a:ea typeface="Arial"/>
                <a:cs typeface="Arial"/>
                <a:sym typeface="Arial"/>
              </a:endParaRPr>
            </a:p>
          </p:txBody>
        </p:sp>
        <p:sp>
          <p:nvSpPr>
            <p:cNvPr id="516" name="Google Shape;516;p39"/>
            <p:cNvSpPr/>
            <p:nvPr/>
          </p:nvSpPr>
          <p:spPr>
            <a:xfrm>
              <a:off x="813816" y="2976359"/>
              <a:ext cx="4490046"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17" name="Google Shape;517;p39"/>
            <p:cNvSpPr txBox="1"/>
            <p:nvPr/>
          </p:nvSpPr>
          <p:spPr>
            <a:xfrm>
              <a:off x="813816" y="6044184"/>
              <a:ext cx="459943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When user fills in every field in the form and clicks </a:t>
              </a:r>
              <a:r>
                <a:rPr lang="en-US" sz="1600" b="1" i="0" u="none" strike="noStrike" cap="none" dirty="0">
                  <a:solidFill>
                    <a:srgbClr val="000000"/>
                  </a:solidFill>
                  <a:latin typeface="Arial"/>
                  <a:ea typeface="Arial"/>
                  <a:cs typeface="Arial"/>
                  <a:sym typeface="Arial"/>
                </a:rPr>
                <a:t>Add Book</a:t>
              </a:r>
              <a:r>
                <a:rPr lang="en-US" sz="1600" b="0" i="0" u="none" strike="noStrike" cap="none" dirty="0">
                  <a:solidFill>
                    <a:srgbClr val="000000"/>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p:txBody>
        </p:sp>
        <p:sp>
          <p:nvSpPr>
            <p:cNvPr id="518" name="Google Shape;518;p39"/>
            <p:cNvSpPr/>
            <p:nvPr/>
          </p:nvSpPr>
          <p:spPr>
            <a:xfrm>
              <a:off x="6549664" y="2978851"/>
              <a:ext cx="4002512"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19" name="Google Shape;519;p39"/>
            <p:cNvSpPr/>
            <p:nvPr/>
          </p:nvSpPr>
          <p:spPr>
            <a:xfrm rot="-5400000">
              <a:off x="5605136" y="3920187"/>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20" name="Google Shape;520;p39"/>
            <p:cNvSpPr txBox="1"/>
            <p:nvPr/>
          </p:nvSpPr>
          <p:spPr>
            <a:xfrm>
              <a:off x="6189955" y="6019244"/>
              <a:ext cx="5375969"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Message “Book has been added successfully” will be displayed and show the details of the book being added. </a:t>
              </a:r>
              <a:endParaRPr sz="1600" b="0" i="0" u="none" strike="noStrike" cap="none" dirty="0">
                <a:solidFill>
                  <a:srgbClr val="000000"/>
                </a:solidFill>
                <a:latin typeface="Arial"/>
                <a:ea typeface="Arial"/>
                <a:cs typeface="Arial"/>
                <a:sym typeface="Arial"/>
              </a:endParaRPr>
            </a:p>
          </p:txBody>
        </p:sp>
        <p:pic>
          <p:nvPicPr>
            <p:cNvPr id="521" name="Google Shape;521;p39"/>
            <p:cNvPicPr preferRelativeResize="0"/>
            <p:nvPr/>
          </p:nvPicPr>
          <p:blipFill rotWithShape="1">
            <a:blip r:embed="rId3">
              <a:alphaModFix/>
            </a:blip>
            <a:srcRect/>
            <a:stretch/>
          </p:blipFill>
          <p:spPr>
            <a:xfrm>
              <a:off x="6739060" y="4757891"/>
              <a:ext cx="2039158" cy="1105905"/>
            </a:xfrm>
            <a:prstGeom prst="rect">
              <a:avLst/>
            </a:prstGeom>
            <a:noFill/>
            <a:ln>
              <a:noFill/>
            </a:ln>
          </p:spPr>
        </p:pic>
        <p:sp>
          <p:nvSpPr>
            <p:cNvPr id="522" name="Google Shape;522;p39"/>
            <p:cNvSpPr txBox="1"/>
            <p:nvPr/>
          </p:nvSpPr>
          <p:spPr>
            <a:xfrm>
              <a:off x="7430973" y="2674232"/>
              <a:ext cx="234962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Expected Output</a:t>
              </a:r>
              <a:endParaRPr sz="2000" b="1" i="0" u="none" strike="noStrike" cap="none">
                <a:solidFill>
                  <a:srgbClr val="000000"/>
                </a:solidFill>
                <a:latin typeface="Arial"/>
                <a:ea typeface="Arial"/>
                <a:cs typeface="Arial"/>
                <a:sym typeface="Arial"/>
              </a:endParaRPr>
            </a:p>
          </p:txBody>
        </p:sp>
        <p:pic>
          <p:nvPicPr>
            <p:cNvPr id="523" name="Google Shape;523;p39"/>
            <p:cNvPicPr preferRelativeResize="0"/>
            <p:nvPr/>
          </p:nvPicPr>
          <p:blipFill rotWithShape="1">
            <a:blip r:embed="rId4">
              <a:alphaModFix/>
            </a:blip>
            <a:srcRect/>
            <a:stretch/>
          </p:blipFill>
          <p:spPr>
            <a:xfrm>
              <a:off x="1301349" y="3133203"/>
              <a:ext cx="3474357" cy="2587286"/>
            </a:xfrm>
            <a:prstGeom prst="rect">
              <a:avLst/>
            </a:prstGeom>
            <a:noFill/>
            <a:ln>
              <a:noFill/>
            </a:ln>
          </p:spPr>
        </p:pic>
        <p:pic>
          <p:nvPicPr>
            <p:cNvPr id="524" name="Google Shape;524;p39"/>
            <p:cNvPicPr preferRelativeResize="0"/>
            <p:nvPr/>
          </p:nvPicPr>
          <p:blipFill rotWithShape="1">
            <a:blip r:embed="rId5">
              <a:alphaModFix/>
            </a:blip>
            <a:srcRect/>
            <a:stretch/>
          </p:blipFill>
          <p:spPr>
            <a:xfrm>
              <a:off x="6739060" y="3133203"/>
              <a:ext cx="2475465" cy="1663837"/>
            </a:xfrm>
            <a:prstGeom prst="rect">
              <a:avLst/>
            </a:prstGeom>
            <a:noFill/>
            <a:ln>
              <a:noFill/>
            </a:ln>
          </p:spPr>
        </p:pic>
      </p:grpSp>
      <p:sp>
        <p:nvSpPr>
          <p:cNvPr id="525" name="Google Shape;525;p39"/>
          <p:cNvSpPr txBox="1"/>
          <p:nvPr/>
        </p:nvSpPr>
        <p:spPr>
          <a:xfrm>
            <a:off x="245161" y="1387692"/>
            <a:ext cx="11608800" cy="11079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2: Create a new book using user’s input</a:t>
            </a:r>
            <a:br>
              <a:rPr lang="en-US" sz="18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You are tasked to create a form for users to add a new book. When you navigate to </a:t>
            </a:r>
            <a:r>
              <a:rPr lang="en-US" sz="1600" b="1" dirty="0">
                <a:solidFill>
                  <a:schemeClr val="dk1"/>
                </a:solidFill>
                <a:latin typeface="Consolas" panose="020B0609020204030204" pitchFamily="49" charset="0"/>
                <a:cs typeface="Consolas" panose="020B0609020204030204" pitchFamily="49" charset="0"/>
              </a:rPr>
              <a:t>/add-book</a:t>
            </a:r>
            <a:r>
              <a:rPr lang="en-US" sz="1600" b="0" i="0" u="none" strike="noStrike" cap="none" dirty="0">
                <a:solidFill>
                  <a:schemeClr val="dk1"/>
                </a:solidFill>
                <a:latin typeface="Arial"/>
                <a:ea typeface="Arial"/>
                <a:cs typeface="Arial"/>
                <a:sym typeface="Arial"/>
              </a:rPr>
              <a:t>, the form below (from the view file </a:t>
            </a:r>
            <a:r>
              <a:rPr lang="en-US" sz="1600" b="1" dirty="0">
                <a:solidFill>
                  <a:schemeClr val="dk1"/>
                </a:solidFill>
                <a:latin typeface="Consolas" panose="020B0609020204030204" pitchFamily="49" charset="0"/>
                <a:cs typeface="Consolas" panose="020B0609020204030204" pitchFamily="49" charset="0"/>
              </a:rPr>
              <a:t>add-</a:t>
            </a:r>
            <a:r>
              <a:rPr lang="en-US" sz="1600" b="1" dirty="0" err="1">
                <a:solidFill>
                  <a:schemeClr val="dk1"/>
                </a:solidFill>
                <a:latin typeface="Consolas" panose="020B0609020204030204" pitchFamily="49" charset="0"/>
                <a:cs typeface="Consolas" panose="020B0609020204030204" pitchFamily="49" charset="0"/>
              </a:rPr>
              <a:t>book.ejs</a:t>
            </a:r>
            <a:r>
              <a:rPr lang="en-US" sz="1600" b="0" i="0" u="none" strike="noStrike" cap="none" dirty="0">
                <a:solidFill>
                  <a:schemeClr val="dk1"/>
                </a:solidFill>
                <a:latin typeface="Arial"/>
                <a:ea typeface="Arial"/>
                <a:cs typeface="Arial"/>
                <a:sym typeface="Arial"/>
              </a:rPr>
              <a:t>) will be displayed. The user will then key in the book info and </a:t>
            </a:r>
            <a:r>
              <a:rPr lang="en-US" sz="1600" b="1" i="0" u="none" strike="noStrike" cap="none" dirty="0">
                <a:solidFill>
                  <a:schemeClr val="dk1"/>
                </a:solidFill>
                <a:latin typeface="Arial"/>
                <a:ea typeface="Arial"/>
                <a:cs typeface="Arial"/>
                <a:sym typeface="Arial"/>
              </a:rPr>
              <a:t>Click Add Book</a:t>
            </a:r>
            <a:r>
              <a:rPr lang="en-US" sz="1600" b="0" i="0" u="none" strike="noStrike" cap="none" dirty="0">
                <a:solidFill>
                  <a:schemeClr val="dk1"/>
                </a:solidFill>
                <a:latin typeface="Arial"/>
                <a:ea typeface="Arial"/>
                <a:cs typeface="Arial"/>
                <a:sym typeface="Arial"/>
              </a:rPr>
              <a:t>.  The information of the book will be showed if the book is added successfully.</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Exercise 2: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create()</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grpSp>
        <p:nvGrpSpPr>
          <p:cNvPr id="531" name="Google Shape;531;p40"/>
          <p:cNvGrpSpPr/>
          <p:nvPr/>
        </p:nvGrpSpPr>
        <p:grpSpPr>
          <a:xfrm>
            <a:off x="813816" y="2622961"/>
            <a:ext cx="9738360" cy="4005958"/>
            <a:chOff x="813816" y="2622961"/>
            <a:chExt cx="9738360" cy="4005958"/>
          </a:xfrm>
        </p:grpSpPr>
        <p:sp>
          <p:nvSpPr>
            <p:cNvPr id="532" name="Google Shape;532;p40"/>
            <p:cNvSpPr txBox="1"/>
            <p:nvPr/>
          </p:nvSpPr>
          <p:spPr>
            <a:xfrm>
              <a:off x="2244227" y="2622961"/>
              <a:ext cx="15885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Condition 2</a:t>
              </a:r>
              <a:endParaRPr sz="2000" b="1" i="0" u="none" strike="noStrike" cap="none">
                <a:solidFill>
                  <a:srgbClr val="000000"/>
                </a:solidFill>
                <a:latin typeface="Arial"/>
                <a:ea typeface="Arial"/>
                <a:cs typeface="Arial"/>
                <a:sym typeface="Arial"/>
              </a:endParaRPr>
            </a:p>
          </p:txBody>
        </p:sp>
        <p:sp>
          <p:nvSpPr>
            <p:cNvPr id="533" name="Google Shape;533;p40"/>
            <p:cNvSpPr/>
            <p:nvPr/>
          </p:nvSpPr>
          <p:spPr>
            <a:xfrm>
              <a:off x="813816" y="2976359"/>
              <a:ext cx="4490046"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34" name="Google Shape;534;p40"/>
            <p:cNvSpPr txBox="1"/>
            <p:nvPr/>
          </p:nvSpPr>
          <p:spPr>
            <a:xfrm>
              <a:off x="813816" y="6044184"/>
              <a:ext cx="459943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When user tries to add a book with an ISBN that exist in the database.</a:t>
              </a:r>
              <a:endParaRPr sz="1600" b="0" i="0" u="none" strike="noStrike" cap="none" dirty="0">
                <a:solidFill>
                  <a:srgbClr val="000000"/>
                </a:solidFill>
                <a:latin typeface="Arial"/>
                <a:ea typeface="Arial"/>
                <a:cs typeface="Arial"/>
                <a:sym typeface="Arial"/>
              </a:endParaRPr>
            </a:p>
          </p:txBody>
        </p:sp>
        <p:sp>
          <p:nvSpPr>
            <p:cNvPr id="535" name="Google Shape;535;p40"/>
            <p:cNvSpPr/>
            <p:nvPr/>
          </p:nvSpPr>
          <p:spPr>
            <a:xfrm>
              <a:off x="6549664" y="2978851"/>
              <a:ext cx="4002512"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536" name="Google Shape;536;p40"/>
            <p:cNvSpPr/>
            <p:nvPr/>
          </p:nvSpPr>
          <p:spPr>
            <a:xfrm rot="-5400000">
              <a:off x="5605136" y="3920187"/>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37" name="Google Shape;537;p40"/>
            <p:cNvSpPr txBox="1"/>
            <p:nvPr/>
          </p:nvSpPr>
          <p:spPr>
            <a:xfrm>
              <a:off x="6549664" y="6019244"/>
              <a:ext cx="400251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Message “Error adding book” message will be displayed.</a:t>
              </a:r>
              <a:endParaRPr sz="1600" b="0" i="0" u="none" strike="noStrike" cap="none" dirty="0">
                <a:solidFill>
                  <a:srgbClr val="000000"/>
                </a:solidFill>
                <a:latin typeface="Arial"/>
                <a:ea typeface="Arial"/>
                <a:cs typeface="Arial"/>
                <a:sym typeface="Arial"/>
              </a:endParaRPr>
            </a:p>
          </p:txBody>
        </p:sp>
        <p:sp>
          <p:nvSpPr>
            <p:cNvPr id="538" name="Google Shape;538;p40"/>
            <p:cNvSpPr txBox="1"/>
            <p:nvPr/>
          </p:nvSpPr>
          <p:spPr>
            <a:xfrm>
              <a:off x="7376109" y="2628512"/>
              <a:ext cx="234962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Expected Output</a:t>
              </a:r>
              <a:endParaRPr sz="2000" b="1" i="0" u="none" strike="noStrike" cap="none">
                <a:solidFill>
                  <a:srgbClr val="000000"/>
                </a:solidFill>
                <a:latin typeface="Arial"/>
                <a:ea typeface="Arial"/>
                <a:cs typeface="Arial"/>
                <a:sym typeface="Arial"/>
              </a:endParaRPr>
            </a:p>
          </p:txBody>
        </p:sp>
        <p:pic>
          <p:nvPicPr>
            <p:cNvPr id="539" name="Google Shape;539;p40"/>
            <p:cNvPicPr preferRelativeResize="0"/>
            <p:nvPr/>
          </p:nvPicPr>
          <p:blipFill rotWithShape="1">
            <a:blip r:embed="rId3">
              <a:alphaModFix/>
            </a:blip>
            <a:srcRect/>
            <a:stretch/>
          </p:blipFill>
          <p:spPr>
            <a:xfrm>
              <a:off x="1301349" y="3133203"/>
              <a:ext cx="3474357" cy="2587286"/>
            </a:xfrm>
            <a:prstGeom prst="rect">
              <a:avLst/>
            </a:prstGeom>
            <a:noFill/>
            <a:ln>
              <a:noFill/>
            </a:ln>
          </p:spPr>
        </p:pic>
      </p:grpSp>
      <p:pic>
        <p:nvPicPr>
          <p:cNvPr id="540" name="Google Shape;540;p40"/>
          <p:cNvPicPr preferRelativeResize="0"/>
          <p:nvPr/>
        </p:nvPicPr>
        <p:blipFill rotWithShape="1">
          <a:blip r:embed="rId4">
            <a:alphaModFix/>
          </a:blip>
          <a:srcRect/>
          <a:stretch/>
        </p:blipFill>
        <p:spPr>
          <a:xfrm>
            <a:off x="6661462" y="3180539"/>
            <a:ext cx="2768562" cy="2648933"/>
          </a:xfrm>
          <a:prstGeom prst="rect">
            <a:avLst/>
          </a:prstGeom>
          <a:noFill/>
          <a:ln>
            <a:noFill/>
          </a:ln>
        </p:spPr>
      </p:pic>
      <p:sp>
        <p:nvSpPr>
          <p:cNvPr id="541" name="Google Shape;541;p40"/>
          <p:cNvSpPr txBox="1"/>
          <p:nvPr/>
        </p:nvSpPr>
        <p:spPr>
          <a:xfrm>
            <a:off x="245161" y="1396836"/>
            <a:ext cx="11608800" cy="8617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2: Create a new book using user’s input</a:t>
            </a:r>
            <a:br>
              <a:rPr lang="en-US" sz="18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When an ISBN number exists in the database or any other errors, it will fail to add the book and show an error message “Error adding book.”</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Exercise 2: </a:t>
            </a:r>
            <a:r>
              <a:rPr lang="en-US" sz="2400" b="1" dirty="0">
                <a:solidFill>
                  <a:srgbClr val="11175E"/>
                </a:solidFill>
                <a:latin typeface="Consolas" panose="020B0609020204030204" pitchFamily="49" charset="0"/>
                <a:cs typeface="Consolas" panose="020B0609020204030204" pitchFamily="49" charset="0"/>
              </a:rPr>
              <a:t>c</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reate()</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547" name="Google Shape;547;p41"/>
          <p:cNvSpPr txBox="1"/>
          <p:nvPr/>
        </p:nvSpPr>
        <p:spPr>
          <a:xfrm>
            <a:off x="249453" y="1394600"/>
            <a:ext cx="11608800" cy="3540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2: Create a new book using user’s input</a:t>
            </a:r>
            <a:br>
              <a:rPr lang="en-US" sz="1600" b="1" i="0" u="sng" strike="noStrike" cap="none" dirty="0">
                <a:solidFill>
                  <a:schemeClr val="dk1"/>
                </a:solidFill>
                <a:latin typeface="Arial"/>
                <a:ea typeface="Arial"/>
                <a:cs typeface="Arial"/>
                <a:sym typeface="Arial"/>
              </a:rPr>
            </a:br>
            <a:endParaRPr sz="1600"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Review the requirements below and follow the task instructions step by step to complete the exercise.</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sng" strike="noStrike" cap="none" dirty="0">
                <a:solidFill>
                  <a:schemeClr val="dk1"/>
                </a:solidFill>
                <a:latin typeface="Arial"/>
                <a:ea typeface="Arial"/>
                <a:cs typeface="Arial"/>
                <a:sym typeface="Arial"/>
              </a:rPr>
              <a:t>Requirements</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Upon initial load of /add-book, the application should render a </a:t>
            </a:r>
            <a:r>
              <a:rPr lang="en-US" sz="1600" b="1" dirty="0">
                <a:solidFill>
                  <a:schemeClr val="dk1"/>
                </a:solidFill>
                <a:latin typeface="Consolas" panose="020B0609020204030204" pitchFamily="49" charset="0"/>
                <a:cs typeface="Consolas" panose="020B0609020204030204" pitchFamily="49" charset="0"/>
              </a:rPr>
              <a:t>view</a:t>
            </a:r>
            <a:r>
              <a:rPr lang="en-US" sz="1600" b="0" i="0" u="none" strike="noStrike" cap="none" dirty="0">
                <a:solidFill>
                  <a:schemeClr val="dk1"/>
                </a:solidFill>
                <a:latin typeface="Arial"/>
                <a:ea typeface="Arial"/>
                <a:cs typeface="Arial"/>
                <a:sym typeface="Arial"/>
              </a:rPr>
              <a:t> named </a:t>
            </a:r>
            <a:r>
              <a:rPr lang="en-US" sz="1600" b="1" dirty="0">
                <a:solidFill>
                  <a:schemeClr val="dk1"/>
                </a:solidFill>
                <a:latin typeface="Consolas" panose="020B0609020204030204" pitchFamily="49" charset="0"/>
                <a:cs typeface="Consolas" panose="020B0609020204030204" pitchFamily="49" charset="0"/>
              </a:rPr>
              <a:t>add-</a:t>
            </a:r>
            <a:r>
              <a:rPr lang="en-US" sz="1600" b="1" dirty="0" err="1">
                <a:solidFill>
                  <a:schemeClr val="dk1"/>
                </a:solidFill>
                <a:latin typeface="Consolas" panose="020B0609020204030204" pitchFamily="49" charset="0"/>
                <a:cs typeface="Consolas" panose="020B0609020204030204" pitchFamily="49" charset="0"/>
              </a:rPr>
              <a:t>book.ejs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located in a folder called </a:t>
            </a:r>
            <a:r>
              <a:rPr lang="en-US" sz="1600" b="1" dirty="0">
                <a:solidFill>
                  <a:schemeClr val="dk1"/>
                </a:solidFill>
                <a:latin typeface="Consolas" panose="020B0609020204030204" pitchFamily="49" charset="0"/>
                <a:cs typeface="Consolas" panose="020B0609020204030204" pitchFamily="49" charset="0"/>
              </a:rPr>
              <a:t>views</a:t>
            </a:r>
            <a:r>
              <a:rPr lang="en-US" sz="1600" b="0" i="0" u="none" strike="noStrike" cap="none" dirty="0">
                <a:solidFill>
                  <a:schemeClr val="dk1"/>
                </a:solidFill>
                <a:latin typeface="Arial"/>
                <a:ea typeface="Arial"/>
                <a:cs typeface="Arial"/>
                <a:sym typeface="Arial"/>
              </a:rPr>
              <a:t>.  (see Condition 1):</a:t>
            </a:r>
            <a:endParaRPr dirty="0"/>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The user will key in all the details of the book and press the </a:t>
            </a:r>
            <a:r>
              <a:rPr lang="en-US" sz="1600" b="1" i="0" u="none" strike="noStrike" cap="none" dirty="0">
                <a:solidFill>
                  <a:schemeClr val="dk1"/>
                </a:solidFill>
                <a:latin typeface="Arial"/>
                <a:ea typeface="Arial"/>
                <a:cs typeface="Arial"/>
                <a:sym typeface="Arial"/>
              </a:rPr>
              <a:t>Add Book</a:t>
            </a:r>
            <a:r>
              <a:rPr lang="en-US" sz="1600" b="0" i="0" u="none" strike="noStrike" cap="none" dirty="0">
                <a:solidFill>
                  <a:schemeClr val="dk1"/>
                </a:solidFill>
                <a:latin typeface="Arial"/>
                <a:ea typeface="Arial"/>
                <a:cs typeface="Arial"/>
                <a:sym typeface="Arial"/>
              </a:rPr>
              <a:t> button to submit.</a:t>
            </a:r>
            <a:endParaRPr dirty="0"/>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book </a:t>
            </a:r>
            <a:r>
              <a:rPr lang="en-US" sz="1600" b="1" i="0" u="none" strike="noStrike" cap="none" dirty="0">
                <a:solidFill>
                  <a:srgbClr val="0000FF"/>
                </a:solidFill>
                <a:latin typeface="Arial"/>
                <a:ea typeface="Arial"/>
                <a:cs typeface="Arial"/>
                <a:sym typeface="Arial"/>
              </a:rPr>
              <a:t>is created successfully</a:t>
            </a:r>
            <a:r>
              <a:rPr lang="en-US" sz="1600" b="0" i="0" u="none" strike="noStrike" cap="none" dirty="0">
                <a:solidFill>
                  <a:schemeClr val="dk1"/>
                </a:solidFill>
                <a:latin typeface="Arial"/>
                <a:ea typeface="Arial"/>
                <a:cs typeface="Arial"/>
                <a:sym typeface="Arial"/>
              </a:rPr>
              <a:t>, it will display the details of the book.  (see Condition 1)</a:t>
            </a:r>
            <a:endParaRPr sz="1600" b="0" i="0" u="none" strike="noStrike" cap="none" dirty="0">
              <a:solidFill>
                <a:schemeClr val="dk1"/>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book </a:t>
            </a:r>
            <a:r>
              <a:rPr lang="en-US" sz="1600" b="1" i="0" u="none" strike="noStrike" cap="none" dirty="0">
                <a:solidFill>
                  <a:srgbClr val="0000FF"/>
                </a:solidFill>
                <a:latin typeface="Arial"/>
                <a:ea typeface="Arial"/>
                <a:cs typeface="Arial"/>
                <a:sym typeface="Arial"/>
              </a:rPr>
              <a:t>creation fails or has a duplicate ISBN, </a:t>
            </a:r>
            <a:r>
              <a:rPr lang="en-US" sz="1600" b="0" i="0" u="none" strike="noStrike" cap="none" dirty="0">
                <a:solidFill>
                  <a:schemeClr val="dk1"/>
                </a:solidFill>
                <a:latin typeface="Arial"/>
                <a:ea typeface="Arial"/>
                <a:cs typeface="Arial"/>
                <a:sym typeface="Arial"/>
              </a:rPr>
              <a:t>it will display an error message “Error creating book”.  (see Condition 2)</a:t>
            </a:r>
            <a:endParaRPr dirty="0"/>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user does not key in anything in the textbox and presses the </a:t>
            </a:r>
            <a:r>
              <a:rPr lang="en-US" sz="1600" b="1" i="0" u="none" strike="noStrike" cap="none" dirty="0">
                <a:solidFill>
                  <a:schemeClr val="dk1"/>
                </a:solidFill>
                <a:latin typeface="Arial"/>
                <a:ea typeface="Arial"/>
                <a:cs typeface="Arial"/>
                <a:sym typeface="Arial"/>
              </a:rPr>
              <a:t>Add Book</a:t>
            </a:r>
            <a:r>
              <a:rPr lang="en-US" sz="1600" b="0" i="0" u="none" strike="noStrike" cap="none" dirty="0">
                <a:solidFill>
                  <a:schemeClr val="dk1"/>
                </a:solidFill>
                <a:latin typeface="Arial"/>
                <a:ea typeface="Arial"/>
                <a:cs typeface="Arial"/>
                <a:sym typeface="Arial"/>
              </a:rPr>
              <a:t> button, it will show a message “All fields are required".</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Exercise 2: </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create()</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553" name="Google Shape;553;p42"/>
          <p:cNvSpPr txBox="1">
            <a:spLocks noGrp="1"/>
          </p:cNvSpPr>
          <p:nvPr>
            <p:ph type="subTitle" idx="1"/>
          </p:nvPr>
        </p:nvSpPr>
        <p:spPr>
          <a:xfrm>
            <a:off x="231725" y="2070201"/>
            <a:ext cx="5819716" cy="4700714"/>
          </a:xfrm>
          <a:prstGeom prst="rect">
            <a:avLst/>
          </a:prstGeom>
          <a:noFill/>
          <a:ln>
            <a:noFill/>
          </a:ln>
        </p:spPr>
        <p:txBody>
          <a:bodyPr spcFirstLastPara="1" wrap="square" lIns="91425" tIns="45700" rIns="91425" bIns="45700" anchor="t" anchorCtr="0">
            <a:noAutofit/>
          </a:bodyPr>
          <a:lstStyle/>
          <a:p>
            <a:pPr lvl="0" indent="-330200" algn="l">
              <a:buSzPts val="1600"/>
              <a:buFont typeface="Arial"/>
              <a:buChar char="●"/>
            </a:pPr>
            <a:r>
              <a:rPr lang="en-US" sz="1400" dirty="0"/>
              <a:t>You can use </a:t>
            </a:r>
            <a:r>
              <a:rPr lang="en-US" sz="1400" b="1" dirty="0">
                <a:latin typeface="Consolas" panose="020B0609020204030204" pitchFamily="49" charset="0"/>
                <a:cs typeface="Consolas" panose="020B0609020204030204" pitchFamily="49" charset="0"/>
              </a:rPr>
              <a:t>week10 </a:t>
            </a:r>
            <a:r>
              <a:rPr lang="en-US" sz="1400" b="1" dirty="0">
                <a:solidFill>
                  <a:schemeClr val="tx1"/>
                </a:solidFill>
                <a:latin typeface="Consolas" panose="020B0609020204030204" pitchFamily="49" charset="0"/>
                <a:cs typeface="Consolas" panose="020B0609020204030204" pitchFamily="49" charset="0"/>
              </a:rPr>
              <a:t>⟶ </a:t>
            </a:r>
            <a:r>
              <a:rPr lang="en-US" sz="1400" b="1" dirty="0">
                <a:latin typeface="Consolas" panose="020B0609020204030204" pitchFamily="49" charset="0"/>
                <a:cs typeface="Consolas" panose="020B0609020204030204" pitchFamily="49" charset="0"/>
              </a:rPr>
              <a:t>exercises </a:t>
            </a:r>
            <a:r>
              <a:rPr lang="en-US" sz="1400" b="1" dirty="0">
                <a:solidFill>
                  <a:schemeClr val="tx1"/>
                </a:solidFill>
                <a:latin typeface="Consolas" panose="020B0609020204030204" pitchFamily="49" charset="0"/>
                <a:cs typeface="Consolas" panose="020B0609020204030204" pitchFamily="49" charset="0"/>
              </a:rPr>
              <a:t>⟶ </a:t>
            </a:r>
            <a:r>
              <a:rPr lang="en-US" sz="1400" b="1" dirty="0">
                <a:latin typeface="Consolas" panose="020B0609020204030204" pitchFamily="49" charset="0"/>
                <a:cs typeface="Consolas" panose="020B0609020204030204" pitchFamily="49" charset="0"/>
              </a:rPr>
              <a:t>exercise1</a:t>
            </a:r>
            <a:r>
              <a:rPr lang="en-US" sz="1400" b="1" dirty="0">
                <a:solidFill>
                  <a:srgbClr val="0000FF"/>
                </a:solidFill>
              </a:rPr>
              <a:t> </a:t>
            </a:r>
            <a:r>
              <a:rPr lang="en-US" sz="1400" dirty="0"/>
              <a:t>resource file to do this exercise or continue from your previous exercise</a:t>
            </a:r>
            <a:endParaRPr sz="1400" dirty="0"/>
          </a:p>
          <a:p>
            <a:pPr marL="457200" lvl="0" indent="-330200" algn="l" rtl="0">
              <a:lnSpc>
                <a:spcPct val="90000"/>
              </a:lnSpc>
              <a:spcBef>
                <a:spcPts val="1000"/>
              </a:spcBef>
              <a:spcAft>
                <a:spcPts val="0"/>
              </a:spcAft>
              <a:buSzPts val="1600"/>
              <a:buFont typeface="Arial"/>
              <a:buChar char="●"/>
            </a:pPr>
            <a:r>
              <a:rPr lang="en-US" sz="1400" dirty="0"/>
              <a:t>Navigate to the </a:t>
            </a:r>
            <a:r>
              <a:rPr lang="en-US" sz="1400" b="1" dirty="0">
                <a:latin typeface="Consolas" panose="020B0609020204030204" pitchFamily="49" charset="0"/>
                <a:cs typeface="Consolas" panose="020B0609020204030204" pitchFamily="49" charset="0"/>
              </a:rPr>
              <a:t>exercise1</a:t>
            </a:r>
            <a:r>
              <a:rPr lang="en-US" sz="1400" dirty="0"/>
              <a:t> directory.</a:t>
            </a:r>
            <a:endParaRPr sz="1400" dirty="0"/>
          </a:p>
          <a:p>
            <a:pPr marL="457200" lvl="0" indent="-330200" algn="l" rtl="0">
              <a:lnSpc>
                <a:spcPct val="90000"/>
              </a:lnSpc>
              <a:spcBef>
                <a:spcPts val="1000"/>
              </a:spcBef>
              <a:spcAft>
                <a:spcPts val="0"/>
              </a:spcAft>
              <a:buSzPts val="1600"/>
              <a:buFont typeface="Arial"/>
              <a:buChar char="●"/>
            </a:pPr>
            <a:r>
              <a:rPr lang="en-US" sz="1400" dirty="0"/>
              <a:t>Install all the dependencies in the </a:t>
            </a:r>
            <a:r>
              <a:rPr lang="en-US" sz="1400" b="1" dirty="0" err="1">
                <a:latin typeface="Consolas" panose="020B0609020204030204" pitchFamily="49" charset="0"/>
                <a:cs typeface="Consolas" panose="020B0609020204030204" pitchFamily="49" charset="0"/>
              </a:rPr>
              <a:t>package.json</a:t>
            </a:r>
            <a:r>
              <a:rPr lang="en-US" sz="1400" b="1" dirty="0">
                <a:latin typeface="Consolas" panose="020B0609020204030204" pitchFamily="49" charset="0"/>
                <a:cs typeface="Consolas" panose="020B0609020204030204" pitchFamily="49" charset="0"/>
              </a:rPr>
              <a:t> </a:t>
            </a:r>
            <a:r>
              <a:rPr lang="en-US" sz="1400" dirty="0"/>
              <a:t>if you have not.</a:t>
            </a:r>
            <a:endParaRPr sz="1400" dirty="0"/>
          </a:p>
          <a:p>
            <a:pPr marL="457200" lvl="0" indent="-330200" algn="l" rtl="0">
              <a:lnSpc>
                <a:spcPct val="90000"/>
              </a:lnSpc>
              <a:spcBef>
                <a:spcPts val="1000"/>
              </a:spcBef>
              <a:spcAft>
                <a:spcPts val="0"/>
              </a:spcAft>
              <a:buSzPts val="1600"/>
              <a:buFont typeface="Arial"/>
              <a:buChar char="●"/>
            </a:pPr>
            <a:r>
              <a:rPr lang="en-US" sz="1400" dirty="0"/>
              <a:t>Update the </a:t>
            </a:r>
            <a:r>
              <a:rPr lang="en-US" sz="1400" b="1" dirty="0" err="1">
                <a:latin typeface="Consolas" panose="020B0609020204030204" pitchFamily="49" charset="0"/>
                <a:cs typeface="Consolas" panose="020B0609020204030204" pitchFamily="49" charset="0"/>
              </a:rPr>
              <a:t>config.env</a:t>
            </a:r>
            <a:r>
              <a:rPr lang="en-US" sz="1400" b="1" dirty="0">
                <a:solidFill>
                  <a:srgbClr val="0000FF"/>
                </a:solidFill>
              </a:rPr>
              <a:t> </a:t>
            </a:r>
            <a:r>
              <a:rPr lang="en-US" sz="1400" dirty="0"/>
              <a:t>file with your username, password and cluster address.</a:t>
            </a:r>
            <a:endParaRPr sz="1400" dirty="0"/>
          </a:p>
          <a:p>
            <a:pPr marL="457200" lvl="0" indent="-330200" algn="l" rtl="0">
              <a:lnSpc>
                <a:spcPct val="90000"/>
              </a:lnSpc>
              <a:spcBef>
                <a:spcPts val="1000"/>
              </a:spcBef>
              <a:spcAft>
                <a:spcPts val="0"/>
              </a:spcAft>
              <a:buSzPts val="1600"/>
              <a:buFont typeface="Arial"/>
              <a:buChar char="●"/>
            </a:pPr>
            <a:r>
              <a:rPr lang="en-US" sz="1400" dirty="0"/>
              <a:t>Enter the following command in the terminal to start the Express server:</a:t>
            </a:r>
            <a:endParaRPr sz="1400" dirty="0"/>
          </a:p>
          <a:p>
            <a:pPr marL="457200" lvl="0" indent="-406400" algn="l" rtl="0">
              <a:lnSpc>
                <a:spcPct val="90000"/>
              </a:lnSpc>
              <a:spcBef>
                <a:spcPts val="1000"/>
              </a:spcBef>
              <a:spcAft>
                <a:spcPts val="0"/>
              </a:spcAft>
              <a:buSzPts val="1600"/>
              <a:buNone/>
            </a:pPr>
            <a:r>
              <a:rPr lang="en-US" sz="1400" dirty="0"/>
              <a:t>         </a:t>
            </a:r>
            <a:r>
              <a:rPr lang="en-US" sz="1400" b="1" dirty="0">
                <a:latin typeface="Consolas" panose="020B0609020204030204" pitchFamily="49" charset="0"/>
                <a:cs typeface="Consolas" panose="020B0609020204030204" pitchFamily="49" charset="0"/>
              </a:rPr>
              <a:t>&gt; </a:t>
            </a:r>
            <a:r>
              <a:rPr lang="en-US" sz="1400" b="1" dirty="0" err="1">
                <a:latin typeface="Consolas" panose="020B0609020204030204" pitchFamily="49" charset="0"/>
                <a:cs typeface="Consolas" panose="020B0609020204030204" pitchFamily="49" charset="0"/>
              </a:rPr>
              <a:t>nodemon</a:t>
            </a:r>
            <a:r>
              <a:rPr lang="en-US" sz="1400" b="1" dirty="0">
                <a:latin typeface="Consolas" panose="020B0609020204030204" pitchFamily="49" charset="0"/>
                <a:cs typeface="Consolas" panose="020B0609020204030204" pitchFamily="49" charset="0"/>
              </a:rPr>
              <a:t> </a:t>
            </a:r>
            <a:r>
              <a:rPr lang="en-US" sz="1400" b="1" dirty="0" err="1">
                <a:latin typeface="Consolas" panose="020B0609020204030204" pitchFamily="49" charset="0"/>
                <a:cs typeface="Consolas" panose="020B0609020204030204" pitchFamily="49" charset="0"/>
              </a:rPr>
              <a:t>server.js</a:t>
            </a:r>
            <a:endParaRPr sz="1400" b="1" dirty="0">
              <a:latin typeface="Consolas" panose="020B0609020204030204" pitchFamily="49" charset="0"/>
              <a:cs typeface="Consolas" panose="020B0609020204030204" pitchFamily="49" charset="0"/>
            </a:endParaRPr>
          </a:p>
          <a:p>
            <a:pPr marL="457200" lvl="0" indent="-330200" algn="l" rtl="0">
              <a:lnSpc>
                <a:spcPct val="90000"/>
              </a:lnSpc>
              <a:spcBef>
                <a:spcPts val="1000"/>
              </a:spcBef>
              <a:spcAft>
                <a:spcPts val="0"/>
              </a:spcAft>
              <a:buSzPts val="1600"/>
              <a:buFont typeface="Arial"/>
              <a:buChar char="●"/>
            </a:pPr>
            <a:r>
              <a:rPr lang="en-US" sz="1400" dirty="0"/>
              <a:t>In </a:t>
            </a:r>
            <a:r>
              <a:rPr lang="en-US" sz="1400" b="1" dirty="0">
                <a:latin typeface="Consolas" panose="020B0609020204030204" pitchFamily="49" charset="0"/>
                <a:cs typeface="Consolas" panose="020B0609020204030204" pitchFamily="49" charset="0"/>
              </a:rPr>
              <a:t>book-</a:t>
            </a:r>
            <a:r>
              <a:rPr lang="en-US" sz="1400" b="1" dirty="0" err="1">
                <a:latin typeface="Consolas" panose="020B0609020204030204" pitchFamily="49" charset="0"/>
                <a:cs typeface="Consolas" panose="020B0609020204030204" pitchFamily="49" charset="0"/>
              </a:rPr>
              <a:t>routes.js</a:t>
            </a:r>
            <a:r>
              <a:rPr lang="en-US" sz="1400" dirty="0"/>
              <a:t>, create two routes for the get and post functions</a:t>
            </a:r>
            <a:endParaRPr sz="1400" dirty="0"/>
          </a:p>
          <a:p>
            <a:pPr marL="914400" lvl="1" indent="-330200" algn="l" rtl="0">
              <a:lnSpc>
                <a:spcPct val="90000"/>
              </a:lnSpc>
              <a:spcBef>
                <a:spcPts val="500"/>
              </a:spcBef>
              <a:spcAft>
                <a:spcPts val="0"/>
              </a:spcAft>
              <a:buSzPts val="1600"/>
              <a:buFont typeface="Arial"/>
              <a:buChar char="●"/>
            </a:pPr>
            <a:r>
              <a:rPr lang="en-US" sz="1400" dirty="0"/>
              <a:t>A </a:t>
            </a:r>
            <a:r>
              <a:rPr lang="en-US" sz="1400" b="1" dirty="0"/>
              <a:t>get</a:t>
            </a:r>
            <a:r>
              <a:rPr lang="en-US" sz="1400" dirty="0"/>
              <a:t> route to display form:</a:t>
            </a:r>
          </a:p>
          <a:p>
            <a:pPr marL="1041400" lvl="2" indent="0" algn="l">
              <a:buSzPts val="1600"/>
            </a:pPr>
            <a:r>
              <a:rPr lang="en-US" sz="1200" b="1" dirty="0" err="1">
                <a:latin typeface="Consolas" panose="020B0609020204030204" pitchFamily="49" charset="0"/>
                <a:cs typeface="Consolas" panose="020B0609020204030204" pitchFamily="49" charset="0"/>
              </a:rPr>
              <a:t>router.get</a:t>
            </a:r>
            <a:r>
              <a:rPr lang="en-US" sz="1200" b="1" dirty="0">
                <a:latin typeface="Consolas" panose="020B0609020204030204" pitchFamily="49" charset="0"/>
                <a:cs typeface="Consolas" panose="020B0609020204030204" pitchFamily="49" charset="0"/>
              </a:rPr>
              <a:t>("/add-book", </a:t>
            </a:r>
            <a:r>
              <a:rPr lang="en-US" sz="1200" b="1" dirty="0" err="1">
                <a:latin typeface="Consolas" panose="020B0609020204030204" pitchFamily="49" charset="0"/>
                <a:cs typeface="Consolas" panose="020B0609020204030204" pitchFamily="49" charset="0"/>
              </a:rPr>
              <a:t>booksController.showAddForm</a:t>
            </a:r>
            <a:r>
              <a:rPr lang="en-US" sz="1200" b="1" dirty="0">
                <a:latin typeface="Consolas" panose="020B0609020204030204" pitchFamily="49" charset="0"/>
                <a:cs typeface="Consolas" panose="020B0609020204030204" pitchFamily="49" charset="0"/>
              </a:rPr>
              <a:t>);</a:t>
            </a:r>
            <a:endParaRPr sz="1400" b="1" dirty="0">
              <a:latin typeface="Consolas" panose="020B0609020204030204" pitchFamily="49" charset="0"/>
              <a:cs typeface="Consolas" panose="020B0609020204030204" pitchFamily="49" charset="0"/>
            </a:endParaRPr>
          </a:p>
          <a:p>
            <a:pPr marL="914400" lvl="1" indent="-330200" algn="l" rtl="0">
              <a:lnSpc>
                <a:spcPct val="90000"/>
              </a:lnSpc>
              <a:spcBef>
                <a:spcPts val="500"/>
              </a:spcBef>
              <a:spcAft>
                <a:spcPts val="0"/>
              </a:spcAft>
              <a:buSzPts val="1600"/>
              <a:buFont typeface="Arial"/>
              <a:buChar char="●"/>
            </a:pPr>
            <a:r>
              <a:rPr lang="en-US" sz="1400" dirty="0"/>
              <a:t>A </a:t>
            </a:r>
            <a:r>
              <a:rPr lang="en-US" sz="1400" b="1" dirty="0"/>
              <a:t>post</a:t>
            </a:r>
            <a:r>
              <a:rPr lang="en-US" sz="1400" dirty="0"/>
              <a:t> route to submit form:</a:t>
            </a:r>
          </a:p>
          <a:p>
            <a:pPr marL="1041400" lvl="2" indent="0" algn="l">
              <a:buSzPts val="1600"/>
            </a:pPr>
            <a:r>
              <a:rPr lang="en-US" sz="1200" b="1" dirty="0" err="1">
                <a:latin typeface="Consolas" panose="020B0609020204030204" pitchFamily="49" charset="0"/>
                <a:cs typeface="Consolas" panose="020B0609020204030204" pitchFamily="49" charset="0"/>
              </a:rPr>
              <a:t>router.post</a:t>
            </a:r>
            <a:r>
              <a:rPr lang="en-US" sz="1200" b="1" dirty="0">
                <a:latin typeface="Consolas" panose="020B0609020204030204" pitchFamily="49" charset="0"/>
                <a:cs typeface="Consolas" panose="020B0609020204030204" pitchFamily="49" charset="0"/>
              </a:rPr>
              <a:t>("/add-book", </a:t>
            </a:r>
            <a:r>
              <a:rPr lang="en-US" sz="1200" b="1" dirty="0" err="1">
                <a:latin typeface="Consolas" panose="020B0609020204030204" pitchFamily="49" charset="0"/>
                <a:cs typeface="Consolas" panose="020B0609020204030204" pitchFamily="49" charset="0"/>
              </a:rPr>
              <a:t>booksController.createBook</a:t>
            </a:r>
            <a:r>
              <a:rPr lang="en-US" sz="1200" b="1" dirty="0">
                <a:latin typeface="Consolas" panose="020B0609020204030204" pitchFamily="49" charset="0"/>
                <a:cs typeface="Consolas" panose="020B0609020204030204" pitchFamily="49" charset="0"/>
              </a:rPr>
              <a:t>);</a:t>
            </a:r>
            <a:endParaRPr sz="1300" b="1" dirty="0">
              <a:latin typeface="Consolas" panose="020B0609020204030204" pitchFamily="49" charset="0"/>
              <a:cs typeface="Consolas" panose="020B0609020204030204" pitchFamily="49" charset="0"/>
            </a:endParaRPr>
          </a:p>
          <a:p>
            <a:pPr marL="127000" lvl="0" indent="0" algn="l" rtl="0">
              <a:lnSpc>
                <a:spcPct val="90000"/>
              </a:lnSpc>
              <a:spcBef>
                <a:spcPts val="1000"/>
              </a:spcBef>
              <a:spcAft>
                <a:spcPts val="0"/>
              </a:spcAft>
              <a:buSzPts val="1600"/>
              <a:buNone/>
            </a:pPr>
            <a:endParaRPr sz="1400" dirty="0"/>
          </a:p>
          <a:p>
            <a:pPr marL="457200" lvl="0" indent="-406400" algn="l" rtl="0">
              <a:lnSpc>
                <a:spcPct val="90000"/>
              </a:lnSpc>
              <a:spcBef>
                <a:spcPts val="1000"/>
              </a:spcBef>
              <a:spcAft>
                <a:spcPts val="0"/>
              </a:spcAft>
              <a:buSzPts val="2400"/>
              <a:buNone/>
            </a:pPr>
            <a:endParaRPr sz="1400" dirty="0"/>
          </a:p>
        </p:txBody>
      </p:sp>
      <p:sp>
        <p:nvSpPr>
          <p:cNvPr id="554" name="Google Shape;554;p42"/>
          <p:cNvSpPr txBox="1"/>
          <p:nvPr/>
        </p:nvSpPr>
        <p:spPr>
          <a:xfrm>
            <a:off x="6064877" y="1797036"/>
            <a:ext cx="6017124" cy="4700714"/>
          </a:xfrm>
          <a:prstGeom prst="rect">
            <a:avLst/>
          </a:prstGeom>
          <a:noFill/>
          <a:ln>
            <a:noFill/>
          </a:ln>
        </p:spPr>
        <p:txBody>
          <a:bodyPr spcFirstLastPara="1" wrap="square" lIns="91425" tIns="45700" rIns="91425" bIns="45700" anchor="t" anchorCtr="0">
            <a:noAutofit/>
          </a:bodyPr>
          <a:lstStyle/>
          <a:p>
            <a:pPr marL="457200" lvl="0" indent="-330200">
              <a:lnSpc>
                <a:spcPct val="90000"/>
              </a:lnSpc>
              <a:spcBef>
                <a:spcPts val="1000"/>
              </a:spcBef>
              <a:buSzPts val="1600"/>
              <a:buFont typeface="Arial"/>
              <a:buChar char="●"/>
            </a:pPr>
            <a:r>
              <a:rPr lang="en-US" dirty="0"/>
              <a:t>In </a:t>
            </a:r>
            <a:r>
              <a:rPr lang="en-US" b="1" dirty="0">
                <a:latin typeface="Consolas" panose="020B0609020204030204" pitchFamily="49" charset="0"/>
                <a:cs typeface="Consolas" panose="020B0609020204030204" pitchFamily="49" charset="0"/>
              </a:rPr>
              <a:t>book-</a:t>
            </a:r>
            <a:r>
              <a:rPr lang="en-US" b="1" dirty="0" err="1">
                <a:latin typeface="Consolas" panose="020B0609020204030204" pitchFamily="49" charset="0"/>
                <a:cs typeface="Consolas" panose="020B0609020204030204" pitchFamily="49" charset="0"/>
              </a:rPr>
              <a:t>controller.js</a:t>
            </a:r>
            <a:r>
              <a:rPr lang="en-US" b="1" dirty="0">
                <a:latin typeface="Consolas" panose="020B0609020204030204" pitchFamily="49" charset="0"/>
                <a:cs typeface="Consolas" panose="020B0609020204030204" pitchFamily="49" charset="0"/>
              </a:rPr>
              <a:t>,</a:t>
            </a:r>
            <a:r>
              <a:rPr lang="en-US" b="1" dirty="0">
                <a:solidFill>
                  <a:srgbClr val="0000FF"/>
                </a:solidFill>
              </a:rPr>
              <a:t> </a:t>
            </a:r>
            <a:r>
              <a:rPr lang="en-US" dirty="0"/>
              <a:t>create two functions one to display form and one to submit form.</a:t>
            </a:r>
          </a:p>
          <a:p>
            <a:pPr marL="914400" lvl="1" indent="-330200">
              <a:lnSpc>
                <a:spcPct val="90000"/>
              </a:lnSpc>
              <a:spcBef>
                <a:spcPts val="500"/>
              </a:spcBef>
              <a:buSzPts val="1600"/>
              <a:buFont typeface="Arial"/>
              <a:buChar char="●"/>
            </a:pPr>
            <a:r>
              <a:rPr lang="en-US" b="1" dirty="0" err="1">
                <a:latin typeface="Consolas" panose="020B0609020204030204" pitchFamily="49" charset="0"/>
                <a:cs typeface="Consolas" panose="020B0609020204030204" pitchFamily="49" charset="0"/>
              </a:rPr>
              <a:t>showAddForm</a:t>
            </a:r>
            <a:r>
              <a:rPr lang="en-US" b="1" dirty="0">
                <a:latin typeface="Consolas" panose="020B0609020204030204" pitchFamily="49" charset="0"/>
                <a:cs typeface="Consolas" panose="020B0609020204030204" pitchFamily="49" charset="0"/>
              </a:rPr>
              <a:t>()</a:t>
            </a:r>
            <a:r>
              <a:rPr lang="en-US" dirty="0"/>
              <a:t>, </a:t>
            </a:r>
            <a:r>
              <a:rPr lang="en-US" b="1" dirty="0" err="1">
                <a:latin typeface="Consolas" panose="020B0609020204030204" pitchFamily="49" charset="0"/>
                <a:cs typeface="Consolas" panose="020B0609020204030204" pitchFamily="49" charset="0"/>
              </a:rPr>
              <a:t>createBook</a:t>
            </a:r>
            <a:r>
              <a:rPr lang="en-US" b="1" dirty="0">
                <a:latin typeface="Consolas" panose="020B0609020204030204" pitchFamily="49" charset="0"/>
                <a:cs typeface="Consolas" panose="020B0609020204030204" pitchFamily="49" charset="0"/>
              </a:rPr>
              <a:t>()</a:t>
            </a:r>
          </a:p>
          <a:p>
            <a:pPr marL="457200" marR="0" lvl="0" indent="-330200" algn="l" rtl="0">
              <a:lnSpc>
                <a:spcPct val="90000"/>
              </a:lnSpc>
              <a:spcBef>
                <a:spcPts val="10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In </a:t>
            </a:r>
            <a:r>
              <a:rPr lang="en-US" b="1" dirty="0" err="1">
                <a:solidFill>
                  <a:schemeClr val="dk1"/>
                </a:solidFill>
                <a:latin typeface="Consolas" panose="020B0609020204030204" pitchFamily="49" charset="0"/>
                <a:cs typeface="Consolas" panose="020B0609020204030204" pitchFamily="49" charset="0"/>
              </a:rPr>
              <a:t>showAddForm</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 renders the </a:t>
            </a:r>
            <a:r>
              <a:rPr lang="en-US" b="1" dirty="0">
                <a:solidFill>
                  <a:schemeClr val="dk1"/>
                </a:solidFill>
                <a:latin typeface="Consolas" panose="020B0609020204030204" pitchFamily="49" charset="0"/>
                <a:cs typeface="Consolas" panose="020B0609020204030204" pitchFamily="49" charset="0"/>
              </a:rPr>
              <a:t>add-</a:t>
            </a:r>
            <a:r>
              <a:rPr lang="en-US" b="1" dirty="0" err="1">
                <a:solidFill>
                  <a:schemeClr val="dk1"/>
                </a:solidFill>
                <a:latin typeface="Consolas" panose="020B0609020204030204" pitchFamily="49" charset="0"/>
                <a:cs typeface="Consolas" panose="020B0609020204030204" pitchFamily="49" charset="0"/>
              </a:rPr>
              <a:t>book.ejs</a:t>
            </a:r>
            <a:r>
              <a:rPr lang="en-US" b="0" i="0" u="none" strike="noStrike" cap="none" dirty="0">
                <a:solidFill>
                  <a:schemeClr val="dk1"/>
                </a:solidFill>
                <a:latin typeface="Arial"/>
                <a:ea typeface="Arial"/>
                <a:cs typeface="Arial"/>
                <a:sym typeface="Arial"/>
              </a:rPr>
              <a:t> with empty results.</a:t>
            </a:r>
            <a:endParaRPr dirty="0"/>
          </a:p>
          <a:p>
            <a:pPr marL="457200" marR="0" lvl="0" indent="-330200" algn="l" rtl="0">
              <a:lnSpc>
                <a:spcPct val="90000"/>
              </a:lnSpc>
              <a:spcBef>
                <a:spcPts val="10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In </a:t>
            </a:r>
            <a:r>
              <a:rPr lang="en-US" b="1" dirty="0" err="1">
                <a:solidFill>
                  <a:schemeClr val="dk1"/>
                </a:solidFill>
                <a:latin typeface="Consolas" panose="020B0609020204030204" pitchFamily="49" charset="0"/>
                <a:cs typeface="Consolas" panose="020B0609020204030204" pitchFamily="49" charset="0"/>
              </a:rPr>
              <a:t>createBook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Retrieves the user input. </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Puts all the user input into a structure and creates the book using </a:t>
            </a:r>
            <a:r>
              <a:rPr lang="en-US" b="1" dirty="0" err="1">
                <a:solidFill>
                  <a:schemeClr val="dk1"/>
                </a:solidFill>
                <a:latin typeface="Consolas" panose="020B0609020204030204" pitchFamily="49" charset="0"/>
                <a:cs typeface="Consolas" panose="020B0609020204030204" pitchFamily="49" charset="0"/>
              </a:rPr>
              <a:t>Book.addBook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If the result is successful, It will display the message in expected output 1 and display the book details</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If add fails, it will set result to fail and renders the form with a “fail” result and display the message in expected output 2</a:t>
            </a:r>
            <a:endParaRPr dirty="0"/>
          </a:p>
          <a:p>
            <a:pPr marL="457200" marR="0" lvl="0" indent="-330200" algn="l" rtl="0">
              <a:lnSpc>
                <a:spcPct val="90000"/>
              </a:lnSpc>
              <a:spcBef>
                <a:spcPts val="10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Complete </a:t>
            </a:r>
            <a:r>
              <a:rPr lang="en-US" b="1" dirty="0">
                <a:solidFill>
                  <a:schemeClr val="dk1"/>
                </a:solidFill>
                <a:latin typeface="Consolas" panose="020B0609020204030204" pitchFamily="49" charset="0"/>
                <a:cs typeface="Consolas" panose="020B0609020204030204" pitchFamily="49" charset="0"/>
              </a:rPr>
              <a:t>add-</a:t>
            </a:r>
            <a:r>
              <a:rPr lang="en-US" b="1" dirty="0" err="1">
                <a:solidFill>
                  <a:schemeClr val="dk1"/>
                </a:solidFill>
                <a:latin typeface="Consolas" panose="020B0609020204030204" pitchFamily="49" charset="0"/>
                <a:cs typeface="Consolas" panose="020B0609020204030204" pitchFamily="49" charset="0"/>
              </a:rPr>
              <a:t>book.ejs</a:t>
            </a:r>
            <a:r>
              <a:rPr lang="en-US" b="0" i="0" u="none" strike="noStrike" cap="none" dirty="0">
                <a:solidFill>
                  <a:schemeClr val="dk1"/>
                </a:solidFill>
                <a:latin typeface="Arial"/>
                <a:ea typeface="Arial"/>
                <a:cs typeface="Arial"/>
                <a:sym typeface="Arial"/>
              </a:rPr>
              <a:t> to display the relevant outputs</a:t>
            </a:r>
            <a:endParaRPr dirty="0"/>
          </a:p>
          <a:p>
            <a:pPr marL="127000" marR="0" lvl="0" indent="0" algn="l" rtl="0">
              <a:lnSpc>
                <a:spcPct val="90000"/>
              </a:lnSpc>
              <a:spcBef>
                <a:spcPts val="1000"/>
              </a:spcBef>
              <a:spcAft>
                <a:spcPts val="0"/>
              </a:spcAft>
              <a:buClr>
                <a:schemeClr val="dk1"/>
              </a:buClr>
              <a:buSzPts val="1600"/>
              <a:buFont typeface="Arial"/>
              <a:buNone/>
            </a:pPr>
            <a:r>
              <a:rPr lang="en-US" b="1" i="0" u="none" strike="noStrike" cap="none" dirty="0">
                <a:solidFill>
                  <a:srgbClr val="0000FF"/>
                </a:solidFill>
                <a:latin typeface="Arial"/>
                <a:ea typeface="Arial"/>
                <a:cs typeface="Arial"/>
                <a:sym typeface="Arial"/>
              </a:rPr>
              <a:t>Extra: </a:t>
            </a:r>
            <a:r>
              <a:rPr lang="en-US" b="0" i="0" u="none" strike="noStrike" cap="none" dirty="0">
                <a:solidFill>
                  <a:schemeClr val="dk1"/>
                </a:solidFill>
                <a:latin typeface="Arial"/>
                <a:ea typeface="Arial"/>
                <a:cs typeface="Arial"/>
                <a:sym typeface="Arial"/>
              </a:rPr>
              <a:t>Do data validation for all the fields, checking that all of them are required and not an empty string.</a:t>
            </a:r>
            <a:endParaRPr dirty="0"/>
          </a:p>
          <a:p>
            <a:pPr marL="457200" marR="0" lvl="0" indent="-406400" algn="l" rtl="0">
              <a:lnSpc>
                <a:spcPct val="90000"/>
              </a:lnSpc>
              <a:spcBef>
                <a:spcPts val="1000"/>
              </a:spcBef>
              <a:spcAft>
                <a:spcPts val="0"/>
              </a:spcAft>
              <a:buClr>
                <a:schemeClr val="dk1"/>
              </a:buClr>
              <a:buSzPts val="2400"/>
              <a:buFont typeface="Arial"/>
              <a:buNone/>
            </a:pPr>
            <a:endParaRPr b="0" i="0" u="none" strike="noStrike" cap="none" dirty="0">
              <a:solidFill>
                <a:schemeClr val="dk1"/>
              </a:solidFill>
              <a:latin typeface="Arial"/>
              <a:ea typeface="Arial"/>
              <a:cs typeface="Arial"/>
              <a:sym typeface="Arial"/>
            </a:endParaRPr>
          </a:p>
        </p:txBody>
      </p:sp>
      <p:sp>
        <p:nvSpPr>
          <p:cNvPr id="555" name="Google Shape;555;p42"/>
          <p:cNvSpPr txBox="1"/>
          <p:nvPr/>
        </p:nvSpPr>
        <p:spPr>
          <a:xfrm>
            <a:off x="245161" y="1396836"/>
            <a:ext cx="5819716" cy="800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sng" strike="noStrike" cap="none" dirty="0">
                <a:solidFill>
                  <a:schemeClr val="dk1"/>
                </a:solidFill>
                <a:latin typeface="Arial"/>
                <a:ea typeface="Arial"/>
                <a:cs typeface="Arial"/>
                <a:sym typeface="Arial"/>
              </a:rPr>
              <a:t>Exercise 2: Create a new book using user’s input</a:t>
            </a:r>
            <a:br>
              <a:rPr lang="en-US" sz="1600" b="0" i="0" u="none" strike="noStrike" cap="none" dirty="0">
                <a:solidFill>
                  <a:schemeClr val="dk1"/>
                </a:solidFill>
                <a:latin typeface="Arial"/>
                <a:ea typeface="Arial"/>
                <a:cs typeface="Arial"/>
                <a:sym typeface="Arial"/>
              </a:rPr>
            </a:br>
            <a:br>
              <a:rPr lang="en-US" sz="1600" b="0" i="0" u="none" strike="noStrike" cap="none" dirty="0">
                <a:solidFill>
                  <a:schemeClr val="dk1"/>
                </a:solidFill>
                <a:latin typeface="Arial"/>
                <a:ea typeface="Arial"/>
                <a:cs typeface="Arial"/>
                <a:sym typeface="Arial"/>
              </a:rPr>
            </a:br>
            <a:r>
              <a:rPr lang="en-US" sz="1400" b="1" i="0" u="sng" strike="noStrike" cap="none" dirty="0">
                <a:solidFill>
                  <a:schemeClr val="dk1"/>
                </a:solidFill>
                <a:latin typeface="Arial"/>
                <a:ea typeface="Arial"/>
                <a:cs typeface="Arial"/>
                <a:sym typeface="Arial"/>
              </a:rPr>
              <a:t>T</a:t>
            </a:r>
            <a:r>
              <a:rPr lang="en-US" b="1" u="sng" dirty="0">
                <a:solidFill>
                  <a:schemeClr val="dk1"/>
                </a:solidFill>
              </a:rPr>
              <a:t>ASKS</a:t>
            </a:r>
            <a:endParaRPr sz="1400" b="1" i="0" u="sng" strike="noStrike" cap="none" dirty="0">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Update a Document (Patch)</a:t>
            </a:r>
            <a:endParaRPr sz="2400" b="1" i="0" u="none" strike="noStrike" cap="none" dirty="0">
              <a:solidFill>
                <a:srgbClr val="11175E"/>
              </a:solidFill>
              <a:latin typeface="Arial"/>
              <a:ea typeface="Arial"/>
              <a:cs typeface="Arial"/>
              <a:sym typeface="Arial"/>
            </a:endParaRPr>
          </a:p>
        </p:txBody>
      </p:sp>
      <p:sp>
        <p:nvSpPr>
          <p:cNvPr id="561" name="Google Shape;561;p43"/>
          <p:cNvSpPr txBox="1"/>
          <p:nvPr/>
        </p:nvSpPr>
        <p:spPr>
          <a:xfrm>
            <a:off x="240868" y="1375766"/>
            <a:ext cx="10997108"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Let’s add a method in </a:t>
            </a:r>
            <a:r>
              <a:rPr lang="en-US" sz="1600" b="1" i="0" u="none" strike="noStrike" cap="none" dirty="0">
                <a:solidFill>
                  <a:schemeClr val="dk1"/>
                </a:solidFill>
                <a:latin typeface="Consolas" panose="020B0609020204030204" pitchFamily="49" charset="0"/>
                <a:cs typeface="Consolas" panose="020B0609020204030204" pitchFamily="49" charset="0"/>
                <a:sym typeface="Arial"/>
              </a:rPr>
              <a:t>book-</a:t>
            </a:r>
            <a:r>
              <a:rPr lang="en-US" sz="1600" b="1" i="0" u="none" strike="noStrike" cap="none" dirty="0" err="1">
                <a:solidFill>
                  <a:schemeClr val="dk1"/>
                </a:solidFill>
                <a:latin typeface="Consolas" panose="020B0609020204030204" pitchFamily="49" charset="0"/>
                <a:cs typeface="Consolas" panose="020B0609020204030204" pitchFamily="49" charset="0"/>
                <a:sym typeface="Arial"/>
              </a:rPr>
              <a:t>model.js</a:t>
            </a:r>
            <a:r>
              <a:rPr lang="en-US" sz="1600" b="0" i="0" u="none" strike="noStrike" cap="none" dirty="0">
                <a:solidFill>
                  <a:schemeClr val="dk1"/>
                </a:solidFill>
                <a:latin typeface="Arial"/>
                <a:ea typeface="Arial"/>
                <a:cs typeface="Arial"/>
                <a:sym typeface="Arial"/>
              </a:rPr>
              <a:t> to update a document. Updating a document will require the field that we want to </a:t>
            </a:r>
            <a:r>
              <a:rPr lang="en-US" sz="1600" b="0" i="0" u="none" strike="noStrike" cap="none" dirty="0" err="1">
                <a:solidFill>
                  <a:schemeClr val="dk1"/>
                </a:solidFill>
                <a:latin typeface="Arial"/>
                <a:ea typeface="Arial"/>
                <a:cs typeface="Arial"/>
                <a:sym typeface="Arial"/>
              </a:rPr>
              <a:t>find˙normally</a:t>
            </a:r>
            <a:r>
              <a:rPr lang="en-US" sz="1600" b="0" i="0" u="none" strike="noStrike" cap="none" dirty="0">
                <a:solidFill>
                  <a:schemeClr val="dk1"/>
                </a:solidFill>
                <a:latin typeface="Arial"/>
                <a:ea typeface="Arial"/>
                <a:cs typeface="Arial"/>
                <a:sym typeface="Arial"/>
              </a:rPr>
              <a:t> a unique key/index)  </a:t>
            </a:r>
            <a:r>
              <a:rPr lang="en-US" sz="1600" b="0" i="0" u="none" strike="noStrike" cap="none" dirty="0" err="1">
                <a:solidFill>
                  <a:schemeClr val="dk1"/>
                </a:solidFill>
                <a:latin typeface="Arial"/>
                <a:ea typeface="Arial"/>
                <a:cs typeface="Arial"/>
                <a:sym typeface="Arial"/>
              </a:rPr>
              <a:t>e.g</a:t>
            </a:r>
            <a:r>
              <a:rPr lang="en-US" sz="1600" b="0" i="0" u="none" strike="noStrike" cap="none" dirty="0">
                <a:solidFill>
                  <a:schemeClr val="dk1"/>
                </a:solidFill>
                <a:latin typeface="Arial"/>
                <a:ea typeface="Arial"/>
                <a:cs typeface="Arial"/>
                <a:sym typeface="Arial"/>
              </a:rPr>
              <a:t> ISBN number and new values for attributes</a:t>
            </a:r>
            <a:endParaRPr sz="1600" b="0" i="0" u="none" strike="noStrike" cap="none" dirty="0">
              <a:solidFill>
                <a:schemeClr val="dk1"/>
              </a:solidFill>
              <a:latin typeface="Arial"/>
              <a:ea typeface="Arial"/>
              <a:cs typeface="Arial"/>
              <a:sym typeface="Arial"/>
            </a:endParaRPr>
          </a:p>
        </p:txBody>
      </p:sp>
      <p:sp>
        <p:nvSpPr>
          <p:cNvPr id="562" name="Google Shape;562;p43"/>
          <p:cNvSpPr txBox="1"/>
          <p:nvPr/>
        </p:nvSpPr>
        <p:spPr>
          <a:xfrm>
            <a:off x="1367937" y="2321859"/>
            <a:ext cx="7606215" cy="2118739"/>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a:t>
            </a: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exports.editBook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function(</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isbn,rating,price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return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Book.updateOne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rating:rating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price:price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a:t>
            </a:r>
            <a:endParaRPr sz="1800" b="1" i="0" u="none" strike="noStrike" cap="none" dirty="0">
              <a:solidFill>
                <a:srgbClr val="000000"/>
              </a:solidFill>
              <a:latin typeface="Arial"/>
              <a:ea typeface="Arial"/>
              <a:cs typeface="Arial"/>
              <a:sym typeface="Arial"/>
            </a:endParaRPr>
          </a:p>
        </p:txBody>
      </p:sp>
      <p:sp>
        <p:nvSpPr>
          <p:cNvPr id="563" name="Google Shape;563;p43"/>
          <p:cNvSpPr/>
          <p:nvPr/>
        </p:nvSpPr>
        <p:spPr>
          <a:xfrm>
            <a:off x="2207283" y="2836337"/>
            <a:ext cx="884260" cy="336036"/>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64" name="Google Shape;564;p43"/>
          <p:cNvCxnSpPr>
            <a:cxnSpLocks/>
            <a:stCxn id="565" idx="1"/>
            <a:endCxn id="563" idx="0"/>
          </p:cNvCxnSpPr>
          <p:nvPr/>
        </p:nvCxnSpPr>
        <p:spPr>
          <a:xfrm rot="10800000" flipV="1">
            <a:off x="2649414" y="2617115"/>
            <a:ext cx="6896923" cy="219222"/>
          </a:xfrm>
          <a:prstGeom prst="bentConnector2">
            <a:avLst/>
          </a:prstGeom>
          <a:noFill/>
          <a:ln w="19050" cap="flat" cmpd="sng">
            <a:solidFill>
              <a:srgbClr val="6AA84F"/>
            </a:solidFill>
            <a:prstDash val="solid"/>
            <a:round/>
            <a:headEnd type="none" w="sm" len="sm"/>
            <a:tailEnd type="triangle" w="med" len="med"/>
          </a:ln>
        </p:spPr>
      </p:cxnSp>
      <p:sp>
        <p:nvSpPr>
          <p:cNvPr id="565" name="Google Shape;565;p43"/>
          <p:cNvSpPr txBox="1"/>
          <p:nvPr/>
        </p:nvSpPr>
        <p:spPr>
          <a:xfrm>
            <a:off x="9546336" y="2155465"/>
            <a:ext cx="2223008" cy="923299"/>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We create a method call </a:t>
            </a:r>
            <a:r>
              <a:rPr lang="en-US" sz="1600" b="1" dirty="0" err="1">
                <a:solidFill>
                  <a:schemeClr val="dk1"/>
                </a:solidFill>
                <a:latin typeface="Consolas" panose="020B0609020204030204" pitchFamily="49" charset="0"/>
                <a:cs typeface="Consolas" panose="020B0609020204030204" pitchFamily="49" charset="0"/>
              </a:rPr>
              <a:t>editBook</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to update a document</a:t>
            </a:r>
            <a:endParaRPr sz="1600" b="0" i="0" u="none" strike="noStrike" cap="none" dirty="0">
              <a:solidFill>
                <a:srgbClr val="000000"/>
              </a:solidFill>
              <a:latin typeface="Arial"/>
              <a:ea typeface="Arial"/>
              <a:cs typeface="Arial"/>
              <a:sym typeface="Arial"/>
            </a:endParaRPr>
          </a:p>
        </p:txBody>
      </p:sp>
      <p:sp>
        <p:nvSpPr>
          <p:cNvPr id="566" name="Google Shape;566;p43"/>
          <p:cNvSpPr/>
          <p:nvPr/>
        </p:nvSpPr>
        <p:spPr>
          <a:xfrm>
            <a:off x="2305878" y="3272592"/>
            <a:ext cx="5664513" cy="336037"/>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67" name="Google Shape;567;p43"/>
          <p:cNvCxnSpPr>
            <a:stCxn id="568" idx="3"/>
          </p:cNvCxnSpPr>
          <p:nvPr/>
        </p:nvCxnSpPr>
        <p:spPr>
          <a:xfrm rot="10800000" flipH="1">
            <a:off x="4477142" y="3597168"/>
            <a:ext cx="375900" cy="1774500"/>
          </a:xfrm>
          <a:prstGeom prst="bentConnector2">
            <a:avLst/>
          </a:prstGeom>
          <a:noFill/>
          <a:ln w="19050" cap="flat" cmpd="sng">
            <a:solidFill>
              <a:srgbClr val="0000FF"/>
            </a:solidFill>
            <a:prstDash val="solid"/>
            <a:round/>
            <a:headEnd type="none" w="sm" len="sm"/>
            <a:tailEnd type="triangle" w="med" len="med"/>
          </a:ln>
        </p:spPr>
      </p:cxnSp>
      <p:sp>
        <p:nvSpPr>
          <p:cNvPr id="568" name="Google Shape;568;p43"/>
          <p:cNvSpPr txBox="1"/>
          <p:nvPr/>
        </p:nvSpPr>
        <p:spPr>
          <a:xfrm>
            <a:off x="592162" y="4540686"/>
            <a:ext cx="3884980" cy="1661963"/>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err="1">
                <a:solidFill>
                  <a:schemeClr val="dk1"/>
                </a:solidFill>
                <a:latin typeface="Consolas" panose="020B0609020204030204" pitchFamily="49" charset="0"/>
                <a:cs typeface="Consolas" panose="020B0609020204030204" pitchFamily="49" charset="0"/>
              </a:rPr>
              <a:t>Book.updateOne</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is the actual syntax to update a documents and the first </a:t>
            </a:r>
            <a:r>
              <a:rPr lang="en-US" sz="1600" b="0" i="0" u="none" strike="noStrike" cap="none" dirty="0" err="1">
                <a:solidFill>
                  <a:schemeClr val="dk1"/>
                </a:solidFill>
                <a:latin typeface="Arial"/>
                <a:ea typeface="Arial"/>
                <a:cs typeface="Arial"/>
                <a:sym typeface="Arial"/>
              </a:rPr>
              <a:t>paramenter</a:t>
            </a:r>
            <a:r>
              <a:rPr lang="en-US" sz="1600" b="0" i="0" u="none" strike="noStrike" cap="none" dirty="0">
                <a:solidFill>
                  <a:schemeClr val="dk1"/>
                </a:solidFill>
                <a:latin typeface="Arial"/>
                <a:ea typeface="Arial"/>
                <a:cs typeface="Arial"/>
                <a:sym typeface="Arial"/>
              </a:rPr>
              <a:t> is the key value (the </a:t>
            </a:r>
            <a:r>
              <a:rPr lang="en-US" sz="1600" b="1" dirty="0">
                <a:solidFill>
                  <a:schemeClr val="dk1"/>
                </a:solidFill>
                <a:latin typeface="Consolas" panose="020B0609020204030204" pitchFamily="49" charset="0"/>
                <a:cs typeface="Consolas" panose="020B0609020204030204" pitchFamily="49" charset="0"/>
              </a:rPr>
              <a:t>WHERE</a:t>
            </a:r>
            <a:r>
              <a:rPr lang="en-US" sz="1600" b="0" i="0" u="none" strike="noStrike" cap="none" dirty="0">
                <a:solidFill>
                  <a:schemeClr val="dk1"/>
                </a:solidFill>
                <a:latin typeface="Arial"/>
                <a:ea typeface="Arial"/>
                <a:cs typeface="Arial"/>
                <a:sym typeface="Arial"/>
              </a:rPr>
              <a:t> clause) and the rest are the attributes to be updated.</a:t>
            </a:r>
            <a:endParaRPr sz="16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569" name="Google Shape;569;p43"/>
          <p:cNvSpPr/>
          <p:nvPr/>
        </p:nvSpPr>
        <p:spPr>
          <a:xfrm>
            <a:off x="4147956" y="2853541"/>
            <a:ext cx="1868216" cy="321091"/>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70" name="Google Shape;570;p43"/>
          <p:cNvCxnSpPr>
            <a:cxnSpLocks/>
            <a:stCxn id="571" idx="1"/>
            <a:endCxn id="569" idx="3"/>
          </p:cNvCxnSpPr>
          <p:nvPr/>
        </p:nvCxnSpPr>
        <p:spPr>
          <a:xfrm rot="10800000">
            <a:off x="6016172" y="3014087"/>
            <a:ext cx="3522580" cy="1691778"/>
          </a:xfrm>
          <a:prstGeom prst="bentConnector3">
            <a:avLst>
              <a:gd name="adj1" fmla="val 50000"/>
            </a:avLst>
          </a:prstGeom>
          <a:noFill/>
          <a:ln w="19050" cap="flat" cmpd="sng">
            <a:solidFill>
              <a:srgbClr val="CC99FF"/>
            </a:solidFill>
            <a:prstDash val="solid"/>
            <a:round/>
            <a:headEnd type="none" w="sm" len="sm"/>
            <a:tailEnd type="triangle" w="med" len="med"/>
          </a:ln>
        </p:spPr>
      </p:cxnSp>
      <p:sp>
        <p:nvSpPr>
          <p:cNvPr id="571" name="Google Shape;571;p43"/>
          <p:cNvSpPr txBox="1"/>
          <p:nvPr/>
        </p:nvSpPr>
        <p:spPr>
          <a:xfrm>
            <a:off x="9538752" y="4244215"/>
            <a:ext cx="2230592"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will be taking 1 key and 2 values as parameter</a:t>
            </a:r>
            <a:endParaRPr sz="1600" b="0" i="0" u="none" strike="noStrike" cap="none">
              <a:solidFill>
                <a:srgbClr val="000000"/>
              </a:solidFill>
              <a:latin typeface="Arial"/>
              <a:ea typeface="Arial"/>
              <a:cs typeface="Arial"/>
              <a:sym typeface="Arial"/>
            </a:endParaRPr>
          </a:p>
        </p:txBody>
      </p:sp>
      <p:sp>
        <p:nvSpPr>
          <p:cNvPr id="572" name="Google Shape;572;p43"/>
          <p:cNvSpPr txBox="1"/>
          <p:nvPr/>
        </p:nvSpPr>
        <p:spPr>
          <a:xfrm>
            <a:off x="8634604" y="5862109"/>
            <a:ext cx="3522579" cy="307736"/>
          </a:xfrm>
          <a:prstGeom prst="rect">
            <a:avLst/>
          </a:prstGeom>
          <a:noFill/>
          <a:ln>
            <a:noFill/>
          </a:ln>
        </p:spPr>
        <p:txBody>
          <a:bodyPr spcFirstLastPara="1" wrap="square" lIns="91425" tIns="45700" rIns="91425" bIns="45700" anchor="t" anchorCtr="0">
            <a:spAutoFit/>
          </a:bodyPr>
          <a:lstStyle/>
          <a:p>
            <a:pPr lvl="0">
              <a:buSzPts val="1400"/>
            </a:pPr>
            <a:r>
              <a:rPr lang="en-US" u="sng" dirty="0">
                <a:solidFill>
                  <a:srgbClr val="0070C0"/>
                </a:solidFill>
                <a:hlinkClick r:id="rId3">
                  <a:extLst>
                    <a:ext uri="{A12FA001-AC4F-418D-AE19-62706E023703}">
                      <ahyp:hlinkClr xmlns:ahyp="http://schemas.microsoft.com/office/drawing/2018/hyperlinkcolor" val="tx"/>
                    </a:ext>
                  </a:extLst>
                </a:hlinkClick>
              </a:rPr>
              <a:t>Read more about  </a:t>
            </a:r>
            <a:r>
              <a:rPr lang="en-US" b="1" u="sng" dirty="0" err="1">
                <a:solidFill>
                  <a:srgbClr val="0070C0"/>
                </a:solidFill>
                <a:latin typeface="Consolas" panose="020B0609020204030204" pitchFamily="49" charset="0"/>
                <a:cs typeface="Consolas" panose="020B0609020204030204" pitchFamily="49" charset="0"/>
              </a:rPr>
              <a:t>M</a:t>
            </a:r>
            <a:r>
              <a:rPr lang="en-US" b="1" dirty="0" err="1">
                <a:solidFill>
                  <a:srgbClr val="0070C0"/>
                </a:solidFill>
                <a:latin typeface="Consolas" panose="020B0609020204030204" pitchFamily="49" charset="0"/>
                <a:cs typeface="Consolas" panose="020B0609020204030204" pitchFamily="49" charset="0"/>
                <a:hlinkClick r:id="rId4">
                  <a:extLst>
                    <a:ext uri="{A12FA001-AC4F-418D-AE19-62706E023703}">
                      <ahyp:hlinkClr xmlns:ahyp="http://schemas.microsoft.com/office/drawing/2018/hyperlinkcolor" val="tx"/>
                    </a:ext>
                  </a:extLst>
                </a:hlinkClick>
              </a:rPr>
              <a:t>odel.updateOne</a:t>
            </a:r>
            <a:r>
              <a:rPr lang="en-US" b="1" dirty="0">
                <a:solidFill>
                  <a:srgbClr val="0070C0"/>
                </a:solidFill>
                <a:latin typeface="Consolas" panose="020B0609020204030204" pitchFamily="49" charset="0"/>
                <a:cs typeface="Consolas" panose="020B0609020204030204" pitchFamily="49" charset="0"/>
                <a:hlinkClick r:id="rId4">
                  <a:extLst>
                    <a:ext uri="{A12FA001-AC4F-418D-AE19-62706E023703}">
                      <ahyp:hlinkClr xmlns:ahyp="http://schemas.microsoft.com/office/drawing/2018/hyperlinkcolor" val="tx"/>
                    </a:ext>
                  </a:extLst>
                </a:hlinkClick>
              </a:rPr>
              <a:t>()</a:t>
            </a:r>
            <a:endParaRPr b="1" dirty="0">
              <a:solidFill>
                <a:srgbClr val="0070C0"/>
              </a:solidFill>
              <a:latin typeface="Consolas" panose="020B0609020204030204" pitchFamily="49" charset="0"/>
              <a:cs typeface="Consolas" panose="020B0609020204030204" pitchFamily="49" charset="0"/>
            </a:endParaRPr>
          </a:p>
        </p:txBody>
      </p:sp>
      <p:sp>
        <p:nvSpPr>
          <p:cNvPr id="573" name="Google Shape;573;p43"/>
          <p:cNvSpPr txBox="1"/>
          <p:nvPr/>
        </p:nvSpPr>
        <p:spPr>
          <a:xfrm>
            <a:off x="4694472" y="4547330"/>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model.js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Update a Document (Patch)</a:t>
            </a:r>
            <a:endParaRPr sz="2400" b="1" i="0" u="none" strike="noStrike" cap="none" dirty="0">
              <a:solidFill>
                <a:srgbClr val="11175E"/>
              </a:solidFill>
              <a:latin typeface="Arial"/>
              <a:ea typeface="Arial"/>
              <a:cs typeface="Arial"/>
              <a:sym typeface="Arial"/>
            </a:endParaRPr>
          </a:p>
        </p:txBody>
      </p:sp>
      <p:sp>
        <p:nvSpPr>
          <p:cNvPr id="579" name="Google Shape;579;p44"/>
          <p:cNvSpPr txBox="1"/>
          <p:nvPr/>
        </p:nvSpPr>
        <p:spPr>
          <a:xfrm>
            <a:off x="242900" y="1375766"/>
            <a:ext cx="11344580"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Let’s look at the code for updating a document. Updating a document will require the field that we want to find (normally a unique key/index)  </a:t>
            </a:r>
            <a:r>
              <a:rPr lang="en-US" sz="1600" b="0" i="0" u="none" strike="noStrike" cap="none" dirty="0" err="1">
                <a:solidFill>
                  <a:schemeClr val="dk1"/>
                </a:solidFill>
                <a:latin typeface="Arial"/>
                <a:ea typeface="Arial"/>
                <a:cs typeface="Arial"/>
                <a:sym typeface="Arial"/>
              </a:rPr>
              <a:t>e.g</a:t>
            </a:r>
            <a:r>
              <a:rPr lang="en-US" sz="1600" b="0" i="0" u="none" strike="noStrike" cap="none" dirty="0">
                <a:solidFill>
                  <a:schemeClr val="dk1"/>
                </a:solidFill>
                <a:latin typeface="Arial"/>
                <a:ea typeface="Arial"/>
                <a:cs typeface="Arial"/>
                <a:sym typeface="Arial"/>
              </a:rPr>
              <a:t> ISBN number and new values for attributes</a:t>
            </a:r>
            <a:endParaRPr sz="1600" b="0" i="0" u="none" strike="noStrike" cap="none" dirty="0">
              <a:solidFill>
                <a:schemeClr val="dk1"/>
              </a:solidFill>
              <a:latin typeface="Arial"/>
              <a:ea typeface="Arial"/>
              <a:cs typeface="Arial"/>
              <a:sym typeface="Arial"/>
            </a:endParaRPr>
          </a:p>
        </p:txBody>
      </p:sp>
      <p:sp>
        <p:nvSpPr>
          <p:cNvPr id="580" name="Google Shape;580;p44"/>
          <p:cNvSpPr txBox="1"/>
          <p:nvPr/>
        </p:nvSpPr>
        <p:spPr>
          <a:xfrm>
            <a:off x="766324" y="2146808"/>
            <a:ext cx="7695259" cy="4177976"/>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exports.updateBook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async (req, res) =&gt; {</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const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isbnNo</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req.body.isbn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//in the hidden field.</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const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newRating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req.body.rating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const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newPrice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req.body.price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try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let success= await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editBook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isbnNo,newRating,newPrice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console.log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(success); </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res.send</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("Book has been successfully updated.")</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catch (error) {</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console.error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(error);</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sz="14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sz="1400" b="0" i="0" u="none" strike="noStrike" cap="none" dirty="0">
              <a:solidFill>
                <a:srgbClr val="000000"/>
              </a:solidFill>
              <a:latin typeface="Arial"/>
              <a:ea typeface="Arial"/>
              <a:cs typeface="Arial"/>
              <a:sym typeface="Arial"/>
            </a:endParaRPr>
          </a:p>
        </p:txBody>
      </p:sp>
      <p:sp>
        <p:nvSpPr>
          <p:cNvPr id="581" name="Google Shape;581;p44"/>
          <p:cNvSpPr/>
          <p:nvPr/>
        </p:nvSpPr>
        <p:spPr>
          <a:xfrm>
            <a:off x="879775" y="2586592"/>
            <a:ext cx="5554114" cy="1003707"/>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82" name="Google Shape;582;p44"/>
          <p:cNvCxnSpPr>
            <a:stCxn id="583" idx="1"/>
            <a:endCxn id="581" idx="3"/>
          </p:cNvCxnSpPr>
          <p:nvPr/>
        </p:nvCxnSpPr>
        <p:spPr>
          <a:xfrm rot="10800000">
            <a:off x="6433938" y="3088447"/>
            <a:ext cx="2838300" cy="0"/>
          </a:xfrm>
          <a:prstGeom prst="straightConnector1">
            <a:avLst/>
          </a:prstGeom>
          <a:noFill/>
          <a:ln w="19050" cap="flat" cmpd="sng">
            <a:solidFill>
              <a:srgbClr val="6AA84F"/>
            </a:solidFill>
            <a:prstDash val="solid"/>
            <a:round/>
            <a:headEnd type="none" w="sm" len="sm"/>
            <a:tailEnd type="triangle" w="med" len="med"/>
          </a:ln>
        </p:spPr>
      </p:cxnSp>
      <p:sp>
        <p:nvSpPr>
          <p:cNvPr id="583" name="Google Shape;583;p44"/>
          <p:cNvSpPr txBox="1"/>
          <p:nvPr/>
        </p:nvSpPr>
        <p:spPr>
          <a:xfrm>
            <a:off x="9272238" y="2626797"/>
            <a:ext cx="2585866" cy="923299"/>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Get all the data from the form. Isbn is a unique index here.</a:t>
            </a:r>
            <a:endParaRPr sz="1600" b="0" i="0" u="none" strike="noStrike" cap="none">
              <a:solidFill>
                <a:srgbClr val="000000"/>
              </a:solidFill>
              <a:latin typeface="Arial"/>
              <a:ea typeface="Arial"/>
              <a:cs typeface="Arial"/>
              <a:sym typeface="Arial"/>
            </a:endParaRPr>
          </a:p>
        </p:txBody>
      </p:sp>
      <p:sp>
        <p:nvSpPr>
          <p:cNvPr id="584" name="Google Shape;584;p44"/>
          <p:cNvSpPr/>
          <p:nvPr/>
        </p:nvSpPr>
        <p:spPr>
          <a:xfrm>
            <a:off x="3987028" y="4135918"/>
            <a:ext cx="2838300" cy="266822"/>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85" name="Google Shape;585;p44"/>
          <p:cNvCxnSpPr>
            <a:cxnSpLocks/>
            <a:stCxn id="586" idx="1"/>
            <a:endCxn id="584" idx="3"/>
          </p:cNvCxnSpPr>
          <p:nvPr/>
        </p:nvCxnSpPr>
        <p:spPr>
          <a:xfrm flipH="1">
            <a:off x="6825328" y="4152225"/>
            <a:ext cx="2496194" cy="117104"/>
          </a:xfrm>
          <a:prstGeom prst="straightConnector1">
            <a:avLst/>
          </a:prstGeom>
          <a:noFill/>
          <a:ln w="19050" cap="flat" cmpd="sng">
            <a:solidFill>
              <a:srgbClr val="FF9900"/>
            </a:solidFill>
            <a:prstDash val="solid"/>
            <a:round/>
            <a:headEnd type="none" w="sm" len="sm"/>
            <a:tailEnd type="triangle" w="med" len="med"/>
          </a:ln>
        </p:spPr>
      </p:cxnSp>
      <p:sp>
        <p:nvSpPr>
          <p:cNvPr id="586" name="Google Shape;586;p44"/>
          <p:cNvSpPr txBox="1"/>
          <p:nvPr/>
        </p:nvSpPr>
        <p:spPr>
          <a:xfrm>
            <a:off x="9321522" y="3813686"/>
            <a:ext cx="2536581" cy="677078"/>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key, and the attributes to be updated.</a:t>
            </a:r>
            <a:endParaRPr sz="1600" b="0" i="0" u="none" strike="noStrike" cap="none">
              <a:solidFill>
                <a:srgbClr val="000000"/>
              </a:solidFill>
              <a:latin typeface="Arial"/>
              <a:ea typeface="Arial"/>
              <a:cs typeface="Arial"/>
              <a:sym typeface="Arial"/>
            </a:endParaRPr>
          </a:p>
        </p:txBody>
      </p:sp>
      <p:sp>
        <p:nvSpPr>
          <p:cNvPr id="587" name="Google Shape;587;p44"/>
          <p:cNvSpPr/>
          <p:nvPr/>
        </p:nvSpPr>
        <p:spPr>
          <a:xfrm>
            <a:off x="1232144" y="4402740"/>
            <a:ext cx="2091627" cy="266822"/>
          </a:xfrm>
          <a:prstGeom prst="flowChartAlternateProcess">
            <a:avLst/>
          </a:prstGeom>
          <a:noFill/>
          <a:ln w="19050"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88" name="Google Shape;588;p44"/>
          <p:cNvCxnSpPr>
            <a:cxnSpLocks/>
            <a:stCxn id="589" idx="1"/>
            <a:endCxn id="587" idx="3"/>
          </p:cNvCxnSpPr>
          <p:nvPr/>
        </p:nvCxnSpPr>
        <p:spPr>
          <a:xfrm flipH="1" flipV="1">
            <a:off x="3323771" y="4536151"/>
            <a:ext cx="5997752" cy="726154"/>
          </a:xfrm>
          <a:prstGeom prst="straightConnector1">
            <a:avLst/>
          </a:prstGeom>
          <a:noFill/>
          <a:ln w="19050" cap="flat" cmpd="sng">
            <a:solidFill>
              <a:srgbClr val="FFD966"/>
            </a:solidFill>
            <a:prstDash val="solid"/>
            <a:round/>
            <a:headEnd type="none" w="sm" len="sm"/>
            <a:tailEnd type="triangle" w="med" len="med"/>
          </a:ln>
        </p:spPr>
      </p:cxnSp>
      <p:sp>
        <p:nvSpPr>
          <p:cNvPr id="589" name="Google Shape;589;p44"/>
          <p:cNvSpPr txBox="1"/>
          <p:nvPr/>
        </p:nvSpPr>
        <p:spPr>
          <a:xfrm>
            <a:off x="9321523" y="4923766"/>
            <a:ext cx="2536580" cy="677078"/>
          </a:xfrm>
          <a:prstGeom prst="rect">
            <a:avLst/>
          </a:prstGeom>
          <a:solidFill>
            <a:srgbClr val="FFF2C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Check out the </a:t>
            </a:r>
            <a:r>
              <a:rPr lang="en-US" sz="1600" b="1" dirty="0" err="1">
                <a:solidFill>
                  <a:schemeClr val="dk1"/>
                </a:solidFill>
                <a:latin typeface="Consolas" panose="020B0609020204030204" pitchFamily="49" charset="0"/>
                <a:cs typeface="Consolas" panose="020B0609020204030204" pitchFamily="49" charset="0"/>
              </a:rPr>
              <a:t>console.log</a:t>
            </a:r>
            <a:r>
              <a:rPr lang="en-US" sz="1600" b="0" i="0" u="none" strike="noStrike" cap="none" dirty="0">
                <a:solidFill>
                  <a:srgbClr val="000000"/>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p:txBody>
      </p:sp>
      <p:sp>
        <p:nvSpPr>
          <p:cNvPr id="590" name="Google Shape;590;p44"/>
          <p:cNvSpPr txBox="1"/>
          <p:nvPr/>
        </p:nvSpPr>
        <p:spPr>
          <a:xfrm>
            <a:off x="3450888" y="6340153"/>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controller.js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4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Exercise 3: </a:t>
            </a:r>
            <a:r>
              <a:rPr lang="en-US" sz="2400" b="1" dirty="0" err="1">
                <a:solidFill>
                  <a:srgbClr val="11175E"/>
                </a:solidFill>
                <a:latin typeface="Consolas" panose="020B0609020204030204" pitchFamily="49" charset="0"/>
                <a:cs typeface="Consolas" panose="020B0609020204030204" pitchFamily="49" charset="0"/>
              </a:rPr>
              <a:t>updateOne</a:t>
            </a:r>
            <a:r>
              <a:rPr lang="en-US" sz="2400" b="1" dirty="0">
                <a:solidFill>
                  <a:srgbClr val="11175E"/>
                </a:solidFill>
                <a:latin typeface="Consolas" panose="020B0609020204030204" pitchFamily="49" charset="0"/>
                <a:cs typeface="Consolas" panose="020B0609020204030204" pitchFamily="49" charset="0"/>
              </a:rPr>
              <a:t>()</a:t>
            </a:r>
            <a:endParaRPr sz="2400" b="1" i="0" u="none" strike="noStrike" cap="none" dirty="0">
              <a:solidFill>
                <a:srgbClr val="11175E"/>
              </a:solidFill>
              <a:latin typeface="Arial"/>
              <a:ea typeface="Arial"/>
              <a:cs typeface="Arial"/>
              <a:sym typeface="Arial"/>
            </a:endParaRPr>
          </a:p>
        </p:txBody>
      </p:sp>
      <p:sp>
        <p:nvSpPr>
          <p:cNvPr id="596" name="Google Shape;596;p45"/>
          <p:cNvSpPr txBox="1"/>
          <p:nvPr/>
        </p:nvSpPr>
        <p:spPr>
          <a:xfrm>
            <a:off x="241884" y="1375765"/>
            <a:ext cx="10987964" cy="1118376"/>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3: Update a book’s rating and price</a:t>
            </a:r>
            <a:br>
              <a:rPr lang="en-US" sz="1600" b="1" i="0" u="sng"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You are tasked to create an </a:t>
            </a:r>
            <a:r>
              <a:rPr lang="en-US" sz="1600" b="1" i="0" u="none" strike="noStrike" cap="none" dirty="0">
                <a:solidFill>
                  <a:schemeClr val="dk1"/>
                </a:solidFill>
                <a:latin typeface="Arial"/>
                <a:ea typeface="Arial"/>
                <a:cs typeface="Arial"/>
                <a:sym typeface="Arial"/>
              </a:rPr>
              <a:t>edit</a:t>
            </a:r>
            <a:r>
              <a:rPr lang="en-US" sz="1600" b="0" i="0" u="none" strike="noStrike" cap="none" dirty="0">
                <a:solidFill>
                  <a:schemeClr val="dk1"/>
                </a:solidFill>
                <a:latin typeface="Arial"/>
                <a:ea typeface="Arial"/>
                <a:cs typeface="Arial"/>
                <a:sym typeface="Arial"/>
              </a:rPr>
              <a:t> book link to show beside the usual book list. When the user click on the edit link next to the book, it will send them to a screen with the book for editing. After the user submits the edit, it will update it to the database and inform that the user that the edit is successful Let’s look at the flow of this exercise</a:t>
            </a:r>
            <a:endParaRPr sz="1600" b="0" i="0" u="none" strike="noStrike" cap="none" dirty="0">
              <a:solidFill>
                <a:schemeClr val="dk1"/>
              </a:solidFill>
              <a:latin typeface="Arial"/>
              <a:ea typeface="Arial"/>
              <a:cs typeface="Arial"/>
              <a:sym typeface="Arial"/>
            </a:endParaRPr>
          </a:p>
        </p:txBody>
      </p:sp>
      <p:sp>
        <p:nvSpPr>
          <p:cNvPr id="597" name="Google Shape;597;p45"/>
          <p:cNvSpPr/>
          <p:nvPr/>
        </p:nvSpPr>
        <p:spPr>
          <a:xfrm>
            <a:off x="672084" y="2925546"/>
            <a:ext cx="2478024"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dirty="0">
                <a:solidFill>
                  <a:schemeClr val="dk1"/>
                </a:solidFill>
                <a:latin typeface="Arial"/>
                <a:ea typeface="Arial"/>
                <a:cs typeface="Arial"/>
                <a:sym typeface="Arial"/>
              </a:rPr>
              <a:t>Display all the </a:t>
            </a:r>
            <a:r>
              <a:rPr lang="en-US" b="1" dirty="0">
                <a:solidFill>
                  <a:schemeClr val="dk1"/>
                </a:solidFill>
                <a:latin typeface="Consolas" panose="020B0609020204030204" pitchFamily="49" charset="0"/>
                <a:cs typeface="Consolas" panose="020B0609020204030204" pitchFamily="49" charset="0"/>
              </a:rPr>
              <a:t>books</a:t>
            </a:r>
            <a:r>
              <a:rPr lang="en-US" sz="1400" b="0" i="0" u="none" strike="noStrike" cap="none" dirty="0">
                <a:solidFill>
                  <a:schemeClr val="dk1"/>
                </a:solidFill>
                <a:latin typeface="Arial"/>
                <a:ea typeface="Arial"/>
                <a:cs typeface="Arial"/>
                <a:sym typeface="Arial"/>
              </a:rPr>
              <a:t> with edit links on each </a:t>
            </a:r>
            <a:r>
              <a:rPr lang="en-US" b="1" dirty="0">
                <a:solidFill>
                  <a:schemeClr val="dk1"/>
                </a:solidFill>
                <a:latin typeface="Consolas" panose="020B0609020204030204" pitchFamily="49" charset="0"/>
                <a:cs typeface="Consolas" panose="020B0609020204030204" pitchFamily="49" charset="0"/>
              </a:rPr>
              <a:t>book</a:t>
            </a:r>
            <a:r>
              <a:rPr lang="en-US" sz="1400" b="0" i="0" u="none" strike="noStrike" cap="none" dirty="0">
                <a:solidFill>
                  <a:schemeClr val="dk1"/>
                </a:solidFill>
                <a:latin typeface="Arial"/>
                <a:ea typeface="Arial"/>
                <a:cs typeface="Arial"/>
                <a:sym typeface="Arial"/>
              </a:rPr>
              <a:t>.</a:t>
            </a:r>
            <a:endParaRPr sz="1400" b="0" i="0" u="none" strike="noStrike" cap="none" dirty="0">
              <a:solidFill>
                <a:schemeClr val="dk1"/>
              </a:solidFill>
              <a:latin typeface="Arial"/>
              <a:ea typeface="Arial"/>
              <a:cs typeface="Arial"/>
              <a:sym typeface="Arial"/>
            </a:endParaRPr>
          </a:p>
        </p:txBody>
      </p:sp>
      <p:sp>
        <p:nvSpPr>
          <p:cNvPr id="598" name="Google Shape;598;p45"/>
          <p:cNvSpPr txBox="1"/>
          <p:nvPr/>
        </p:nvSpPr>
        <p:spPr>
          <a:xfrm>
            <a:off x="864108" y="2590683"/>
            <a:ext cx="2093976"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/edit-books </a:t>
            </a:r>
            <a:r>
              <a:rPr lang="en-US" b="1" i="0" u="none" strike="noStrike" cap="none" dirty="0">
                <a:solidFill>
                  <a:srgbClr val="000000"/>
                </a:solidFill>
                <a:latin typeface="Arial"/>
                <a:ea typeface="Arial"/>
                <a:cs typeface="Arial"/>
                <a:sym typeface="Arial"/>
              </a:rPr>
              <a:t>(Route)</a:t>
            </a:r>
            <a:endParaRPr b="1" i="0" u="none" strike="noStrike" cap="none" dirty="0">
              <a:solidFill>
                <a:srgbClr val="000000"/>
              </a:solidFill>
              <a:latin typeface="Arial"/>
              <a:ea typeface="Arial"/>
              <a:cs typeface="Arial"/>
              <a:sym typeface="Arial"/>
            </a:endParaRPr>
          </a:p>
        </p:txBody>
      </p:sp>
      <p:sp>
        <p:nvSpPr>
          <p:cNvPr id="599" name="Google Shape;599;p45"/>
          <p:cNvSpPr/>
          <p:nvPr/>
        </p:nvSpPr>
        <p:spPr>
          <a:xfrm>
            <a:off x="4376928" y="2923281"/>
            <a:ext cx="3660648"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dirty="0">
                <a:solidFill>
                  <a:schemeClr val="dk1"/>
                </a:solidFill>
                <a:latin typeface="Arial"/>
                <a:ea typeface="Arial"/>
                <a:cs typeface="Arial"/>
                <a:sym typeface="Arial"/>
              </a:rPr>
              <a:t>Retrieves and Display </a:t>
            </a:r>
            <a:r>
              <a:rPr lang="en-US" b="1" dirty="0">
                <a:solidFill>
                  <a:schemeClr val="dk1"/>
                </a:solidFill>
                <a:latin typeface="Consolas" panose="020B0609020204030204" pitchFamily="49" charset="0"/>
                <a:cs typeface="Consolas" panose="020B0609020204030204" pitchFamily="49" charset="0"/>
              </a:rPr>
              <a:t>book </a:t>
            </a:r>
            <a:r>
              <a:rPr lang="en-US" sz="1400" b="0" i="0" u="none" strike="noStrike" cap="none" dirty="0">
                <a:solidFill>
                  <a:schemeClr val="dk1"/>
                </a:solidFill>
                <a:latin typeface="Arial"/>
                <a:ea typeface="Arial"/>
                <a:cs typeface="Arial"/>
                <a:sym typeface="Arial"/>
              </a:rPr>
              <a:t>(</a:t>
            </a:r>
            <a:r>
              <a:rPr lang="en-US" b="1" dirty="0" err="1">
                <a:solidFill>
                  <a:schemeClr val="dk1"/>
                </a:solidFill>
                <a:latin typeface="Consolas" panose="020B0609020204030204" pitchFamily="49" charset="0"/>
                <a:cs typeface="Consolas" panose="020B0609020204030204" pitchFamily="49" charset="0"/>
              </a:rPr>
              <a:t>isbn</a:t>
            </a:r>
            <a:r>
              <a:rPr lang="en-US" b="1" dirty="0">
                <a:solidFill>
                  <a:schemeClr val="dk1"/>
                </a:solidFill>
                <a:latin typeface="Consolas" panose="020B0609020204030204" pitchFamily="49" charset="0"/>
                <a:cs typeface="Consolas" panose="020B0609020204030204" pitchFamily="49" charset="0"/>
              </a:rPr>
              <a:t>=1234567</a:t>
            </a:r>
            <a:r>
              <a:rPr lang="en-US" sz="1400" b="0" i="0" u="none" strike="noStrike" cap="none" dirty="0">
                <a:solidFill>
                  <a:schemeClr val="dk1"/>
                </a:solidFill>
                <a:latin typeface="Arial"/>
                <a:ea typeface="Arial"/>
                <a:cs typeface="Arial"/>
                <a:sym typeface="Arial"/>
              </a:rPr>
              <a:t>) with editable rating and price Textbox.</a:t>
            </a:r>
            <a:endParaRPr sz="1400" b="0" i="0" u="none" strike="noStrike" cap="none" dirty="0">
              <a:solidFill>
                <a:schemeClr val="dk1"/>
              </a:solidFill>
              <a:latin typeface="Arial"/>
              <a:ea typeface="Arial"/>
              <a:cs typeface="Arial"/>
              <a:sym typeface="Arial"/>
            </a:endParaRPr>
          </a:p>
        </p:txBody>
      </p:sp>
      <p:sp>
        <p:nvSpPr>
          <p:cNvPr id="600" name="Google Shape;600;p45"/>
          <p:cNvSpPr txBox="1"/>
          <p:nvPr/>
        </p:nvSpPr>
        <p:spPr>
          <a:xfrm>
            <a:off x="5256276" y="2576227"/>
            <a:ext cx="190195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/update-book</a:t>
            </a:r>
            <a:endParaRPr b="1" dirty="0">
              <a:solidFill>
                <a:schemeClr val="dk1"/>
              </a:solidFill>
              <a:latin typeface="Consolas" panose="020B0609020204030204" pitchFamily="49" charset="0"/>
              <a:cs typeface="Consolas" panose="020B0609020204030204" pitchFamily="49" charset="0"/>
            </a:endParaRPr>
          </a:p>
        </p:txBody>
      </p:sp>
      <p:sp>
        <p:nvSpPr>
          <p:cNvPr id="601" name="Google Shape;601;p45"/>
          <p:cNvSpPr txBox="1"/>
          <p:nvPr/>
        </p:nvSpPr>
        <p:spPr>
          <a:xfrm>
            <a:off x="635508" y="4219344"/>
            <a:ext cx="2666492"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User clicks on one of the book to edit. It goes to </a:t>
            </a:r>
          </a:p>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a:t>
            </a:r>
            <a:r>
              <a:rPr lang="en-US" b="1" dirty="0" err="1">
                <a:solidFill>
                  <a:schemeClr val="dk1"/>
                </a:solidFill>
                <a:latin typeface="Consolas" panose="020B0609020204030204" pitchFamily="49" charset="0"/>
                <a:cs typeface="Consolas" panose="020B0609020204030204" pitchFamily="49" charset="0"/>
              </a:rPr>
              <a:t>update-book?isbn</a:t>
            </a:r>
            <a:r>
              <a:rPr lang="en-US" b="1" dirty="0">
                <a:solidFill>
                  <a:schemeClr val="dk1"/>
                </a:solidFill>
                <a:latin typeface="Consolas" panose="020B0609020204030204" pitchFamily="49" charset="0"/>
                <a:cs typeface="Consolas" panose="020B0609020204030204" pitchFamily="49" charset="0"/>
              </a:rPr>
              <a:t>=1234567</a:t>
            </a:r>
            <a:endParaRPr b="1" dirty="0">
              <a:solidFill>
                <a:schemeClr val="dk1"/>
              </a:solidFill>
              <a:latin typeface="Consolas" panose="020B0609020204030204" pitchFamily="49" charset="0"/>
              <a:cs typeface="Consolas" panose="020B0609020204030204" pitchFamily="49" charset="0"/>
            </a:endParaRPr>
          </a:p>
        </p:txBody>
      </p:sp>
      <p:cxnSp>
        <p:nvCxnSpPr>
          <p:cNvPr id="602" name="Google Shape;602;p45"/>
          <p:cNvCxnSpPr>
            <a:stCxn id="597" idx="3"/>
            <a:endCxn id="599" idx="1"/>
          </p:cNvCxnSpPr>
          <p:nvPr/>
        </p:nvCxnSpPr>
        <p:spPr>
          <a:xfrm flipV="1">
            <a:off x="3150108" y="3499620"/>
            <a:ext cx="1226820" cy="2265"/>
          </a:xfrm>
          <a:prstGeom prst="straightConnector1">
            <a:avLst/>
          </a:prstGeom>
          <a:noFill/>
          <a:ln w="38100" cap="flat" cmpd="sng">
            <a:solidFill>
              <a:srgbClr val="EB792A"/>
            </a:solidFill>
            <a:prstDash val="solid"/>
            <a:round/>
            <a:headEnd type="none" w="sm" len="sm"/>
            <a:tailEnd type="triangle" w="med" len="med"/>
          </a:ln>
        </p:spPr>
      </p:cxnSp>
      <p:sp>
        <p:nvSpPr>
          <p:cNvPr id="603" name="Google Shape;603;p45"/>
          <p:cNvSpPr txBox="1"/>
          <p:nvPr/>
        </p:nvSpPr>
        <p:spPr>
          <a:xfrm>
            <a:off x="2987040" y="3167194"/>
            <a:ext cx="156972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err="1">
                <a:solidFill>
                  <a:schemeClr val="dk1"/>
                </a:solidFill>
                <a:latin typeface="Consolas" panose="020B0609020204030204" pitchFamily="49" charset="0"/>
                <a:cs typeface="Consolas" panose="020B0609020204030204" pitchFamily="49" charset="0"/>
              </a:rPr>
              <a:t>isbn</a:t>
            </a:r>
            <a:r>
              <a:rPr lang="en-US" b="1" dirty="0">
                <a:solidFill>
                  <a:schemeClr val="dk1"/>
                </a:solidFill>
                <a:latin typeface="Consolas" panose="020B0609020204030204" pitchFamily="49" charset="0"/>
                <a:cs typeface="Consolas" panose="020B0609020204030204" pitchFamily="49" charset="0"/>
              </a:rPr>
              <a:t>=1234567</a:t>
            </a:r>
            <a:endParaRPr b="1" dirty="0">
              <a:solidFill>
                <a:schemeClr val="dk1"/>
              </a:solidFill>
              <a:latin typeface="Consolas" panose="020B0609020204030204" pitchFamily="49" charset="0"/>
              <a:cs typeface="Consolas" panose="020B0609020204030204" pitchFamily="49" charset="0"/>
            </a:endParaRPr>
          </a:p>
        </p:txBody>
      </p:sp>
      <p:sp>
        <p:nvSpPr>
          <p:cNvPr id="604" name="Google Shape;604;p45"/>
          <p:cNvSpPr txBox="1"/>
          <p:nvPr/>
        </p:nvSpPr>
        <p:spPr>
          <a:xfrm>
            <a:off x="4305300" y="4210449"/>
            <a:ext cx="3803904" cy="22467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Retrieves the </a:t>
            </a:r>
            <a:r>
              <a:rPr lang="en-US" b="0" i="0" u="none" strike="noStrike" cap="none" dirty="0" err="1">
                <a:solidFill>
                  <a:srgbClr val="000000"/>
                </a:solidFill>
                <a:latin typeface="Arial"/>
                <a:ea typeface="Arial"/>
                <a:cs typeface="Arial"/>
                <a:sym typeface="Arial"/>
              </a:rPr>
              <a:t>isbn</a:t>
            </a:r>
            <a:r>
              <a:rPr lang="en-US" b="0" i="0" u="none" strike="noStrike" cap="none" dirty="0">
                <a:solidFill>
                  <a:srgbClr val="000000"/>
                </a:solidFill>
                <a:latin typeface="Arial"/>
                <a:ea typeface="Arial"/>
                <a:cs typeface="Arial"/>
                <a:sym typeface="Arial"/>
              </a:rPr>
              <a:t> number from the URL. </a:t>
            </a:r>
            <a:endParaRPr dirty="0"/>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Using </a:t>
            </a:r>
            <a:r>
              <a:rPr lang="en-US" b="1" dirty="0" err="1">
                <a:solidFill>
                  <a:schemeClr val="dk1"/>
                </a:solidFill>
                <a:latin typeface="Consolas" panose="020B0609020204030204" pitchFamily="49" charset="0"/>
                <a:cs typeface="Consolas" panose="020B0609020204030204" pitchFamily="49" charset="0"/>
              </a:rPr>
              <a:t>findbyIsbn</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rgbClr val="000000"/>
                </a:solidFill>
                <a:latin typeface="Arial"/>
                <a:ea typeface="Arial"/>
                <a:cs typeface="Arial"/>
                <a:sym typeface="Arial"/>
              </a:rPr>
              <a:t>,it retrieves the book with </a:t>
            </a:r>
            <a:r>
              <a:rPr lang="en-US" b="1" i="0" u="none" strike="noStrike" cap="none" dirty="0" err="1">
                <a:solidFill>
                  <a:schemeClr val="dk1"/>
                </a:solidFill>
                <a:latin typeface="Consolas" panose="020B0609020204030204" pitchFamily="49" charset="0"/>
                <a:ea typeface="Arial"/>
                <a:cs typeface="Consolas" panose="020B0609020204030204" pitchFamily="49" charset="0"/>
                <a:sym typeface="Arial"/>
              </a:rPr>
              <a:t>i</a:t>
            </a:r>
            <a:r>
              <a:rPr lang="en-US" b="1" dirty="0" err="1">
                <a:solidFill>
                  <a:schemeClr val="dk1"/>
                </a:solidFill>
                <a:latin typeface="Consolas" panose="020B0609020204030204" pitchFamily="49" charset="0"/>
                <a:cs typeface="Consolas" panose="020B0609020204030204" pitchFamily="49" charset="0"/>
              </a:rPr>
              <a:t>sbn</a:t>
            </a:r>
            <a:r>
              <a:rPr lang="en-US" b="0" i="0" u="none" strike="noStrike" cap="none" dirty="0">
                <a:solidFill>
                  <a:srgbClr val="000000"/>
                </a:solidFill>
                <a:latin typeface="Arial"/>
                <a:ea typeface="Arial"/>
                <a:cs typeface="Arial"/>
                <a:sym typeface="Arial"/>
              </a:rPr>
              <a:t>=</a:t>
            </a:r>
            <a:r>
              <a:rPr lang="en-US" b="1" dirty="0">
                <a:solidFill>
                  <a:schemeClr val="dk1"/>
                </a:solidFill>
                <a:latin typeface="Consolas" panose="020B0609020204030204" pitchFamily="49" charset="0"/>
                <a:cs typeface="Consolas" panose="020B0609020204030204" pitchFamily="49" charset="0"/>
              </a:rPr>
              <a:t>1234567</a:t>
            </a:r>
            <a:endParaRPr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Renders the form with the information of the book and set value of the text-box rating and price with the values retrieved. </a:t>
            </a:r>
            <a:endParaRPr dirty="0"/>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User can edit the values of both the attributes and click update.</a:t>
            </a:r>
            <a:br>
              <a:rPr lang="en-US" b="0" i="0" u="none" strike="noStrike" cap="none" dirty="0">
                <a:solidFill>
                  <a:srgbClr val="000000"/>
                </a:solidFill>
                <a:latin typeface="Arial"/>
                <a:ea typeface="Arial"/>
                <a:cs typeface="Arial"/>
                <a:sym typeface="Arial"/>
              </a:rPr>
            </a:br>
            <a:r>
              <a:rPr lang="en-US" b="0" i="0" u="none" strike="noStrike" cap="none" dirty="0">
                <a:solidFill>
                  <a:srgbClr val="000000"/>
                </a:solidFill>
                <a:latin typeface="Arial"/>
                <a:ea typeface="Arial"/>
                <a:cs typeface="Arial"/>
                <a:sym typeface="Arial"/>
              </a:rPr>
              <a:t>- The </a:t>
            </a:r>
            <a:r>
              <a:rPr lang="en-US" b="1" i="0" u="none" strike="noStrike" cap="none" dirty="0" err="1">
                <a:solidFill>
                  <a:schemeClr val="dk1"/>
                </a:solidFill>
                <a:latin typeface="Consolas" panose="020B0609020204030204" pitchFamily="49" charset="0"/>
                <a:ea typeface="Arial"/>
                <a:cs typeface="Consolas" panose="020B0609020204030204" pitchFamily="49" charset="0"/>
                <a:sym typeface="Arial"/>
              </a:rPr>
              <a:t>i</a:t>
            </a:r>
            <a:r>
              <a:rPr lang="en-US" b="1" dirty="0" err="1">
                <a:solidFill>
                  <a:schemeClr val="dk1"/>
                </a:solidFill>
                <a:latin typeface="Consolas" panose="020B0609020204030204" pitchFamily="49" charset="0"/>
                <a:cs typeface="Consolas" panose="020B0609020204030204" pitchFamily="49" charset="0"/>
              </a:rPr>
              <a:t>sbn</a:t>
            </a:r>
            <a:r>
              <a:rPr lang="en-US" b="0" i="0" u="none" strike="noStrike" cap="none" dirty="0">
                <a:solidFill>
                  <a:srgbClr val="000000"/>
                </a:solidFill>
                <a:latin typeface="Arial"/>
                <a:ea typeface="Arial"/>
                <a:cs typeface="Arial"/>
                <a:sym typeface="Arial"/>
              </a:rPr>
              <a:t> number is stored in a hidden field for usage of the update function.</a:t>
            </a:r>
            <a:endParaRPr b="0" i="0" u="none" strike="noStrike" cap="none" dirty="0">
              <a:solidFill>
                <a:srgbClr val="000000"/>
              </a:solidFill>
              <a:latin typeface="Arial"/>
              <a:ea typeface="Arial"/>
              <a:cs typeface="Arial"/>
              <a:sym typeface="Arial"/>
            </a:endParaRPr>
          </a:p>
        </p:txBody>
      </p:sp>
      <p:sp>
        <p:nvSpPr>
          <p:cNvPr id="605" name="Google Shape;605;p45"/>
          <p:cNvSpPr/>
          <p:nvPr/>
        </p:nvSpPr>
        <p:spPr>
          <a:xfrm>
            <a:off x="8891016" y="2925546"/>
            <a:ext cx="2758440"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dirty="0">
                <a:solidFill>
                  <a:schemeClr val="dk1"/>
                </a:solidFill>
                <a:latin typeface="Arial"/>
                <a:ea typeface="Arial"/>
                <a:cs typeface="Arial"/>
                <a:sym typeface="Arial"/>
              </a:rPr>
              <a:t>Retrieves </a:t>
            </a:r>
            <a:r>
              <a:rPr lang="en-US" b="1" dirty="0" err="1">
                <a:solidFill>
                  <a:schemeClr val="dk1"/>
                </a:solidFill>
                <a:latin typeface="Consolas" panose="020B0609020204030204" pitchFamily="49" charset="0"/>
                <a:cs typeface="Consolas" panose="020B0609020204030204" pitchFamily="49" charset="0"/>
              </a:rPr>
              <a:t>isbn</a:t>
            </a:r>
            <a:r>
              <a:rPr lang="en-US" sz="1400" b="0" i="0" u="none" strike="noStrike" cap="none" dirty="0">
                <a:solidFill>
                  <a:schemeClr val="dk1"/>
                </a:solidFill>
                <a:latin typeface="Arial"/>
                <a:ea typeface="Arial"/>
                <a:cs typeface="Arial"/>
                <a:sym typeface="Arial"/>
              </a:rPr>
              <a:t>, </a:t>
            </a:r>
            <a:r>
              <a:rPr lang="en-US" b="1" dirty="0">
                <a:solidFill>
                  <a:schemeClr val="dk1"/>
                </a:solidFill>
                <a:latin typeface="Consolas" panose="020B0609020204030204" pitchFamily="49" charset="0"/>
                <a:cs typeface="Consolas" panose="020B0609020204030204" pitchFamily="49" charset="0"/>
              </a:rPr>
              <a:t>rating</a:t>
            </a:r>
            <a:r>
              <a:rPr lang="en-US" sz="1400" b="0" i="0" u="none" strike="noStrike" cap="none" dirty="0">
                <a:solidFill>
                  <a:schemeClr val="dk1"/>
                </a:solidFill>
                <a:latin typeface="Arial"/>
                <a:ea typeface="Arial"/>
                <a:cs typeface="Arial"/>
                <a:sym typeface="Arial"/>
              </a:rPr>
              <a:t>, </a:t>
            </a:r>
            <a:r>
              <a:rPr lang="en-US" b="1" dirty="0">
                <a:solidFill>
                  <a:schemeClr val="dk1"/>
                </a:solidFill>
                <a:latin typeface="Consolas" panose="020B0609020204030204" pitchFamily="49" charset="0"/>
                <a:cs typeface="Consolas" panose="020B0609020204030204" pitchFamily="49" charset="0"/>
              </a:rPr>
              <a:t>price</a:t>
            </a:r>
            <a:r>
              <a:rPr lang="en-US" sz="1400" b="0" i="0" u="none" strike="noStrike" cap="none" dirty="0">
                <a:solidFill>
                  <a:schemeClr val="dk1"/>
                </a:solidFill>
                <a:latin typeface="Arial"/>
                <a:ea typeface="Arial"/>
                <a:cs typeface="Arial"/>
                <a:sym typeface="Arial"/>
              </a:rPr>
              <a:t> from the form and update the </a:t>
            </a:r>
            <a:r>
              <a:rPr lang="en-US" b="1" dirty="0">
                <a:solidFill>
                  <a:schemeClr val="dk1"/>
                </a:solidFill>
                <a:latin typeface="Consolas" panose="020B0609020204030204" pitchFamily="49" charset="0"/>
                <a:cs typeface="Consolas" panose="020B0609020204030204" pitchFamily="49" charset="0"/>
              </a:rPr>
              <a:t>book</a:t>
            </a:r>
            <a:r>
              <a:rPr lang="en-US" sz="1400" b="0" i="0" u="none" strike="noStrike" cap="none" dirty="0">
                <a:solidFill>
                  <a:schemeClr val="dk1"/>
                </a:solidFill>
                <a:latin typeface="Arial"/>
                <a:ea typeface="Arial"/>
                <a:cs typeface="Arial"/>
                <a:sym typeface="Arial"/>
              </a:rPr>
              <a:t>.</a:t>
            </a:r>
            <a:endParaRPr sz="1400" b="0" i="0" u="none" strike="noStrike" cap="none" dirty="0">
              <a:solidFill>
                <a:schemeClr val="dk1"/>
              </a:solidFill>
              <a:latin typeface="Arial"/>
              <a:ea typeface="Arial"/>
              <a:cs typeface="Arial"/>
              <a:sym typeface="Arial"/>
            </a:endParaRPr>
          </a:p>
        </p:txBody>
      </p:sp>
      <p:sp>
        <p:nvSpPr>
          <p:cNvPr id="606" name="Google Shape;606;p45"/>
          <p:cNvSpPr txBox="1"/>
          <p:nvPr/>
        </p:nvSpPr>
        <p:spPr>
          <a:xfrm>
            <a:off x="9319260" y="2539434"/>
            <a:ext cx="190195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/update-book</a:t>
            </a:r>
            <a:endParaRPr b="1" dirty="0">
              <a:solidFill>
                <a:schemeClr val="dk1"/>
              </a:solidFill>
              <a:latin typeface="Consolas" panose="020B0609020204030204" pitchFamily="49" charset="0"/>
              <a:cs typeface="Consolas" panose="020B0609020204030204" pitchFamily="49" charset="0"/>
            </a:endParaRPr>
          </a:p>
        </p:txBody>
      </p:sp>
      <p:cxnSp>
        <p:nvCxnSpPr>
          <p:cNvPr id="607" name="Google Shape;607;p45"/>
          <p:cNvCxnSpPr>
            <a:stCxn id="599" idx="3"/>
            <a:endCxn id="605" idx="1"/>
          </p:cNvCxnSpPr>
          <p:nvPr/>
        </p:nvCxnSpPr>
        <p:spPr>
          <a:xfrm>
            <a:off x="8037576" y="3499620"/>
            <a:ext cx="853440" cy="2265"/>
          </a:xfrm>
          <a:prstGeom prst="straightConnector1">
            <a:avLst/>
          </a:prstGeom>
          <a:noFill/>
          <a:ln w="38100" cap="flat" cmpd="sng">
            <a:solidFill>
              <a:srgbClr val="EB792A"/>
            </a:solidFill>
            <a:prstDash val="solid"/>
            <a:round/>
            <a:headEnd type="none" w="sm" len="sm"/>
            <a:tailEnd type="triangle" w="med" len="med"/>
          </a:ln>
        </p:spPr>
      </p:cxnSp>
      <p:sp>
        <p:nvSpPr>
          <p:cNvPr id="608" name="Google Shape;608;p45"/>
          <p:cNvSpPr txBox="1"/>
          <p:nvPr/>
        </p:nvSpPr>
        <p:spPr>
          <a:xfrm>
            <a:off x="8994648" y="4196847"/>
            <a:ext cx="2551176" cy="9848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Data is updated using </a:t>
            </a:r>
            <a:r>
              <a:rPr lang="en-US" b="1" dirty="0" err="1">
                <a:solidFill>
                  <a:schemeClr val="dk1"/>
                </a:solidFill>
                <a:latin typeface="Consolas" panose="020B0609020204030204" pitchFamily="49" charset="0"/>
                <a:cs typeface="Consolas" panose="020B0609020204030204" pitchFamily="49" charset="0"/>
              </a:rPr>
              <a:t>editbook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rgbClr val="000000"/>
                </a:solidFill>
                <a:latin typeface="Arial"/>
                <a:ea typeface="Arial"/>
                <a:cs typeface="Arial"/>
                <a:sym typeface="Arial"/>
              </a:rPr>
              <a:t>User sees a message that the data has been update.</a:t>
            </a:r>
            <a:endParaRPr b="0" i="0" u="none" strike="noStrike" cap="none" dirty="0">
              <a:solidFill>
                <a:srgbClr val="000000"/>
              </a:solidFill>
              <a:latin typeface="Arial"/>
              <a:ea typeface="Arial"/>
              <a:cs typeface="Arial"/>
              <a:sym typeface="Arial"/>
            </a:endParaRPr>
          </a:p>
        </p:txBody>
      </p:sp>
      <p:sp>
        <p:nvSpPr>
          <p:cNvPr id="609" name="Google Shape;609;p45"/>
          <p:cNvSpPr txBox="1"/>
          <p:nvPr/>
        </p:nvSpPr>
        <p:spPr>
          <a:xfrm>
            <a:off x="1005840" y="2900414"/>
            <a:ext cx="181051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err="1">
                <a:solidFill>
                  <a:schemeClr val="dk1"/>
                </a:solidFill>
                <a:latin typeface="Consolas" panose="020B0609020204030204" pitchFamily="49" charset="0"/>
                <a:cs typeface="Consolas" panose="020B0609020204030204" pitchFamily="49" charset="0"/>
              </a:rPr>
              <a:t>showbookList</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p:txBody>
      </p:sp>
      <p:sp>
        <p:nvSpPr>
          <p:cNvPr id="610" name="Google Shape;610;p45"/>
          <p:cNvSpPr txBox="1"/>
          <p:nvPr/>
        </p:nvSpPr>
        <p:spPr>
          <a:xfrm>
            <a:off x="5544312" y="2859458"/>
            <a:ext cx="1325880"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err="1">
                <a:solidFill>
                  <a:schemeClr val="dk1"/>
                </a:solidFill>
                <a:latin typeface="Consolas" panose="020B0609020204030204" pitchFamily="49" charset="0"/>
                <a:cs typeface="Consolas" panose="020B0609020204030204" pitchFamily="49" charset="0"/>
              </a:rPr>
              <a:t>getBook</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p:txBody>
      </p:sp>
      <p:sp>
        <p:nvSpPr>
          <p:cNvPr id="611" name="Google Shape;611;p45"/>
          <p:cNvSpPr txBox="1"/>
          <p:nvPr/>
        </p:nvSpPr>
        <p:spPr>
          <a:xfrm>
            <a:off x="9448800" y="2862778"/>
            <a:ext cx="164287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err="1">
                <a:solidFill>
                  <a:schemeClr val="dk1"/>
                </a:solidFill>
                <a:latin typeface="Consolas" panose="020B0609020204030204" pitchFamily="49" charset="0"/>
                <a:cs typeface="Consolas" panose="020B0609020204030204" pitchFamily="49" charset="0"/>
              </a:rPr>
              <a:t>updateBook</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4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Exercise 3: </a:t>
            </a:r>
            <a:r>
              <a:rPr lang="en-US" sz="2400" b="1" dirty="0" err="1">
                <a:solidFill>
                  <a:srgbClr val="11175E"/>
                </a:solidFill>
                <a:latin typeface="Consolas" panose="020B0609020204030204" pitchFamily="49" charset="0"/>
                <a:cs typeface="Consolas" panose="020B0609020204030204" pitchFamily="49" charset="0"/>
              </a:rPr>
              <a:t>updateOne</a:t>
            </a:r>
            <a:r>
              <a:rPr lang="en-US" sz="2400" b="1" dirty="0">
                <a:solidFill>
                  <a:srgbClr val="11175E"/>
                </a:solidFill>
                <a:latin typeface="Consolas" panose="020B0609020204030204" pitchFamily="49" charset="0"/>
                <a:cs typeface="Consolas" panose="020B0609020204030204" pitchFamily="49" charset="0"/>
              </a:rPr>
              <a:t>()</a:t>
            </a:r>
            <a:endParaRPr sz="2400" b="1" i="0" u="none" strike="noStrike" cap="none" dirty="0">
              <a:solidFill>
                <a:srgbClr val="11175E"/>
              </a:solidFill>
              <a:latin typeface="Arial"/>
              <a:ea typeface="Arial"/>
              <a:cs typeface="Arial"/>
              <a:sym typeface="Arial"/>
            </a:endParaRPr>
          </a:p>
        </p:txBody>
      </p:sp>
      <p:sp>
        <p:nvSpPr>
          <p:cNvPr id="617" name="Google Shape;617;p46"/>
          <p:cNvSpPr txBox="1"/>
          <p:nvPr/>
        </p:nvSpPr>
        <p:spPr>
          <a:xfrm>
            <a:off x="241884" y="1375765"/>
            <a:ext cx="10987964" cy="64718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3: Update a book’s rating and price</a:t>
            </a:r>
            <a:endParaRPr sz="1600" dirty="0"/>
          </a:p>
          <a:p>
            <a:pPr marL="0" marR="0" lvl="0" indent="0" algn="l"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Look at the expected output of exercise 3</a:t>
            </a:r>
            <a:endParaRPr sz="1600" b="0" i="0" u="none" strike="noStrike" cap="none" dirty="0">
              <a:solidFill>
                <a:schemeClr val="dk1"/>
              </a:solidFill>
              <a:latin typeface="Arial"/>
              <a:ea typeface="Arial"/>
              <a:cs typeface="Arial"/>
              <a:sym typeface="Arial"/>
            </a:endParaRPr>
          </a:p>
        </p:txBody>
      </p:sp>
      <p:grpSp>
        <p:nvGrpSpPr>
          <p:cNvPr id="618" name="Google Shape;618;p46"/>
          <p:cNvGrpSpPr/>
          <p:nvPr/>
        </p:nvGrpSpPr>
        <p:grpSpPr>
          <a:xfrm>
            <a:off x="354584" y="2045522"/>
            <a:ext cx="11948405" cy="4390780"/>
            <a:chOff x="354584" y="2045522"/>
            <a:chExt cx="11948405" cy="4390780"/>
          </a:xfrm>
        </p:grpSpPr>
        <p:grpSp>
          <p:nvGrpSpPr>
            <p:cNvPr id="619" name="Google Shape;619;p46"/>
            <p:cNvGrpSpPr/>
            <p:nvPr/>
          </p:nvGrpSpPr>
          <p:grpSpPr>
            <a:xfrm>
              <a:off x="354584" y="2045522"/>
              <a:ext cx="11948405" cy="4390780"/>
              <a:chOff x="354584" y="2475290"/>
              <a:chExt cx="11948405" cy="4390780"/>
            </a:xfrm>
          </p:grpSpPr>
          <p:sp>
            <p:nvSpPr>
              <p:cNvPr id="620" name="Google Shape;620;p46"/>
              <p:cNvSpPr txBox="1"/>
              <p:nvPr/>
            </p:nvSpPr>
            <p:spPr>
              <a:xfrm>
                <a:off x="1400260" y="2490560"/>
                <a:ext cx="1588599"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/edit-books</a:t>
                </a:r>
                <a:endParaRPr b="1" dirty="0">
                  <a:solidFill>
                    <a:schemeClr val="dk1"/>
                  </a:solidFill>
                  <a:latin typeface="Consolas" panose="020B0609020204030204" pitchFamily="49" charset="0"/>
                  <a:cs typeface="Consolas" panose="020B0609020204030204" pitchFamily="49" charset="0"/>
                </a:endParaRPr>
              </a:p>
            </p:txBody>
          </p:sp>
          <p:sp>
            <p:nvSpPr>
              <p:cNvPr id="621" name="Google Shape;621;p46"/>
              <p:cNvSpPr/>
              <p:nvPr/>
            </p:nvSpPr>
            <p:spPr>
              <a:xfrm>
                <a:off x="354584" y="2866631"/>
                <a:ext cx="4016019"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22" name="Google Shape;622;p46"/>
              <p:cNvSpPr txBox="1"/>
              <p:nvPr/>
            </p:nvSpPr>
            <p:spPr>
              <a:xfrm>
                <a:off x="361696" y="5934456"/>
                <a:ext cx="413308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User goes to </a:t>
                </a:r>
                <a:r>
                  <a:rPr lang="en-US" b="1" dirty="0">
                    <a:solidFill>
                      <a:schemeClr val="dk1"/>
                    </a:solidFill>
                    <a:latin typeface="Consolas" panose="020B0609020204030204" pitchFamily="49" charset="0"/>
                    <a:cs typeface="Consolas" panose="020B0609020204030204" pitchFamily="49" charset="0"/>
                  </a:rPr>
                  <a:t>localhost:8000/edit-books</a:t>
                </a:r>
                <a:r>
                  <a:rPr lang="en-US" b="0" i="0" u="none" strike="noStrike" cap="none" dirty="0">
                    <a:solidFill>
                      <a:srgbClr val="000000"/>
                    </a:solidFill>
                    <a:latin typeface="Arial"/>
                    <a:ea typeface="Arial"/>
                    <a:cs typeface="Arial"/>
                    <a:sym typeface="Arial"/>
                  </a:rPr>
                  <a:t> and clicks on the first book to edit</a:t>
                </a:r>
                <a:endParaRPr b="0" i="0" u="none" strike="noStrike" cap="none" dirty="0">
                  <a:solidFill>
                    <a:srgbClr val="000000"/>
                  </a:solidFill>
                  <a:latin typeface="Arial"/>
                  <a:ea typeface="Arial"/>
                  <a:cs typeface="Arial"/>
                  <a:sym typeface="Arial"/>
                </a:endParaRPr>
              </a:p>
            </p:txBody>
          </p:sp>
          <p:sp>
            <p:nvSpPr>
              <p:cNvPr id="623" name="Google Shape;623;p46"/>
              <p:cNvSpPr txBox="1"/>
              <p:nvPr/>
            </p:nvSpPr>
            <p:spPr>
              <a:xfrm>
                <a:off x="4492264" y="2475290"/>
                <a:ext cx="403970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a:t>
                </a:r>
                <a:r>
                  <a:rPr lang="en-US" b="1" dirty="0" err="1">
                    <a:solidFill>
                      <a:schemeClr val="dk1"/>
                    </a:solidFill>
                    <a:latin typeface="Consolas" panose="020B0609020204030204" pitchFamily="49" charset="0"/>
                    <a:cs typeface="Consolas" panose="020B0609020204030204" pitchFamily="49" charset="0"/>
                  </a:rPr>
                  <a:t>update-book?isbn</a:t>
                </a:r>
                <a:r>
                  <a:rPr lang="en-US" b="1" dirty="0">
                    <a:solidFill>
                      <a:schemeClr val="dk1"/>
                    </a:solidFill>
                    <a:latin typeface="Consolas" panose="020B0609020204030204" pitchFamily="49" charset="0"/>
                    <a:cs typeface="Consolas" panose="020B0609020204030204" pitchFamily="49" charset="0"/>
                  </a:rPr>
                  <a:t>=1078379556</a:t>
                </a:r>
                <a:endParaRPr b="1" dirty="0">
                  <a:solidFill>
                    <a:schemeClr val="dk1"/>
                  </a:solidFill>
                  <a:latin typeface="Consolas" panose="020B0609020204030204" pitchFamily="49" charset="0"/>
                  <a:cs typeface="Consolas" panose="020B0609020204030204" pitchFamily="49" charset="0"/>
                </a:endParaRPr>
              </a:p>
            </p:txBody>
          </p:sp>
          <p:sp>
            <p:nvSpPr>
              <p:cNvPr id="624" name="Google Shape;624;p46"/>
              <p:cNvSpPr/>
              <p:nvPr/>
            </p:nvSpPr>
            <p:spPr>
              <a:xfrm>
                <a:off x="4519696" y="2869123"/>
                <a:ext cx="3911509"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25" name="Google Shape;625;p46"/>
              <p:cNvSpPr/>
              <p:nvPr/>
            </p:nvSpPr>
            <p:spPr>
              <a:xfrm rot="-5400000">
                <a:off x="3794305" y="2399457"/>
                <a:ext cx="388001" cy="545597"/>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26" name="Google Shape;626;p46"/>
              <p:cNvSpPr txBox="1"/>
              <p:nvPr/>
            </p:nvSpPr>
            <p:spPr>
              <a:xfrm>
                <a:off x="4370603" y="5912003"/>
                <a:ext cx="4392075"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It goes to </a:t>
                </a:r>
              </a:p>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localhost:8000/</a:t>
                </a:r>
                <a:r>
                  <a:rPr lang="en-US" b="1" dirty="0" err="1">
                    <a:solidFill>
                      <a:schemeClr val="dk1"/>
                    </a:solidFill>
                    <a:latin typeface="Consolas" panose="020B0609020204030204" pitchFamily="49" charset="0"/>
                    <a:cs typeface="Consolas" panose="020B0609020204030204" pitchFamily="49" charset="0"/>
                  </a:rPr>
                  <a:t>update-book?isbn</a:t>
                </a:r>
                <a:r>
                  <a:rPr lang="en-US" b="1" dirty="0">
                    <a:solidFill>
                      <a:schemeClr val="dk1"/>
                    </a:solidFill>
                    <a:latin typeface="Consolas" panose="020B0609020204030204" pitchFamily="49" charset="0"/>
                    <a:cs typeface="Consolas" panose="020B0609020204030204" pitchFamily="49" charset="0"/>
                  </a:rPr>
                  <a:t>=1078379556</a:t>
                </a:r>
                <a:r>
                  <a:rPr lang="en-US" b="0" i="0" u="none" strike="noStrike" cap="none" dirty="0">
                    <a:solidFill>
                      <a:srgbClr val="000000"/>
                    </a:solidFill>
                    <a:latin typeface="Arial"/>
                    <a:ea typeface="Arial"/>
                    <a:cs typeface="Arial"/>
                    <a:sym typeface="Arial"/>
                  </a:rPr>
                  <a:t> </a:t>
                </a:r>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and retrieves the book for editing. </a:t>
                </a:r>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User edits the rating and price and press update.</a:t>
                </a:r>
                <a:endParaRPr b="0" i="0" u="none" strike="noStrike" cap="none" dirty="0">
                  <a:solidFill>
                    <a:srgbClr val="000000"/>
                  </a:solidFill>
                  <a:latin typeface="Arial"/>
                  <a:ea typeface="Arial"/>
                  <a:cs typeface="Arial"/>
                  <a:sym typeface="Arial"/>
                </a:endParaRPr>
              </a:p>
            </p:txBody>
          </p:sp>
          <p:sp>
            <p:nvSpPr>
              <p:cNvPr id="627" name="Google Shape;627;p46"/>
              <p:cNvSpPr txBox="1"/>
              <p:nvPr/>
            </p:nvSpPr>
            <p:spPr>
              <a:xfrm>
                <a:off x="9548300" y="2478967"/>
                <a:ext cx="1809803"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/update-book</a:t>
                </a:r>
                <a:endParaRPr b="1" dirty="0">
                  <a:solidFill>
                    <a:schemeClr val="dk1"/>
                  </a:solidFill>
                  <a:latin typeface="Consolas" panose="020B0609020204030204" pitchFamily="49" charset="0"/>
                  <a:cs typeface="Consolas" panose="020B0609020204030204" pitchFamily="49" charset="0"/>
                </a:endParaRPr>
              </a:p>
            </p:txBody>
          </p:sp>
          <p:sp>
            <p:nvSpPr>
              <p:cNvPr id="628" name="Google Shape;628;p46"/>
              <p:cNvSpPr/>
              <p:nvPr/>
            </p:nvSpPr>
            <p:spPr>
              <a:xfrm>
                <a:off x="8566082" y="2866631"/>
                <a:ext cx="3337743"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629" name="Google Shape;629;p46"/>
              <p:cNvSpPr txBox="1"/>
              <p:nvPr/>
            </p:nvSpPr>
            <p:spPr>
              <a:xfrm>
                <a:off x="8789602" y="5888736"/>
                <a:ext cx="351338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Page shows a success message.</a:t>
                </a:r>
                <a:endParaRPr b="0" i="0" u="none" strike="noStrike" cap="none" dirty="0">
                  <a:solidFill>
                    <a:srgbClr val="000000"/>
                  </a:solidFill>
                  <a:latin typeface="Arial"/>
                  <a:ea typeface="Arial"/>
                  <a:cs typeface="Arial"/>
                  <a:sym typeface="Arial"/>
                </a:endParaRPr>
              </a:p>
            </p:txBody>
          </p:sp>
          <p:pic>
            <p:nvPicPr>
              <p:cNvPr id="630" name="Google Shape;630;p46"/>
              <p:cNvPicPr preferRelativeResize="0"/>
              <p:nvPr/>
            </p:nvPicPr>
            <p:blipFill rotWithShape="1">
              <a:blip r:embed="rId3">
                <a:alphaModFix/>
              </a:blip>
              <a:srcRect/>
              <a:stretch/>
            </p:blipFill>
            <p:spPr>
              <a:xfrm>
                <a:off x="4634483" y="2989128"/>
                <a:ext cx="3755262" cy="1602245"/>
              </a:xfrm>
              <a:prstGeom prst="rect">
                <a:avLst/>
              </a:prstGeom>
              <a:noFill/>
              <a:ln>
                <a:noFill/>
              </a:ln>
            </p:spPr>
          </p:pic>
          <p:sp>
            <p:nvSpPr>
              <p:cNvPr id="631" name="Google Shape;631;p46"/>
              <p:cNvSpPr/>
              <p:nvPr/>
            </p:nvSpPr>
            <p:spPr>
              <a:xfrm rot="-5400000">
                <a:off x="8868400" y="2416981"/>
                <a:ext cx="388001" cy="545597"/>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632" name="Google Shape;632;p46"/>
              <p:cNvPicPr preferRelativeResize="0"/>
              <p:nvPr/>
            </p:nvPicPr>
            <p:blipFill rotWithShape="1">
              <a:blip r:embed="rId4">
                <a:alphaModFix/>
              </a:blip>
              <a:srcRect/>
              <a:stretch/>
            </p:blipFill>
            <p:spPr>
              <a:xfrm>
                <a:off x="9062400" y="3164977"/>
                <a:ext cx="2585534" cy="351878"/>
              </a:xfrm>
              <a:prstGeom prst="rect">
                <a:avLst/>
              </a:prstGeom>
              <a:noFill/>
              <a:ln>
                <a:noFill/>
              </a:ln>
            </p:spPr>
          </p:pic>
        </p:grpSp>
        <p:pic>
          <p:nvPicPr>
            <p:cNvPr id="633" name="Google Shape;633;p46"/>
            <p:cNvPicPr preferRelativeResize="0"/>
            <p:nvPr/>
          </p:nvPicPr>
          <p:blipFill rotWithShape="1">
            <a:blip r:embed="rId5">
              <a:alphaModFix/>
            </a:blip>
            <a:srcRect/>
            <a:stretch/>
          </p:blipFill>
          <p:spPr>
            <a:xfrm>
              <a:off x="630899" y="2605080"/>
              <a:ext cx="3513387" cy="2721638"/>
            </a:xfrm>
            <a:prstGeom prst="rect">
              <a:avLst/>
            </a:prstGeom>
            <a:noFill/>
            <a:ln>
              <a:noFill/>
            </a:ln>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4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Exercise 3: </a:t>
            </a:r>
            <a:r>
              <a:rPr lang="en-US" sz="2400" b="1" dirty="0" err="1">
                <a:solidFill>
                  <a:srgbClr val="11175E"/>
                </a:solidFill>
                <a:latin typeface="Consolas" panose="020B0609020204030204" pitchFamily="49" charset="0"/>
                <a:cs typeface="Consolas" panose="020B0609020204030204" pitchFamily="49" charset="0"/>
              </a:rPr>
              <a:t>updateOne</a:t>
            </a:r>
            <a:r>
              <a:rPr lang="en-US" sz="2400" b="1" dirty="0">
                <a:solidFill>
                  <a:srgbClr val="11175E"/>
                </a:solidFill>
                <a:latin typeface="Consolas" panose="020B0609020204030204" pitchFamily="49" charset="0"/>
                <a:cs typeface="Consolas" panose="020B0609020204030204" pitchFamily="49" charset="0"/>
              </a:rPr>
              <a:t>()</a:t>
            </a:r>
            <a:endParaRPr sz="2400" b="1" i="0" u="none" strike="noStrike" cap="none" dirty="0">
              <a:solidFill>
                <a:srgbClr val="11175E"/>
              </a:solidFill>
              <a:latin typeface="Arial"/>
              <a:ea typeface="Arial"/>
              <a:cs typeface="Arial"/>
              <a:sym typeface="Arial"/>
            </a:endParaRPr>
          </a:p>
        </p:txBody>
      </p:sp>
      <p:sp>
        <p:nvSpPr>
          <p:cNvPr id="639" name="Google Shape;639;p47"/>
          <p:cNvSpPr txBox="1"/>
          <p:nvPr/>
        </p:nvSpPr>
        <p:spPr>
          <a:xfrm>
            <a:off x="249453" y="1422032"/>
            <a:ext cx="11608800" cy="430883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3: Update a book’s rating and price</a:t>
            </a:r>
            <a:br>
              <a:rPr lang="en-US" sz="1600" b="1" i="0" u="sng" strike="noStrike" cap="none" dirty="0">
                <a:solidFill>
                  <a:schemeClr val="dk1"/>
                </a:solidFill>
                <a:latin typeface="Arial"/>
                <a:ea typeface="Arial"/>
                <a:cs typeface="Arial"/>
                <a:sym typeface="Arial"/>
              </a:rPr>
            </a:br>
            <a:endParaRPr sz="1600" b="1" i="0" u="sng" strike="noStrike" cap="none" dirty="0">
              <a:solidFill>
                <a:schemeClr val="dk1"/>
              </a:solidFill>
              <a:latin typeface="Arial"/>
              <a:ea typeface="Arial"/>
              <a:cs typeface="Arial"/>
              <a:sym typeface="Arial"/>
            </a:endParaRPr>
          </a:p>
          <a:p>
            <a:pPr marL="0" marR="0" lvl="0" indent="0"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Review the requirements below and follow the task instructions step by step to complete the exercise.</a:t>
            </a:r>
            <a:endParaRPr sz="1600" dirty="0"/>
          </a:p>
          <a:p>
            <a:pPr marL="0" marR="0" lvl="0" indent="0"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rtl="0">
              <a:lnSpc>
                <a:spcPct val="100000"/>
              </a:lnSpc>
              <a:spcBef>
                <a:spcPts val="0"/>
              </a:spcBef>
              <a:spcAft>
                <a:spcPts val="0"/>
              </a:spcAft>
              <a:buNone/>
            </a:pPr>
            <a:r>
              <a:rPr lang="en-US" sz="1600" b="1" i="0" u="sng" strike="noStrike" cap="none" dirty="0">
                <a:solidFill>
                  <a:schemeClr val="dk1"/>
                </a:solidFill>
                <a:latin typeface="Arial"/>
                <a:ea typeface="Arial"/>
                <a:cs typeface="Arial"/>
                <a:sym typeface="Arial"/>
              </a:rPr>
              <a:t>Requirements</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342900" marR="0" lvl="0" indent="-241300"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Upon initial load of </a:t>
            </a:r>
            <a:r>
              <a:rPr lang="en-US" sz="1600" b="1" dirty="0">
                <a:solidFill>
                  <a:schemeClr val="dk1"/>
                </a:solidFill>
                <a:latin typeface="Consolas" panose="020B0609020204030204" pitchFamily="49" charset="0"/>
                <a:cs typeface="Consolas" panose="020B0609020204030204" pitchFamily="49" charset="0"/>
              </a:rPr>
              <a:t>/edit-book</a:t>
            </a:r>
            <a:r>
              <a:rPr lang="en-US" sz="1600" b="0" i="0" u="none" strike="noStrike" cap="none" dirty="0">
                <a:solidFill>
                  <a:schemeClr val="dk1"/>
                </a:solidFill>
                <a:latin typeface="Arial"/>
                <a:ea typeface="Arial"/>
                <a:cs typeface="Arial"/>
                <a:sym typeface="Arial"/>
              </a:rPr>
              <a:t> URL, the application should render a </a:t>
            </a:r>
            <a:r>
              <a:rPr lang="en-US" sz="1600" b="1" dirty="0">
                <a:solidFill>
                  <a:schemeClr val="dk1"/>
                </a:solidFill>
                <a:latin typeface="Consolas" panose="020B0609020204030204" pitchFamily="49" charset="0"/>
                <a:cs typeface="Consolas" panose="020B0609020204030204" pitchFamily="49" charset="0"/>
              </a:rPr>
              <a:t>view</a:t>
            </a:r>
            <a:r>
              <a:rPr lang="en-US" sz="1600" b="0" i="0" u="none" strike="noStrike" cap="none" dirty="0">
                <a:solidFill>
                  <a:schemeClr val="dk1"/>
                </a:solidFill>
                <a:latin typeface="Arial"/>
                <a:ea typeface="Arial"/>
                <a:cs typeface="Arial"/>
                <a:sym typeface="Arial"/>
              </a:rPr>
              <a:t> named </a:t>
            </a:r>
            <a:r>
              <a:rPr lang="en-US" sz="1600" b="1" dirty="0">
                <a:solidFill>
                  <a:schemeClr val="dk1"/>
                </a:solidFill>
                <a:latin typeface="Consolas" panose="020B0609020204030204" pitchFamily="49" charset="0"/>
                <a:cs typeface="Consolas" panose="020B0609020204030204" pitchFamily="49" charset="0"/>
              </a:rPr>
              <a:t>edit-</a:t>
            </a:r>
            <a:r>
              <a:rPr lang="en-US" sz="1600" b="1" dirty="0" err="1">
                <a:solidFill>
                  <a:schemeClr val="dk1"/>
                </a:solidFill>
                <a:latin typeface="Consolas" panose="020B0609020204030204" pitchFamily="49" charset="0"/>
                <a:cs typeface="Consolas" panose="020B0609020204030204" pitchFamily="49" charset="0"/>
              </a:rPr>
              <a:t>book.ejs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located in a folder called </a:t>
            </a:r>
            <a:r>
              <a:rPr lang="en-US" sz="1600" b="1" dirty="0">
                <a:solidFill>
                  <a:schemeClr val="dk1"/>
                </a:solidFill>
                <a:latin typeface="Consolas" panose="020B0609020204030204" pitchFamily="49" charset="0"/>
                <a:cs typeface="Consolas" panose="020B0609020204030204" pitchFamily="49" charset="0"/>
              </a:rPr>
              <a:t>views</a:t>
            </a:r>
            <a:r>
              <a:rPr lang="en-US" sz="1600" b="0" i="0" u="none" strike="noStrike" cap="none" dirty="0">
                <a:solidFill>
                  <a:schemeClr val="dk1"/>
                </a:solidFill>
                <a:latin typeface="Arial"/>
                <a:ea typeface="Arial"/>
                <a:cs typeface="Arial"/>
                <a:sym typeface="Arial"/>
              </a:rPr>
              <a:t>. The </a:t>
            </a:r>
            <a:r>
              <a:rPr lang="en-US" sz="1600" b="1" dirty="0">
                <a:solidFill>
                  <a:schemeClr val="dk1"/>
                </a:solidFill>
                <a:latin typeface="Consolas" panose="020B0609020204030204" pitchFamily="49" charset="0"/>
                <a:cs typeface="Consolas" panose="020B0609020204030204" pitchFamily="49" charset="0"/>
              </a:rPr>
              <a:t>edit-</a:t>
            </a:r>
            <a:r>
              <a:rPr lang="en-US" sz="1600" b="1" dirty="0" err="1">
                <a:solidFill>
                  <a:schemeClr val="dk1"/>
                </a:solidFill>
                <a:latin typeface="Consolas" panose="020B0609020204030204" pitchFamily="49" charset="0"/>
                <a:cs typeface="Consolas" panose="020B0609020204030204" pitchFamily="49" charset="0"/>
              </a:rPr>
              <a:t>book.ejs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file is a copy of the </a:t>
            </a:r>
            <a:r>
              <a:rPr lang="en-US" sz="1600" b="1" dirty="0">
                <a:solidFill>
                  <a:schemeClr val="dk1"/>
                </a:solidFill>
                <a:latin typeface="Consolas" panose="020B0609020204030204" pitchFamily="49" charset="0"/>
                <a:cs typeface="Consolas" panose="020B0609020204030204" pitchFamily="49" charset="0"/>
              </a:rPr>
              <a:t>display-</a:t>
            </a:r>
            <a:r>
              <a:rPr lang="en-US" sz="1600" b="1" dirty="0" err="1">
                <a:solidFill>
                  <a:schemeClr val="dk1"/>
                </a:solidFill>
                <a:latin typeface="Consolas" panose="020B0609020204030204" pitchFamily="49" charset="0"/>
                <a:cs typeface="Consolas" panose="020B0609020204030204" pitchFamily="49" charset="0"/>
              </a:rPr>
              <a:t>book.ejs</a:t>
            </a:r>
            <a:r>
              <a:rPr lang="en-US" sz="1600" b="0" i="0" u="none" strike="noStrike" cap="none" dirty="0">
                <a:solidFill>
                  <a:schemeClr val="dk1"/>
                </a:solidFill>
                <a:latin typeface="Arial"/>
                <a:ea typeface="Arial"/>
                <a:cs typeface="Arial"/>
                <a:sym typeface="Arial"/>
              </a:rPr>
              <a:t> used in </a:t>
            </a:r>
            <a:r>
              <a:rPr lang="en-US" sz="1600" dirty="0">
                <a:solidFill>
                  <a:schemeClr val="dk1"/>
                </a:solidFill>
              </a:rPr>
              <a:t>E</a:t>
            </a:r>
            <a:r>
              <a:rPr lang="en-US" sz="1600" b="0" i="0" u="none" strike="noStrike" cap="none" dirty="0">
                <a:solidFill>
                  <a:schemeClr val="dk1"/>
                </a:solidFill>
                <a:latin typeface="Arial"/>
                <a:ea typeface="Arial"/>
                <a:cs typeface="Arial"/>
                <a:sym typeface="Arial"/>
              </a:rPr>
              <a:t>xample 1. </a:t>
            </a:r>
          </a:p>
          <a:p>
            <a:pPr marL="342900" marR="0" lvl="0" indent="-241300" rtl="0">
              <a:lnSpc>
                <a:spcPct val="100000"/>
              </a:lnSpc>
              <a:spcBef>
                <a:spcPts val="0"/>
              </a:spcBef>
              <a:spcAft>
                <a:spcPts val="0"/>
              </a:spcAft>
              <a:buClr>
                <a:schemeClr val="dk1"/>
              </a:buClr>
              <a:buSzPts val="1200"/>
              <a:buFont typeface="Arial"/>
              <a:buChar char="●"/>
            </a:pPr>
            <a:endParaRPr lang="en-US" sz="1600" dirty="0">
              <a:solidFill>
                <a:schemeClr val="dk1"/>
              </a:solidFill>
            </a:endParaRPr>
          </a:p>
          <a:p>
            <a:pPr marL="342900" marR="0" lvl="0" indent="-241300"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For each book, it displays an </a:t>
            </a:r>
            <a:r>
              <a:rPr lang="en-US" sz="1600" b="1" dirty="0">
                <a:solidFill>
                  <a:schemeClr val="dk1"/>
                </a:solidFill>
                <a:latin typeface="Consolas" panose="020B0609020204030204" pitchFamily="49" charset="0"/>
                <a:cs typeface="Consolas" panose="020B0609020204030204" pitchFamily="49" charset="0"/>
              </a:rPr>
              <a:t>edit</a:t>
            </a:r>
            <a:r>
              <a:rPr lang="en-US" sz="1600" b="1" i="0" u="none" strike="noStrike" cap="none" dirty="0">
                <a:solidFill>
                  <a:srgbClr val="0000FF"/>
                </a:solidFill>
                <a:latin typeface="Arial"/>
                <a:ea typeface="Arial"/>
                <a:cs typeface="Arial"/>
                <a:sym typeface="Arial"/>
              </a:rPr>
              <a:t> link </a:t>
            </a:r>
            <a:r>
              <a:rPr lang="en-US" sz="1600" b="0" i="0" u="none" strike="noStrike" cap="none" dirty="0">
                <a:solidFill>
                  <a:schemeClr val="dk1"/>
                </a:solidFill>
                <a:latin typeface="Arial"/>
                <a:ea typeface="Arial"/>
                <a:cs typeface="Arial"/>
                <a:sym typeface="Arial"/>
              </a:rPr>
              <a:t>that goes to update-book URL with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as the query string.</a:t>
            </a:r>
            <a:endParaRPr sz="1600" dirty="0"/>
          </a:p>
          <a:p>
            <a:pPr marL="685800" marR="0" lvl="1" indent="-165100" rtl="0">
              <a:lnSpc>
                <a:spcPct val="100000"/>
              </a:lnSpc>
              <a:spcBef>
                <a:spcPts val="0"/>
              </a:spcBef>
              <a:spcAft>
                <a:spcPts val="0"/>
              </a:spcAft>
              <a:buClr>
                <a:schemeClr val="dk1"/>
              </a:buClr>
              <a:buSzPts val="1200"/>
              <a:buFont typeface="Arial"/>
              <a:buNone/>
            </a:pPr>
            <a:endParaRPr sz="1600" b="0" i="0" u="none" strike="noStrike" cap="none" dirty="0">
              <a:solidFill>
                <a:schemeClr val="dk1"/>
              </a:solidFill>
              <a:latin typeface="Arial"/>
              <a:ea typeface="Arial"/>
              <a:cs typeface="Arial"/>
              <a:sym typeface="Arial"/>
            </a:endParaRPr>
          </a:p>
          <a:p>
            <a:pPr marL="342900" marR="0" lvl="0" indent="-241300"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In the </a:t>
            </a:r>
            <a:r>
              <a:rPr lang="en-US" sz="1600" b="1" i="0" u="none" strike="noStrike" cap="none" dirty="0">
                <a:solidFill>
                  <a:schemeClr val="dk1"/>
                </a:solidFill>
                <a:latin typeface="Arial"/>
                <a:ea typeface="Arial"/>
                <a:cs typeface="Arial"/>
                <a:sym typeface="Arial"/>
              </a:rPr>
              <a:t>/</a:t>
            </a:r>
            <a:r>
              <a:rPr lang="en-US" sz="1600" b="1" dirty="0">
                <a:solidFill>
                  <a:schemeClr val="dk1"/>
                </a:solidFill>
                <a:latin typeface="Consolas" panose="020B0609020204030204" pitchFamily="49" charset="0"/>
                <a:cs typeface="Consolas" panose="020B0609020204030204" pitchFamily="49" charset="0"/>
              </a:rPr>
              <a:t>update-book</a:t>
            </a:r>
            <a:r>
              <a:rPr lang="en-US" sz="1600" b="0" i="0" u="none" strike="noStrike" cap="none" dirty="0">
                <a:solidFill>
                  <a:schemeClr val="dk1"/>
                </a:solidFill>
                <a:latin typeface="Arial"/>
                <a:ea typeface="Arial"/>
                <a:cs typeface="Arial"/>
                <a:sym typeface="Arial"/>
              </a:rPr>
              <a:t> URL, the application will read the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from the URL, render a </a:t>
            </a:r>
            <a:r>
              <a:rPr lang="en-US" sz="1600" b="1" dirty="0">
                <a:solidFill>
                  <a:schemeClr val="dk1"/>
                </a:solidFill>
                <a:latin typeface="Consolas" panose="020B0609020204030204" pitchFamily="49" charset="0"/>
                <a:cs typeface="Consolas" panose="020B0609020204030204" pitchFamily="49" charset="0"/>
              </a:rPr>
              <a:t>view</a:t>
            </a:r>
            <a:r>
              <a:rPr lang="en-US" sz="1600" b="0" i="0" u="none" strike="noStrike" cap="none" dirty="0">
                <a:solidFill>
                  <a:schemeClr val="dk1"/>
                </a:solidFill>
                <a:latin typeface="Arial"/>
                <a:ea typeface="Arial"/>
                <a:cs typeface="Arial"/>
                <a:sym typeface="Arial"/>
              </a:rPr>
              <a:t> named </a:t>
            </a:r>
            <a:r>
              <a:rPr lang="en-US" sz="1600" b="1" dirty="0">
                <a:solidFill>
                  <a:schemeClr val="dk1"/>
                </a:solidFill>
                <a:latin typeface="Consolas" panose="020B0609020204030204" pitchFamily="49" charset="0"/>
                <a:cs typeface="Consolas" panose="020B0609020204030204" pitchFamily="49" charset="0"/>
              </a:rPr>
              <a:t>update-</a:t>
            </a:r>
            <a:r>
              <a:rPr lang="en-US" sz="1600" b="1" dirty="0" err="1">
                <a:solidFill>
                  <a:schemeClr val="dk1"/>
                </a:solidFill>
                <a:latin typeface="Consolas" panose="020B0609020204030204" pitchFamily="49" charset="0"/>
                <a:cs typeface="Consolas" panose="020B0609020204030204" pitchFamily="49" charset="0"/>
              </a:rPr>
              <a:t>rating.ejs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and display the book with the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for editing. </a:t>
            </a:r>
            <a:r>
              <a:rPr lang="en-US" sz="1600" b="1" i="0" u="none" strike="noStrike" cap="none" dirty="0">
                <a:solidFill>
                  <a:schemeClr val="dk1"/>
                </a:solidFill>
                <a:latin typeface="Consolas" panose="020B0609020204030204" pitchFamily="49" charset="0"/>
                <a:ea typeface="Arial"/>
                <a:cs typeface="Consolas" panose="020B0609020204030204" pitchFamily="49" charset="0"/>
                <a:sym typeface="Arial"/>
              </a:rPr>
              <a:t>u</a:t>
            </a:r>
            <a:r>
              <a:rPr lang="en-US" sz="1600" b="1" dirty="0">
                <a:solidFill>
                  <a:schemeClr val="dk1"/>
                </a:solidFill>
                <a:latin typeface="Consolas" panose="020B0609020204030204" pitchFamily="49" charset="0"/>
                <a:cs typeface="Consolas" panose="020B0609020204030204" pitchFamily="49" charset="0"/>
              </a:rPr>
              <a:t>pdate-</a:t>
            </a:r>
            <a:r>
              <a:rPr lang="en-US" sz="1600" b="1" dirty="0" err="1">
                <a:solidFill>
                  <a:schemeClr val="dk1"/>
                </a:solidFill>
                <a:latin typeface="Consolas" panose="020B0609020204030204" pitchFamily="49" charset="0"/>
                <a:cs typeface="Consolas" panose="020B0609020204030204" pitchFamily="49" charset="0"/>
              </a:rPr>
              <a:t>rating.ejs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is provided in the folder </a:t>
            </a:r>
            <a:r>
              <a:rPr lang="en-US" sz="1600" b="1" dirty="0">
                <a:solidFill>
                  <a:schemeClr val="dk1"/>
                </a:solidFill>
                <a:latin typeface="Consolas" panose="020B0609020204030204" pitchFamily="49" charset="0"/>
                <a:cs typeface="Consolas" panose="020B0609020204030204" pitchFamily="49" charset="0"/>
              </a:rPr>
              <a:t>views</a:t>
            </a:r>
            <a:r>
              <a:rPr lang="en-US" sz="1600" b="0" i="0" u="none" strike="noStrike" cap="none" dirty="0">
                <a:solidFill>
                  <a:schemeClr val="dk1"/>
                </a:solidFill>
                <a:latin typeface="Arial"/>
                <a:ea typeface="Arial"/>
                <a:cs typeface="Arial"/>
                <a:sym typeface="Arial"/>
              </a:rPr>
              <a:t>. (See </a:t>
            </a:r>
            <a:r>
              <a:rPr lang="en-US" sz="1600" b="1" i="0" u="none" strike="noStrike" cap="none" dirty="0">
                <a:solidFill>
                  <a:schemeClr val="dk1"/>
                </a:solidFill>
                <a:latin typeface="Arial"/>
                <a:ea typeface="Arial"/>
                <a:cs typeface="Arial"/>
                <a:sym typeface="Arial"/>
              </a:rPr>
              <a:t>/</a:t>
            </a:r>
            <a:r>
              <a:rPr lang="en-US" sz="1600" b="1" dirty="0" err="1">
                <a:solidFill>
                  <a:schemeClr val="dk1"/>
                </a:solidFill>
                <a:latin typeface="Consolas" panose="020B0609020204030204" pitchFamily="49" charset="0"/>
                <a:cs typeface="Consolas" panose="020B0609020204030204" pitchFamily="49" charset="0"/>
              </a:rPr>
              <a:t>update-book?isbn</a:t>
            </a:r>
            <a:r>
              <a:rPr lang="en-US" sz="1600" b="1" dirty="0">
                <a:solidFill>
                  <a:schemeClr val="dk1"/>
                </a:solidFill>
                <a:latin typeface="Consolas" panose="020B0609020204030204" pitchFamily="49" charset="0"/>
                <a:cs typeface="Consolas" panose="020B0609020204030204" pitchFamily="49" charset="0"/>
              </a:rPr>
              <a:t>=1078379556</a:t>
            </a:r>
            <a:r>
              <a:rPr lang="en-US" sz="1600" b="0" i="0" u="none" strike="noStrike" cap="none" dirty="0">
                <a:solidFill>
                  <a:schemeClr val="dk1"/>
                </a:solidFill>
                <a:latin typeface="Arial"/>
                <a:ea typeface="Arial"/>
                <a:cs typeface="Arial"/>
                <a:sym typeface="Arial"/>
              </a:rPr>
              <a:t>)</a:t>
            </a:r>
            <a:endParaRPr sz="1600" dirty="0"/>
          </a:p>
          <a:p>
            <a:pPr marL="342900" marR="0" lvl="0" indent="-165100" rtl="0">
              <a:lnSpc>
                <a:spcPct val="100000"/>
              </a:lnSpc>
              <a:spcBef>
                <a:spcPts val="0"/>
              </a:spcBef>
              <a:spcAft>
                <a:spcPts val="0"/>
              </a:spcAft>
              <a:buClr>
                <a:schemeClr val="dk1"/>
              </a:buClr>
              <a:buSzPts val="1200"/>
              <a:buFont typeface="Arial"/>
              <a:buNone/>
            </a:pPr>
            <a:endParaRPr sz="1600" b="0" i="0" u="none" strike="noStrike" cap="none" dirty="0">
              <a:solidFill>
                <a:schemeClr val="dk1"/>
              </a:solidFill>
              <a:latin typeface="Arial"/>
              <a:ea typeface="Arial"/>
              <a:cs typeface="Arial"/>
              <a:sym typeface="Arial"/>
            </a:endParaRPr>
          </a:p>
          <a:p>
            <a:pPr marL="342900" marR="0" lvl="0" indent="-241300"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After the user edits the </a:t>
            </a:r>
            <a:r>
              <a:rPr lang="en-US" sz="1600" b="1" i="0" u="none" strike="noStrike" cap="none" dirty="0">
                <a:solidFill>
                  <a:schemeClr val="dk1"/>
                </a:solidFill>
                <a:latin typeface="Arial"/>
                <a:ea typeface="Arial"/>
                <a:cs typeface="Arial"/>
                <a:sym typeface="Arial"/>
              </a:rPr>
              <a:t>rating</a:t>
            </a:r>
            <a:r>
              <a:rPr lang="en-US" sz="1600" b="0" i="0" u="none" strike="noStrike" cap="none" dirty="0">
                <a:solidFill>
                  <a:schemeClr val="dk1"/>
                </a:solidFill>
                <a:latin typeface="Arial"/>
                <a:ea typeface="Arial"/>
                <a:cs typeface="Arial"/>
                <a:sym typeface="Arial"/>
              </a:rPr>
              <a:t>, </a:t>
            </a:r>
            <a:r>
              <a:rPr lang="en-US" sz="1600" b="1" i="0" u="none" strike="noStrike" cap="none" dirty="0">
                <a:solidFill>
                  <a:schemeClr val="dk1"/>
                </a:solidFill>
                <a:latin typeface="Arial"/>
                <a:ea typeface="Arial"/>
                <a:cs typeface="Arial"/>
                <a:sym typeface="Arial"/>
              </a:rPr>
              <a:t>price</a:t>
            </a:r>
            <a:r>
              <a:rPr lang="en-US" sz="1600" b="0" i="0" u="none" strike="noStrike" cap="none" dirty="0">
                <a:solidFill>
                  <a:schemeClr val="dk1"/>
                </a:solidFill>
                <a:latin typeface="Arial"/>
                <a:ea typeface="Arial"/>
                <a:cs typeface="Arial"/>
                <a:sym typeface="Arial"/>
              </a:rPr>
              <a:t> and presses </a:t>
            </a:r>
            <a:r>
              <a:rPr lang="en-US" sz="1600" b="1" dirty="0">
                <a:solidFill>
                  <a:schemeClr val="dk1"/>
                </a:solidFill>
              </a:rPr>
              <a:t>S</a:t>
            </a:r>
            <a:r>
              <a:rPr lang="en-US" sz="1600" b="1" i="0" u="none" strike="noStrike" cap="none" dirty="0">
                <a:solidFill>
                  <a:schemeClr val="dk1"/>
                </a:solidFill>
                <a:latin typeface="Arial"/>
                <a:ea typeface="Arial"/>
                <a:cs typeface="Arial"/>
                <a:sym typeface="Arial"/>
              </a:rPr>
              <a:t>ubmit</a:t>
            </a:r>
            <a:r>
              <a:rPr lang="en-US" sz="1600" b="0" i="0" u="none" strike="noStrike" cap="none" dirty="0">
                <a:solidFill>
                  <a:schemeClr val="dk1"/>
                </a:solidFill>
                <a:latin typeface="Arial"/>
                <a:ea typeface="Arial"/>
                <a:cs typeface="Arial"/>
                <a:sym typeface="Arial"/>
              </a:rPr>
              <a:t>, the application will update the database and show a success message when done. </a:t>
            </a:r>
            <a:endParaRPr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4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Exercise 3: </a:t>
            </a:r>
            <a:r>
              <a:rPr lang="en-US" sz="2400" b="1" dirty="0" err="1">
                <a:solidFill>
                  <a:srgbClr val="11175E"/>
                </a:solidFill>
                <a:latin typeface="Consolas" panose="020B0609020204030204" pitchFamily="49" charset="0"/>
                <a:cs typeface="Consolas" panose="020B0609020204030204" pitchFamily="49" charset="0"/>
              </a:rPr>
              <a:t>u</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pdateOne</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sp>
        <p:nvSpPr>
          <p:cNvPr id="645" name="Google Shape;645;p48"/>
          <p:cNvSpPr txBox="1"/>
          <p:nvPr/>
        </p:nvSpPr>
        <p:spPr>
          <a:xfrm>
            <a:off x="251028" y="1365606"/>
            <a:ext cx="10987964"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00" b="1" i="0" u="sng" strike="noStrike" cap="none">
                <a:solidFill>
                  <a:srgbClr val="000000"/>
                </a:solidFill>
                <a:latin typeface="Arial"/>
                <a:ea typeface="Arial"/>
                <a:cs typeface="Arial"/>
                <a:sym typeface="Arial"/>
              </a:rPr>
              <a:t>Exercise 3: Update a book’s rating and price</a:t>
            </a:r>
            <a:endParaRPr/>
          </a:p>
          <a:p>
            <a:pPr marL="0" marR="0" lvl="0" indent="0" algn="l" rtl="0">
              <a:lnSpc>
                <a:spcPct val="100000"/>
              </a:lnSpc>
              <a:spcBef>
                <a:spcPts val="0"/>
              </a:spcBef>
              <a:spcAft>
                <a:spcPts val="0"/>
              </a:spcAft>
              <a:buNone/>
            </a:pPr>
            <a:endParaRPr sz="1600" b="1" i="0" u="sng"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T</a:t>
            </a:r>
            <a:r>
              <a:rPr lang="en-US" b="1" u="sng"/>
              <a:t>ASKS</a:t>
            </a:r>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 </a:t>
            </a:r>
            <a:endParaRPr sz="1600" b="1" i="0" u="none" strike="noStrike" cap="none">
              <a:solidFill>
                <a:schemeClr val="dk1"/>
              </a:solidFill>
              <a:latin typeface="Arial"/>
              <a:ea typeface="Arial"/>
              <a:cs typeface="Arial"/>
              <a:sym typeface="Arial"/>
            </a:endParaRPr>
          </a:p>
        </p:txBody>
      </p:sp>
      <p:sp>
        <p:nvSpPr>
          <p:cNvPr id="646" name="Google Shape;646;p48"/>
          <p:cNvSpPr txBox="1">
            <a:spLocks noGrp="1"/>
          </p:cNvSpPr>
          <p:nvPr>
            <p:ph type="subTitle" idx="1"/>
          </p:nvPr>
        </p:nvSpPr>
        <p:spPr>
          <a:xfrm>
            <a:off x="121996" y="2193862"/>
            <a:ext cx="5974004" cy="4700714"/>
          </a:xfrm>
          <a:prstGeom prst="rect">
            <a:avLst/>
          </a:prstGeom>
          <a:noFill/>
          <a:ln>
            <a:noFill/>
          </a:ln>
        </p:spPr>
        <p:txBody>
          <a:bodyPr spcFirstLastPara="1" wrap="square" lIns="91425" tIns="45700" rIns="91425" bIns="45700" anchor="t" anchorCtr="0">
            <a:noAutofit/>
          </a:bodyPr>
          <a:lstStyle/>
          <a:p>
            <a:pPr lvl="0" indent="-330200" algn="l">
              <a:buSzPts val="1600"/>
              <a:buFont typeface="Arial"/>
              <a:buChar char="●"/>
            </a:pPr>
            <a:r>
              <a:rPr lang="en-US" sz="1400" dirty="0"/>
              <a:t>You can use </a:t>
            </a:r>
            <a:r>
              <a:rPr lang="en-US" sz="1400" b="1" dirty="0">
                <a:latin typeface="Consolas" panose="020B0609020204030204" pitchFamily="49" charset="0"/>
                <a:cs typeface="Consolas" panose="020B0609020204030204" pitchFamily="49" charset="0"/>
              </a:rPr>
              <a:t>week10 ⟶ exercises ⟶ exercise1</a:t>
            </a:r>
            <a:r>
              <a:rPr lang="en-US" sz="1400" b="1" dirty="0">
                <a:solidFill>
                  <a:srgbClr val="0000FF"/>
                </a:solidFill>
              </a:rPr>
              <a:t> </a:t>
            </a:r>
            <a:r>
              <a:rPr lang="en-US" sz="1400" dirty="0"/>
              <a:t>resource file to do this exercise or continue from your previous exercise</a:t>
            </a:r>
            <a:endParaRPr sz="1400" dirty="0"/>
          </a:p>
          <a:p>
            <a:pPr marL="457200" lvl="0" indent="-330200" algn="l" rtl="0">
              <a:lnSpc>
                <a:spcPct val="90000"/>
              </a:lnSpc>
              <a:spcBef>
                <a:spcPts val="1000"/>
              </a:spcBef>
              <a:spcAft>
                <a:spcPts val="0"/>
              </a:spcAft>
              <a:buSzPts val="1600"/>
              <a:buFont typeface="Arial"/>
              <a:buChar char="●"/>
            </a:pPr>
            <a:r>
              <a:rPr lang="en-US" sz="1400" dirty="0"/>
              <a:t>Navigate to the  directory and start the server.</a:t>
            </a:r>
            <a:endParaRPr sz="1400" dirty="0"/>
          </a:p>
          <a:p>
            <a:pPr marL="457200" lvl="0" indent="-330200" algn="l" rtl="0">
              <a:lnSpc>
                <a:spcPct val="90000"/>
              </a:lnSpc>
              <a:spcBef>
                <a:spcPts val="1000"/>
              </a:spcBef>
              <a:spcAft>
                <a:spcPts val="0"/>
              </a:spcAft>
              <a:buSzPts val="1600"/>
              <a:buFont typeface="Arial"/>
              <a:buChar char="●"/>
            </a:pPr>
            <a:r>
              <a:rPr lang="en-US" sz="1400" dirty="0"/>
              <a:t>In </a:t>
            </a:r>
            <a:r>
              <a:rPr lang="en-US" sz="1400" b="1" dirty="0">
                <a:latin typeface="Consolas" panose="020B0609020204030204" pitchFamily="49" charset="0"/>
                <a:cs typeface="Consolas" panose="020B0609020204030204" pitchFamily="49" charset="0"/>
              </a:rPr>
              <a:t>books-</a:t>
            </a:r>
            <a:r>
              <a:rPr lang="en-US" sz="1400" b="1" dirty="0" err="1">
                <a:latin typeface="Consolas" panose="020B0609020204030204" pitchFamily="49" charset="0"/>
                <a:cs typeface="Consolas" panose="020B0609020204030204" pitchFamily="49" charset="0"/>
              </a:rPr>
              <a:t>routes.js</a:t>
            </a:r>
            <a:r>
              <a:rPr lang="en-US" sz="1400" dirty="0"/>
              <a:t>, create three new routes for the </a:t>
            </a:r>
            <a:r>
              <a:rPr lang="en-US" sz="1400" b="1" dirty="0"/>
              <a:t>get</a:t>
            </a:r>
            <a:r>
              <a:rPr lang="en-US" sz="1400" dirty="0"/>
              <a:t> and </a:t>
            </a:r>
            <a:r>
              <a:rPr lang="en-US" sz="1400" b="1" dirty="0"/>
              <a:t>post</a:t>
            </a:r>
            <a:r>
              <a:rPr lang="en-US" sz="1400" dirty="0"/>
              <a:t> functions</a:t>
            </a:r>
            <a:endParaRPr sz="1400" dirty="0"/>
          </a:p>
          <a:p>
            <a:pPr marL="914400" lvl="1" indent="-330200" algn="l" rtl="0">
              <a:lnSpc>
                <a:spcPct val="90000"/>
              </a:lnSpc>
              <a:spcBef>
                <a:spcPts val="500"/>
              </a:spcBef>
              <a:spcAft>
                <a:spcPts val="0"/>
              </a:spcAft>
              <a:buSzPts val="1600"/>
              <a:buFont typeface="Arial"/>
              <a:buChar char="●"/>
            </a:pPr>
            <a:r>
              <a:rPr lang="en-US" sz="1400" dirty="0"/>
              <a:t>A </a:t>
            </a:r>
            <a:r>
              <a:rPr lang="en-US" sz="1400" b="1" dirty="0"/>
              <a:t>get</a:t>
            </a:r>
            <a:r>
              <a:rPr lang="en-US" sz="1400" dirty="0"/>
              <a:t> route to display the form:</a:t>
            </a:r>
          </a:p>
          <a:p>
            <a:pPr marL="584200" lvl="1" indent="0" algn="l" rtl="0">
              <a:lnSpc>
                <a:spcPct val="90000"/>
              </a:lnSpc>
              <a:spcBef>
                <a:spcPts val="500"/>
              </a:spcBef>
              <a:spcAft>
                <a:spcPts val="0"/>
              </a:spcAft>
              <a:buSzPts val="1600"/>
            </a:pPr>
            <a:r>
              <a:rPr lang="en-US" sz="1400" b="1" dirty="0">
                <a:latin typeface="Consolas" panose="020B0609020204030204" pitchFamily="49" charset="0"/>
                <a:cs typeface="Consolas" panose="020B0609020204030204" pitchFamily="49" charset="0"/>
              </a:rPr>
              <a:t>	</a:t>
            </a:r>
            <a:r>
              <a:rPr lang="en-US" sz="1200" b="1" dirty="0" err="1">
                <a:latin typeface="Consolas" panose="020B0609020204030204" pitchFamily="49" charset="0"/>
                <a:cs typeface="Consolas" panose="020B0609020204030204" pitchFamily="49" charset="0"/>
              </a:rPr>
              <a:t>router.get</a:t>
            </a:r>
            <a:r>
              <a:rPr lang="en-US" sz="1200" b="1" dirty="0">
                <a:latin typeface="Consolas" panose="020B0609020204030204" pitchFamily="49" charset="0"/>
                <a:cs typeface="Consolas" panose="020B0609020204030204" pitchFamily="49" charset="0"/>
              </a:rPr>
              <a:t>("/edit-books", </a:t>
            </a:r>
            <a:r>
              <a:rPr lang="en-US" sz="1200" b="1" dirty="0" err="1">
                <a:latin typeface="Consolas" panose="020B0609020204030204" pitchFamily="49" charset="0"/>
                <a:cs typeface="Consolas" panose="020B0609020204030204" pitchFamily="49" charset="0"/>
              </a:rPr>
              <a:t>booksController.showBookList</a:t>
            </a:r>
            <a:r>
              <a:rPr lang="en-US" sz="1200" b="1" dirty="0">
                <a:latin typeface="Consolas" panose="020B0609020204030204" pitchFamily="49" charset="0"/>
                <a:cs typeface="Consolas" panose="020B0609020204030204" pitchFamily="49" charset="0"/>
              </a:rPr>
              <a:t>)</a:t>
            </a:r>
            <a:endParaRPr sz="1200" b="1" dirty="0">
              <a:latin typeface="Consolas" panose="020B0609020204030204" pitchFamily="49" charset="0"/>
              <a:cs typeface="Consolas" panose="020B0609020204030204" pitchFamily="49" charset="0"/>
            </a:endParaRPr>
          </a:p>
          <a:p>
            <a:pPr marL="914400" lvl="1" indent="-330200" algn="l" rtl="0">
              <a:lnSpc>
                <a:spcPct val="90000"/>
              </a:lnSpc>
              <a:spcBef>
                <a:spcPts val="500"/>
              </a:spcBef>
              <a:spcAft>
                <a:spcPts val="0"/>
              </a:spcAft>
              <a:buSzPts val="1600"/>
              <a:buFont typeface="Arial"/>
              <a:buChar char="●"/>
            </a:pPr>
            <a:r>
              <a:rPr lang="en-US" sz="1400" dirty="0"/>
              <a:t>A </a:t>
            </a:r>
            <a:r>
              <a:rPr lang="en-US" sz="1400" b="1" dirty="0"/>
              <a:t>get</a:t>
            </a:r>
            <a:r>
              <a:rPr lang="en-US" sz="1400" dirty="0"/>
              <a:t> route to display one book for editing:</a:t>
            </a:r>
          </a:p>
          <a:p>
            <a:pPr marL="584200" lvl="1" indent="0" algn="l" rtl="0">
              <a:lnSpc>
                <a:spcPct val="90000"/>
              </a:lnSpc>
              <a:spcBef>
                <a:spcPts val="500"/>
              </a:spcBef>
              <a:spcAft>
                <a:spcPts val="0"/>
              </a:spcAft>
              <a:buSzPts val="1600"/>
            </a:pPr>
            <a:r>
              <a:rPr lang="en-US" sz="1400" b="1" dirty="0">
                <a:latin typeface="Consolas" panose="020B0609020204030204" pitchFamily="49" charset="0"/>
                <a:cs typeface="Consolas" panose="020B0609020204030204" pitchFamily="49" charset="0"/>
              </a:rPr>
              <a:t>	</a:t>
            </a:r>
            <a:r>
              <a:rPr lang="en-US" sz="1200" b="1" dirty="0" err="1">
                <a:latin typeface="Consolas" panose="020B0609020204030204" pitchFamily="49" charset="0"/>
                <a:cs typeface="Consolas" panose="020B0609020204030204" pitchFamily="49" charset="0"/>
              </a:rPr>
              <a:t>router.get</a:t>
            </a:r>
            <a:r>
              <a:rPr lang="en-US" sz="1200" b="1" dirty="0">
                <a:latin typeface="Consolas" panose="020B0609020204030204" pitchFamily="49" charset="0"/>
                <a:cs typeface="Consolas" panose="020B0609020204030204" pitchFamily="49" charset="0"/>
              </a:rPr>
              <a:t>("/update-book", </a:t>
            </a:r>
            <a:r>
              <a:rPr lang="en-US" sz="1200" b="1" dirty="0" err="1">
                <a:latin typeface="Consolas" panose="020B0609020204030204" pitchFamily="49" charset="0"/>
                <a:cs typeface="Consolas" panose="020B0609020204030204" pitchFamily="49" charset="0"/>
              </a:rPr>
              <a:t>booksController.getBook</a:t>
            </a:r>
            <a:r>
              <a:rPr lang="en-US" sz="1200" b="1" dirty="0">
                <a:latin typeface="Consolas" panose="020B0609020204030204" pitchFamily="49" charset="0"/>
                <a:cs typeface="Consolas" panose="020B0609020204030204" pitchFamily="49" charset="0"/>
              </a:rPr>
              <a:t>)</a:t>
            </a:r>
          </a:p>
          <a:p>
            <a:pPr marL="914400" lvl="1" indent="-330200" algn="l" rtl="0">
              <a:lnSpc>
                <a:spcPct val="90000"/>
              </a:lnSpc>
              <a:spcBef>
                <a:spcPts val="500"/>
              </a:spcBef>
              <a:spcAft>
                <a:spcPts val="0"/>
              </a:spcAft>
              <a:buSzPts val="1600"/>
              <a:buFont typeface="Arial"/>
              <a:buChar char="●"/>
            </a:pPr>
            <a:r>
              <a:rPr lang="en-US" sz="1400" dirty="0"/>
              <a:t>A </a:t>
            </a:r>
            <a:r>
              <a:rPr lang="en-US" sz="1400" b="1" dirty="0"/>
              <a:t>post</a:t>
            </a:r>
            <a:r>
              <a:rPr lang="en-US" sz="1400" dirty="0"/>
              <a:t> route to submit the form:</a:t>
            </a:r>
          </a:p>
          <a:p>
            <a:pPr marL="584200" lvl="1" indent="0" algn="l" rtl="0">
              <a:lnSpc>
                <a:spcPct val="90000"/>
              </a:lnSpc>
              <a:spcBef>
                <a:spcPts val="500"/>
              </a:spcBef>
              <a:spcAft>
                <a:spcPts val="0"/>
              </a:spcAft>
              <a:buSzPts val="1600"/>
            </a:pPr>
            <a:r>
              <a:rPr lang="en-US" sz="1400" b="1" dirty="0">
                <a:latin typeface="Consolas" panose="020B0609020204030204" pitchFamily="49" charset="0"/>
                <a:cs typeface="Consolas" panose="020B0609020204030204" pitchFamily="49" charset="0"/>
              </a:rPr>
              <a:t>	</a:t>
            </a:r>
            <a:r>
              <a:rPr lang="en-US" sz="1200" b="1" dirty="0" err="1">
                <a:latin typeface="Consolas" panose="020B0609020204030204" pitchFamily="49" charset="0"/>
                <a:cs typeface="Consolas" panose="020B0609020204030204" pitchFamily="49" charset="0"/>
              </a:rPr>
              <a:t>router.post</a:t>
            </a:r>
            <a:r>
              <a:rPr lang="en-US" sz="1200" b="1" dirty="0">
                <a:latin typeface="Consolas" panose="020B0609020204030204" pitchFamily="49" charset="0"/>
                <a:cs typeface="Consolas" panose="020B0609020204030204" pitchFamily="49" charset="0"/>
              </a:rPr>
              <a:t>("/update-book", </a:t>
            </a:r>
            <a:r>
              <a:rPr lang="en-US" sz="1200" b="1" dirty="0" err="1">
                <a:latin typeface="Consolas" panose="020B0609020204030204" pitchFamily="49" charset="0"/>
                <a:cs typeface="Consolas" panose="020B0609020204030204" pitchFamily="49" charset="0"/>
              </a:rPr>
              <a:t>booksController.updateBook</a:t>
            </a:r>
            <a:r>
              <a:rPr lang="en-US" sz="1200" b="1" dirty="0">
                <a:latin typeface="Consolas" panose="020B0609020204030204" pitchFamily="49" charset="0"/>
                <a:cs typeface="Consolas" panose="020B0609020204030204" pitchFamily="49" charset="0"/>
              </a:rPr>
              <a:t>)</a:t>
            </a:r>
            <a:endParaRPr sz="1200" b="1" dirty="0">
              <a:latin typeface="Consolas" panose="020B0609020204030204" pitchFamily="49" charset="0"/>
              <a:cs typeface="Consolas" panose="020B0609020204030204" pitchFamily="49" charset="0"/>
            </a:endParaRPr>
          </a:p>
          <a:p>
            <a:pPr marL="457200" lvl="0" indent="-330200" algn="l" rtl="0">
              <a:lnSpc>
                <a:spcPct val="90000"/>
              </a:lnSpc>
              <a:spcBef>
                <a:spcPts val="1000"/>
              </a:spcBef>
              <a:spcAft>
                <a:spcPts val="0"/>
              </a:spcAft>
              <a:buSzPts val="1600"/>
              <a:buFont typeface="Arial"/>
              <a:buChar char="●"/>
            </a:pPr>
            <a:r>
              <a:rPr lang="en-US" sz="1400" dirty="0"/>
              <a:t>In </a:t>
            </a:r>
            <a:r>
              <a:rPr lang="en-US" sz="1400" b="1" dirty="0">
                <a:latin typeface="Consolas" panose="020B0609020204030204" pitchFamily="49" charset="0"/>
                <a:cs typeface="Consolas" panose="020B0609020204030204" pitchFamily="49" charset="0"/>
              </a:rPr>
              <a:t>books-controller</a:t>
            </a:r>
            <a:r>
              <a:rPr lang="en-US" sz="1400" dirty="0"/>
              <a:t>, create 3 functions :</a:t>
            </a:r>
            <a:endParaRPr sz="1400" dirty="0"/>
          </a:p>
          <a:p>
            <a:pPr marL="914400" lvl="1" indent="-330200" algn="l" rtl="0">
              <a:lnSpc>
                <a:spcPct val="90000"/>
              </a:lnSpc>
              <a:spcBef>
                <a:spcPts val="500"/>
              </a:spcBef>
              <a:spcAft>
                <a:spcPts val="0"/>
              </a:spcAft>
              <a:buSzPts val="1600"/>
              <a:buFont typeface="Arial"/>
              <a:buChar char="●"/>
            </a:pPr>
            <a:r>
              <a:rPr lang="en-US" sz="1400" b="1" dirty="0" err="1">
                <a:latin typeface="Consolas" panose="020B0609020204030204" pitchFamily="49" charset="0"/>
                <a:cs typeface="Consolas" panose="020B0609020204030204" pitchFamily="49" charset="0"/>
              </a:rPr>
              <a:t>showBookList</a:t>
            </a:r>
            <a:r>
              <a:rPr lang="en-US" sz="1400" b="1" dirty="0">
                <a:latin typeface="Consolas" panose="020B0609020204030204" pitchFamily="49" charset="0"/>
                <a:cs typeface="Consolas" panose="020B0609020204030204" pitchFamily="49" charset="0"/>
              </a:rPr>
              <a:t>()</a:t>
            </a:r>
            <a:r>
              <a:rPr lang="en-US" sz="1400" dirty="0"/>
              <a:t>, </a:t>
            </a:r>
            <a:r>
              <a:rPr lang="en-US" sz="1400" b="1" dirty="0" err="1">
                <a:latin typeface="Consolas" panose="020B0609020204030204" pitchFamily="49" charset="0"/>
                <a:cs typeface="Consolas" panose="020B0609020204030204" pitchFamily="49" charset="0"/>
              </a:rPr>
              <a:t>getBook</a:t>
            </a:r>
            <a:r>
              <a:rPr lang="en-US" sz="1400" b="1" dirty="0">
                <a:latin typeface="Consolas" panose="020B0609020204030204" pitchFamily="49" charset="0"/>
                <a:cs typeface="Consolas" panose="020B0609020204030204" pitchFamily="49" charset="0"/>
              </a:rPr>
              <a:t>()</a:t>
            </a:r>
            <a:r>
              <a:rPr lang="en-US" sz="1400" dirty="0"/>
              <a:t>,</a:t>
            </a:r>
            <a:r>
              <a:rPr lang="en-US" sz="1400" b="1" dirty="0" err="1">
                <a:latin typeface="Consolas" panose="020B0609020204030204" pitchFamily="49" charset="0"/>
                <a:cs typeface="Consolas" panose="020B0609020204030204" pitchFamily="49" charset="0"/>
              </a:rPr>
              <a:t>updateBook</a:t>
            </a:r>
            <a:r>
              <a:rPr lang="en-US" sz="1400" b="1" dirty="0">
                <a:latin typeface="Consolas" panose="020B0609020204030204" pitchFamily="49" charset="0"/>
                <a:cs typeface="Consolas" panose="020B0609020204030204" pitchFamily="49" charset="0"/>
              </a:rPr>
              <a:t>(). </a:t>
            </a:r>
            <a:endParaRPr sz="1400" b="1" dirty="0">
              <a:latin typeface="Consolas" panose="020B0609020204030204" pitchFamily="49" charset="0"/>
              <a:cs typeface="Consolas" panose="020B0609020204030204" pitchFamily="49" charset="0"/>
            </a:endParaRPr>
          </a:p>
          <a:p>
            <a:pPr marL="914400" lvl="1" indent="-330200" algn="l" rtl="0">
              <a:lnSpc>
                <a:spcPct val="90000"/>
              </a:lnSpc>
              <a:spcBef>
                <a:spcPts val="500"/>
              </a:spcBef>
              <a:spcAft>
                <a:spcPts val="0"/>
              </a:spcAft>
              <a:buSzPts val="1600"/>
              <a:buFont typeface="Arial"/>
              <a:buChar char="●"/>
            </a:pPr>
            <a:r>
              <a:rPr lang="en-US" sz="1400" b="1" dirty="0" err="1">
                <a:latin typeface="Consolas" panose="020B0609020204030204" pitchFamily="49" charset="0"/>
                <a:cs typeface="Consolas" panose="020B0609020204030204" pitchFamily="49" charset="0"/>
              </a:rPr>
              <a:t>updateBook</a:t>
            </a:r>
            <a:r>
              <a:rPr lang="en-US" sz="1400" b="1" dirty="0">
                <a:latin typeface="Consolas" panose="020B0609020204030204" pitchFamily="49" charset="0"/>
                <a:cs typeface="Consolas" panose="020B0609020204030204" pitchFamily="49" charset="0"/>
              </a:rPr>
              <a:t>()</a:t>
            </a:r>
            <a:r>
              <a:rPr lang="en-US" sz="1400" dirty="0"/>
              <a:t> function has been given to you previously in the slides.</a:t>
            </a:r>
            <a:endParaRPr sz="1400" dirty="0"/>
          </a:p>
          <a:p>
            <a:pPr marL="584200" lvl="1" indent="0" algn="l" rtl="0">
              <a:lnSpc>
                <a:spcPct val="90000"/>
              </a:lnSpc>
              <a:spcBef>
                <a:spcPts val="500"/>
              </a:spcBef>
              <a:spcAft>
                <a:spcPts val="0"/>
              </a:spcAft>
              <a:buSzPts val="1600"/>
              <a:buNone/>
            </a:pPr>
            <a:endParaRPr sz="1400" dirty="0"/>
          </a:p>
          <a:p>
            <a:pPr marL="127000" lvl="0" indent="0" algn="l" rtl="0">
              <a:lnSpc>
                <a:spcPct val="90000"/>
              </a:lnSpc>
              <a:spcBef>
                <a:spcPts val="1000"/>
              </a:spcBef>
              <a:spcAft>
                <a:spcPts val="0"/>
              </a:spcAft>
              <a:buSzPts val="1600"/>
              <a:buNone/>
            </a:pPr>
            <a:endParaRPr sz="1400" b="1" dirty="0"/>
          </a:p>
          <a:p>
            <a:pPr marL="457200" lvl="0" indent="-406400" algn="l" rtl="0">
              <a:lnSpc>
                <a:spcPct val="90000"/>
              </a:lnSpc>
              <a:spcBef>
                <a:spcPts val="1000"/>
              </a:spcBef>
              <a:spcAft>
                <a:spcPts val="0"/>
              </a:spcAft>
              <a:buSzPts val="2400"/>
              <a:buNone/>
            </a:pPr>
            <a:endParaRPr sz="1400" dirty="0"/>
          </a:p>
        </p:txBody>
      </p:sp>
      <p:sp>
        <p:nvSpPr>
          <p:cNvPr id="647" name="Google Shape;647;p48"/>
          <p:cNvSpPr txBox="1"/>
          <p:nvPr/>
        </p:nvSpPr>
        <p:spPr>
          <a:xfrm>
            <a:off x="6233160" y="2257172"/>
            <a:ext cx="5574716" cy="4700714"/>
          </a:xfrm>
          <a:prstGeom prst="rect">
            <a:avLst/>
          </a:prstGeom>
          <a:noFill/>
          <a:ln>
            <a:noFill/>
          </a:ln>
        </p:spPr>
        <p:txBody>
          <a:bodyPr spcFirstLastPara="1" wrap="square" lIns="91425" tIns="45700" rIns="91425" bIns="45700" anchor="t" anchorCtr="0">
            <a:noAutofit/>
          </a:bodyPr>
          <a:lstStyle/>
          <a:p>
            <a:pPr marL="457200" lvl="0" indent="-330200">
              <a:lnSpc>
                <a:spcPct val="90000"/>
              </a:lnSpc>
              <a:spcBef>
                <a:spcPts val="1000"/>
              </a:spcBef>
              <a:buSzPts val="1600"/>
              <a:buFont typeface="Arial"/>
              <a:buChar char="●"/>
            </a:pPr>
            <a:r>
              <a:rPr lang="en-US" dirty="0"/>
              <a:t>In </a:t>
            </a:r>
            <a:r>
              <a:rPr lang="en-US" b="1" dirty="0" err="1">
                <a:latin typeface="Consolas" panose="020B0609020204030204" pitchFamily="49" charset="0"/>
                <a:cs typeface="Consolas" panose="020B0609020204030204" pitchFamily="49" charset="0"/>
              </a:rPr>
              <a:t>showBookList</a:t>
            </a:r>
            <a:r>
              <a:rPr lang="en-US" b="1" dirty="0">
                <a:latin typeface="Consolas" panose="020B0609020204030204" pitchFamily="49" charset="0"/>
                <a:cs typeface="Consolas" panose="020B0609020204030204" pitchFamily="49" charset="0"/>
              </a:rPr>
              <a:t>() </a:t>
            </a:r>
          </a:p>
          <a:p>
            <a:pPr marL="914400" lvl="1" indent="-330200">
              <a:lnSpc>
                <a:spcPct val="90000"/>
              </a:lnSpc>
              <a:spcBef>
                <a:spcPts val="500"/>
              </a:spcBef>
              <a:buSzPts val="1600"/>
              <a:buFont typeface="Arial"/>
              <a:buChar char="●"/>
            </a:pPr>
            <a:r>
              <a:rPr lang="en-US" dirty="0"/>
              <a:t>renders the </a:t>
            </a:r>
            <a:r>
              <a:rPr lang="en-US" b="1" dirty="0">
                <a:latin typeface="Consolas" panose="020B0609020204030204" pitchFamily="49" charset="0"/>
                <a:cs typeface="Consolas" panose="020B0609020204030204" pitchFamily="49" charset="0"/>
              </a:rPr>
              <a:t>edit-</a:t>
            </a:r>
            <a:r>
              <a:rPr lang="en-US" b="1" dirty="0" err="1">
                <a:latin typeface="Consolas" panose="020B0609020204030204" pitchFamily="49" charset="0"/>
                <a:cs typeface="Consolas" panose="020B0609020204030204" pitchFamily="49" charset="0"/>
              </a:rPr>
              <a:t>book.ejs</a:t>
            </a:r>
            <a:r>
              <a:rPr lang="en-US" b="1" dirty="0">
                <a:latin typeface="Consolas" panose="020B0609020204030204" pitchFamily="49" charset="0"/>
                <a:cs typeface="Consolas" panose="020B0609020204030204" pitchFamily="49" charset="0"/>
              </a:rPr>
              <a:t> </a:t>
            </a:r>
            <a:r>
              <a:rPr lang="en-US" dirty="0"/>
              <a:t>(provided) to show all the books using </a:t>
            </a:r>
            <a:r>
              <a:rPr lang="en-US" b="1" dirty="0" err="1">
                <a:latin typeface="Consolas" panose="020B0609020204030204" pitchFamily="49" charset="0"/>
                <a:cs typeface="Consolas" panose="020B0609020204030204" pitchFamily="49" charset="0"/>
              </a:rPr>
              <a:t>Book.retrieveAll</a:t>
            </a:r>
            <a:r>
              <a:rPr lang="en-US" b="1" dirty="0">
                <a:latin typeface="Consolas" panose="020B0609020204030204" pitchFamily="49" charset="0"/>
                <a:cs typeface="Consolas" panose="020B0609020204030204" pitchFamily="49" charset="0"/>
              </a:rPr>
              <a:t>()</a:t>
            </a:r>
            <a:r>
              <a:rPr lang="en-US" dirty="0"/>
              <a:t>. You can copy and paste the function from </a:t>
            </a:r>
            <a:r>
              <a:rPr lang="en-US" b="1" dirty="0" err="1">
                <a:latin typeface="Consolas" panose="020B0609020204030204" pitchFamily="49" charset="0"/>
                <a:cs typeface="Consolas" panose="020B0609020204030204" pitchFamily="49" charset="0"/>
              </a:rPr>
              <a:t>showBooks</a:t>
            </a:r>
            <a:r>
              <a:rPr lang="en-US" b="1" dirty="0">
                <a:latin typeface="Consolas" panose="020B0609020204030204" pitchFamily="49" charset="0"/>
                <a:cs typeface="Consolas" panose="020B0609020204030204" pitchFamily="49" charset="0"/>
              </a:rPr>
              <a:t>()</a:t>
            </a:r>
            <a:r>
              <a:rPr lang="en-US" dirty="0"/>
              <a:t>. </a:t>
            </a:r>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Create an Edit link in </a:t>
            </a:r>
            <a:r>
              <a:rPr lang="en-US" b="1" dirty="0">
                <a:solidFill>
                  <a:schemeClr val="dk1"/>
                </a:solidFill>
                <a:latin typeface="Consolas" panose="020B0609020204030204" pitchFamily="49" charset="0"/>
                <a:cs typeface="Consolas" panose="020B0609020204030204" pitchFamily="49" charset="0"/>
              </a:rPr>
              <a:t>edit-</a:t>
            </a:r>
            <a:r>
              <a:rPr lang="en-US" b="1" dirty="0" err="1">
                <a:solidFill>
                  <a:schemeClr val="dk1"/>
                </a:solidFill>
                <a:latin typeface="Consolas" panose="020B0609020204030204" pitchFamily="49" charset="0"/>
                <a:cs typeface="Consolas" panose="020B0609020204030204" pitchFamily="49" charset="0"/>
              </a:rPr>
              <a:t>book.ejs</a:t>
            </a:r>
            <a:r>
              <a:rPr lang="en-US" b="0" i="0" u="none" strike="noStrike" cap="none" dirty="0">
                <a:solidFill>
                  <a:schemeClr val="dk1"/>
                </a:solidFill>
                <a:latin typeface="Arial"/>
                <a:ea typeface="Arial"/>
                <a:cs typeface="Arial"/>
                <a:sym typeface="Arial"/>
              </a:rPr>
              <a:t> to jump to </a:t>
            </a:r>
            <a:r>
              <a:rPr lang="en-US" b="1" dirty="0">
                <a:solidFill>
                  <a:schemeClr val="dk1"/>
                </a:solidFill>
                <a:latin typeface="Consolas" panose="020B0609020204030204" pitchFamily="49" charset="0"/>
                <a:cs typeface="Consolas" panose="020B0609020204030204" pitchFamily="49" charset="0"/>
              </a:rPr>
              <a:t>/</a:t>
            </a:r>
            <a:r>
              <a:rPr lang="en-US" b="1" dirty="0" err="1">
                <a:solidFill>
                  <a:schemeClr val="dk1"/>
                </a:solidFill>
                <a:latin typeface="Consolas" panose="020B0609020204030204" pitchFamily="49" charset="0"/>
                <a:cs typeface="Consolas" panose="020B0609020204030204" pitchFamily="49" charset="0"/>
              </a:rPr>
              <a:t>update-book?isbn</a:t>
            </a:r>
            <a:r>
              <a:rPr lang="en-US" b="1" dirty="0">
                <a:solidFill>
                  <a:schemeClr val="dk1"/>
                </a:solidFill>
                <a:latin typeface="Consolas" panose="020B0609020204030204" pitchFamily="49" charset="0"/>
                <a:cs typeface="Consolas" panose="020B0609020204030204" pitchFamily="49" charset="0"/>
              </a:rPr>
              <a:t>=&lt;</a:t>
            </a:r>
            <a:r>
              <a:rPr lang="en-US" b="1" dirty="0" err="1">
                <a:solidFill>
                  <a:schemeClr val="dk1"/>
                </a:solidFill>
                <a:latin typeface="Consolas" panose="020B0609020204030204" pitchFamily="49" charset="0"/>
                <a:cs typeface="Consolas" panose="020B0609020204030204" pitchFamily="49" charset="0"/>
              </a:rPr>
              <a:t>books’s</a:t>
            </a:r>
            <a:r>
              <a:rPr lang="en-US" b="1" dirty="0">
                <a:solidFill>
                  <a:schemeClr val="dk1"/>
                </a:solidFill>
                <a:latin typeface="Consolas" panose="020B0609020204030204" pitchFamily="49" charset="0"/>
                <a:cs typeface="Consolas" panose="020B0609020204030204" pitchFamily="49" charset="0"/>
              </a:rPr>
              <a:t> ISBN&gt;</a:t>
            </a:r>
            <a:endParaRPr b="1" dirty="0">
              <a:solidFill>
                <a:schemeClr val="dk1"/>
              </a:solidFill>
              <a:latin typeface="Consolas" panose="020B0609020204030204" pitchFamily="49" charset="0"/>
              <a:cs typeface="Consolas" panose="020B0609020204030204" pitchFamily="49" charset="0"/>
            </a:endParaRPr>
          </a:p>
          <a:p>
            <a:pPr marL="457200" marR="0" lvl="0" indent="-330200" algn="l" rtl="0">
              <a:lnSpc>
                <a:spcPct val="90000"/>
              </a:lnSpc>
              <a:spcBef>
                <a:spcPts val="10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In </a:t>
            </a:r>
            <a:r>
              <a:rPr lang="en-US" b="1" dirty="0" err="1">
                <a:solidFill>
                  <a:schemeClr val="dk1"/>
                </a:solidFill>
                <a:latin typeface="Consolas" panose="020B0609020204030204" pitchFamily="49" charset="0"/>
                <a:cs typeface="Consolas" panose="020B0609020204030204" pitchFamily="49" charset="0"/>
              </a:rPr>
              <a:t>getBook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Retrieves the </a:t>
            </a:r>
            <a:r>
              <a:rPr lang="en-US" b="1" dirty="0" err="1">
                <a:solidFill>
                  <a:schemeClr val="dk1"/>
                </a:solidFill>
                <a:latin typeface="Consolas" panose="020B0609020204030204" pitchFamily="49" charset="0"/>
                <a:cs typeface="Consolas" panose="020B0609020204030204" pitchFamily="49" charset="0"/>
              </a:rPr>
              <a:t>isbn</a:t>
            </a:r>
            <a:r>
              <a:rPr lang="en-US" b="0" i="0" u="none" strike="noStrike" cap="none" dirty="0">
                <a:solidFill>
                  <a:schemeClr val="dk1"/>
                </a:solidFill>
                <a:latin typeface="Arial"/>
                <a:ea typeface="Arial"/>
                <a:cs typeface="Arial"/>
                <a:sym typeface="Arial"/>
              </a:rPr>
              <a:t> number from the </a:t>
            </a:r>
            <a:r>
              <a:rPr lang="en-US" b="0" i="0" u="none" strike="noStrike" cap="none" dirty="0" err="1">
                <a:solidFill>
                  <a:schemeClr val="dk1"/>
                </a:solidFill>
                <a:latin typeface="Arial"/>
                <a:ea typeface="Arial"/>
                <a:cs typeface="Arial"/>
                <a:sym typeface="Arial"/>
              </a:rPr>
              <a:t>url</a:t>
            </a:r>
            <a:r>
              <a:rPr lang="en-US" b="0" i="0" u="none" strike="noStrike" cap="none" dirty="0">
                <a:solidFill>
                  <a:schemeClr val="dk1"/>
                </a:solidFill>
                <a:latin typeface="Arial"/>
                <a:ea typeface="Arial"/>
                <a:cs typeface="Arial"/>
                <a:sym typeface="Arial"/>
              </a:rPr>
              <a:t>. </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Use </a:t>
            </a:r>
            <a:r>
              <a:rPr lang="en-US" b="1" dirty="0" err="1">
                <a:solidFill>
                  <a:schemeClr val="dk1"/>
                </a:solidFill>
                <a:latin typeface="Consolas" panose="020B0609020204030204" pitchFamily="49" charset="0"/>
                <a:cs typeface="Consolas" panose="020B0609020204030204" pitchFamily="49" charset="0"/>
              </a:rPr>
              <a:t>Book.findByIsbn</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 function to find the book with the ISBN provided in the URL.</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Render </a:t>
            </a:r>
            <a:r>
              <a:rPr lang="en-US" b="1" dirty="0">
                <a:solidFill>
                  <a:schemeClr val="dk1"/>
                </a:solidFill>
                <a:latin typeface="Consolas" panose="020B0609020204030204" pitchFamily="49" charset="0"/>
                <a:cs typeface="Consolas" panose="020B0609020204030204" pitchFamily="49" charset="0"/>
              </a:rPr>
              <a:t>update-</a:t>
            </a:r>
            <a:r>
              <a:rPr lang="en-US" b="1" dirty="0" err="1">
                <a:solidFill>
                  <a:schemeClr val="dk1"/>
                </a:solidFill>
                <a:latin typeface="Consolas" panose="020B0609020204030204" pitchFamily="49" charset="0"/>
                <a:cs typeface="Consolas" panose="020B0609020204030204" pitchFamily="49" charset="0"/>
              </a:rPr>
              <a:t>rating.ejs</a:t>
            </a:r>
            <a:r>
              <a:rPr lang="en-US" b="1" dirty="0">
                <a:solidFill>
                  <a:schemeClr val="dk1"/>
                </a:solidFill>
                <a:latin typeface="Consolas" panose="020B0609020204030204" pitchFamily="49" charset="0"/>
                <a:cs typeface="Consolas" panose="020B0609020204030204" pitchFamily="49" charset="0"/>
              </a:rPr>
              <a:t> </a:t>
            </a:r>
            <a:r>
              <a:rPr lang="en-US" b="0" i="0" u="none" strike="noStrike" cap="none" dirty="0">
                <a:solidFill>
                  <a:schemeClr val="dk1"/>
                </a:solidFill>
                <a:latin typeface="Arial"/>
                <a:ea typeface="Arial"/>
                <a:cs typeface="Arial"/>
                <a:sym typeface="Arial"/>
              </a:rPr>
              <a:t>(provided) with the result of </a:t>
            </a:r>
            <a:r>
              <a:rPr lang="en-US" b="1" dirty="0" err="1">
                <a:solidFill>
                  <a:schemeClr val="dk1"/>
                </a:solidFill>
                <a:latin typeface="Consolas" panose="020B0609020204030204" pitchFamily="49" charset="0"/>
                <a:cs typeface="Consolas" panose="020B0609020204030204" pitchFamily="49" charset="0"/>
              </a:rPr>
              <a:t>Book.findByIsbn</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 </a:t>
            </a:r>
            <a:endParaRPr dirty="0"/>
          </a:p>
          <a:p>
            <a:pPr marL="457200" marR="0" lvl="0" indent="-330200" algn="l" rtl="0">
              <a:lnSpc>
                <a:spcPct val="90000"/>
              </a:lnSpc>
              <a:spcBef>
                <a:spcPts val="10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In </a:t>
            </a:r>
            <a:r>
              <a:rPr lang="en-US" b="1" dirty="0" err="1">
                <a:solidFill>
                  <a:schemeClr val="dk1"/>
                </a:solidFill>
                <a:latin typeface="Consolas" panose="020B0609020204030204" pitchFamily="49" charset="0"/>
                <a:cs typeface="Consolas" panose="020B0609020204030204" pitchFamily="49" charset="0"/>
              </a:rPr>
              <a:t>updateBook</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Get the data from the form using post and use </a:t>
            </a:r>
            <a:r>
              <a:rPr lang="en-US" b="1" dirty="0" err="1">
                <a:solidFill>
                  <a:schemeClr val="dk1"/>
                </a:solidFill>
                <a:latin typeface="Consolas" panose="020B0609020204030204" pitchFamily="49" charset="0"/>
                <a:cs typeface="Consolas" panose="020B0609020204030204" pitchFamily="49" charset="0"/>
              </a:rPr>
              <a:t>editBook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 function to update the rating and price to the new values.</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Send  a message when the update is successful.</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4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Delete a Document</a:t>
            </a:r>
            <a:endParaRPr sz="2400" b="1" i="0" u="none" strike="noStrike" cap="none" dirty="0">
              <a:solidFill>
                <a:srgbClr val="11175E"/>
              </a:solidFill>
              <a:latin typeface="Arial"/>
              <a:ea typeface="Arial"/>
              <a:cs typeface="Arial"/>
              <a:sym typeface="Arial"/>
            </a:endParaRPr>
          </a:p>
        </p:txBody>
      </p:sp>
      <p:sp>
        <p:nvSpPr>
          <p:cNvPr id="653" name="Google Shape;653;p49"/>
          <p:cNvSpPr txBox="1"/>
          <p:nvPr/>
        </p:nvSpPr>
        <p:spPr>
          <a:xfrm>
            <a:off x="250012" y="1366622"/>
            <a:ext cx="10997108"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Let’s add a method in </a:t>
            </a:r>
            <a:r>
              <a:rPr lang="en-US" sz="1600" b="1" dirty="0">
                <a:solidFill>
                  <a:schemeClr val="dk1"/>
                </a:solidFill>
                <a:latin typeface="Consolas" panose="020B0609020204030204" pitchFamily="49" charset="0"/>
                <a:cs typeface="Consolas" panose="020B0609020204030204" pitchFamily="49" charset="0"/>
              </a:rPr>
              <a:t>book-</a:t>
            </a:r>
            <a:r>
              <a:rPr lang="en-US" sz="1600" b="1" dirty="0" err="1">
                <a:solidFill>
                  <a:schemeClr val="dk1"/>
                </a:solidFill>
                <a:latin typeface="Consolas" panose="020B0609020204030204" pitchFamily="49" charset="0"/>
                <a:cs typeface="Consolas" panose="020B0609020204030204" pitchFamily="49" charset="0"/>
              </a:rPr>
              <a:t>model.js</a:t>
            </a:r>
            <a:r>
              <a:rPr lang="en-US" sz="1600" b="1" dirty="0">
                <a:solidFill>
                  <a:schemeClr val="dk1"/>
                </a:solidFill>
                <a:latin typeface="Consolas" panose="020B0609020204030204" pitchFamily="49" charset="0"/>
                <a:cs typeface="Consolas" panose="020B0609020204030204" pitchFamily="49" charset="0"/>
              </a:rPr>
              <a:t> </a:t>
            </a:r>
            <a:r>
              <a:rPr lang="en-US" sz="1600" b="0" i="0" u="none" strike="noStrike" cap="none" dirty="0">
                <a:solidFill>
                  <a:schemeClr val="dk1"/>
                </a:solidFill>
                <a:latin typeface="Arial"/>
                <a:ea typeface="Arial"/>
                <a:cs typeface="Arial"/>
                <a:sym typeface="Arial"/>
              </a:rPr>
              <a:t>to update a document. Deleting a document will require us to access it using its primary key. In this case, the primary key is our ISBN number.</a:t>
            </a:r>
            <a:endParaRPr sz="1600" b="0" i="0" u="none" strike="noStrike" cap="none" dirty="0">
              <a:solidFill>
                <a:schemeClr val="dk1"/>
              </a:solidFill>
              <a:latin typeface="Arial"/>
              <a:ea typeface="Arial"/>
              <a:cs typeface="Arial"/>
              <a:sym typeface="Arial"/>
            </a:endParaRPr>
          </a:p>
        </p:txBody>
      </p:sp>
      <p:sp>
        <p:nvSpPr>
          <p:cNvPr id="654" name="Google Shape;654;p49"/>
          <p:cNvSpPr txBox="1"/>
          <p:nvPr/>
        </p:nvSpPr>
        <p:spPr>
          <a:xfrm>
            <a:off x="2593233" y="2321859"/>
            <a:ext cx="5563215" cy="2387865"/>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a:t>
            </a:r>
            <a:endParaRPr sz="1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exports.deleteBook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function(</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return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Book.deleteOne</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Clr>
                <a:srgbClr val="000000"/>
              </a:buClr>
              <a:buSzPts val="1400"/>
              <a:buFont typeface="Arial"/>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600" b="1" i="0" u="none" strike="noStrike" cap="none" dirty="0">
                <a:solidFill>
                  <a:srgbClr val="000000"/>
                </a:solidFill>
                <a:latin typeface="Arial"/>
                <a:ea typeface="Arial"/>
                <a:cs typeface="Arial"/>
                <a:sym typeface="Arial"/>
              </a:rPr>
              <a:t>…</a:t>
            </a:r>
            <a:endParaRPr sz="1600" b="1" i="0" u="none" strike="noStrike" cap="none" dirty="0">
              <a:solidFill>
                <a:srgbClr val="000000"/>
              </a:solidFill>
              <a:latin typeface="Arial"/>
              <a:ea typeface="Arial"/>
              <a:cs typeface="Arial"/>
              <a:sym typeface="Arial"/>
            </a:endParaRPr>
          </a:p>
        </p:txBody>
      </p:sp>
      <p:sp>
        <p:nvSpPr>
          <p:cNvPr id="655" name="Google Shape;655;p49"/>
          <p:cNvSpPr/>
          <p:nvPr/>
        </p:nvSpPr>
        <p:spPr>
          <a:xfrm>
            <a:off x="3401731" y="3078764"/>
            <a:ext cx="1084556" cy="245777"/>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56" name="Google Shape;656;p49"/>
          <p:cNvCxnSpPr>
            <a:cxnSpLocks/>
            <a:stCxn id="657" idx="1"/>
            <a:endCxn id="655" idx="0"/>
          </p:cNvCxnSpPr>
          <p:nvPr/>
        </p:nvCxnSpPr>
        <p:spPr>
          <a:xfrm rot="10800000" flipV="1">
            <a:off x="3944010" y="2617114"/>
            <a:ext cx="5602327" cy="461649"/>
          </a:xfrm>
          <a:prstGeom prst="bentConnector2">
            <a:avLst/>
          </a:prstGeom>
          <a:noFill/>
          <a:ln w="19050" cap="flat" cmpd="sng">
            <a:solidFill>
              <a:srgbClr val="6AA84F"/>
            </a:solidFill>
            <a:prstDash val="solid"/>
            <a:round/>
            <a:headEnd type="none" w="sm" len="sm"/>
            <a:tailEnd type="triangle" w="med" len="med"/>
          </a:ln>
        </p:spPr>
      </p:cxnSp>
      <p:sp>
        <p:nvSpPr>
          <p:cNvPr id="657" name="Google Shape;657;p49"/>
          <p:cNvSpPr txBox="1"/>
          <p:nvPr/>
        </p:nvSpPr>
        <p:spPr>
          <a:xfrm>
            <a:off x="9546336" y="2155465"/>
            <a:ext cx="2223008" cy="923299"/>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We create a method call </a:t>
            </a:r>
            <a:r>
              <a:rPr lang="en-US" sz="1600" b="1" dirty="0" err="1">
                <a:solidFill>
                  <a:schemeClr val="dk1"/>
                </a:solidFill>
                <a:latin typeface="Consolas" panose="020B0609020204030204" pitchFamily="49" charset="0"/>
                <a:cs typeface="Consolas" panose="020B0609020204030204" pitchFamily="49" charset="0"/>
              </a:rPr>
              <a:t>deleteBook</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to delete a document</a:t>
            </a:r>
            <a:endParaRPr sz="1600" b="0" i="0" u="none" strike="noStrike" cap="none" dirty="0">
              <a:solidFill>
                <a:srgbClr val="000000"/>
              </a:solidFill>
              <a:latin typeface="Arial"/>
              <a:ea typeface="Arial"/>
              <a:cs typeface="Arial"/>
              <a:sym typeface="Arial"/>
            </a:endParaRPr>
          </a:p>
        </p:txBody>
      </p:sp>
      <p:sp>
        <p:nvSpPr>
          <p:cNvPr id="658" name="Google Shape;658;p49"/>
          <p:cNvSpPr/>
          <p:nvPr/>
        </p:nvSpPr>
        <p:spPr>
          <a:xfrm>
            <a:off x="2745779" y="3453995"/>
            <a:ext cx="3635143" cy="325242"/>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59" name="Google Shape;659;p49"/>
          <p:cNvCxnSpPr>
            <a:cxnSpLocks/>
            <a:stCxn id="660" idx="0"/>
            <a:endCxn id="658" idx="2"/>
          </p:cNvCxnSpPr>
          <p:nvPr/>
        </p:nvCxnSpPr>
        <p:spPr>
          <a:xfrm rot="5400000" flipH="1" flipV="1">
            <a:off x="2909795" y="3413238"/>
            <a:ext cx="1287556" cy="2019555"/>
          </a:xfrm>
          <a:prstGeom prst="bentConnector3">
            <a:avLst>
              <a:gd name="adj1" fmla="val 50000"/>
            </a:avLst>
          </a:prstGeom>
          <a:noFill/>
          <a:ln w="19050" cap="flat" cmpd="sng">
            <a:solidFill>
              <a:srgbClr val="0000FF"/>
            </a:solidFill>
            <a:prstDash val="solid"/>
            <a:round/>
            <a:headEnd type="none" w="sm" len="sm"/>
            <a:tailEnd type="triangle" w="med" len="med"/>
          </a:ln>
        </p:spPr>
      </p:cxnSp>
      <p:sp>
        <p:nvSpPr>
          <p:cNvPr id="660" name="Google Shape;660;p49"/>
          <p:cNvSpPr txBox="1"/>
          <p:nvPr/>
        </p:nvSpPr>
        <p:spPr>
          <a:xfrm>
            <a:off x="601306" y="5066793"/>
            <a:ext cx="3884980" cy="1415742"/>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dirty="0" err="1">
                <a:solidFill>
                  <a:schemeClr val="dk1"/>
                </a:solidFill>
                <a:latin typeface="Consolas" panose="020B0609020204030204" pitchFamily="49" charset="0"/>
                <a:cs typeface="Consolas" panose="020B0609020204030204" pitchFamily="49" charset="0"/>
              </a:rPr>
              <a:t>Book.deleteOne</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is the actual syntax to delete a documents and the  parameter is the unique index value of the document. It returns 2 variables, acknowledged and </a:t>
            </a:r>
            <a:r>
              <a:rPr lang="en-US" sz="1600" b="0" i="0" u="none" strike="noStrike" cap="none" dirty="0" err="1">
                <a:solidFill>
                  <a:schemeClr val="dk1"/>
                </a:solidFill>
                <a:latin typeface="Arial"/>
                <a:ea typeface="Arial"/>
                <a:cs typeface="Arial"/>
                <a:sym typeface="Arial"/>
              </a:rPr>
              <a:t>deletedCount</a:t>
            </a:r>
            <a:r>
              <a:rPr lang="en-US" sz="1600" b="0" i="0" u="none" strike="noStrike" cap="none" dirty="0">
                <a:solidFill>
                  <a:schemeClr val="dk1"/>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p:txBody>
      </p:sp>
      <p:sp>
        <p:nvSpPr>
          <p:cNvPr id="661" name="Google Shape;661;p49"/>
          <p:cNvSpPr/>
          <p:nvPr/>
        </p:nvSpPr>
        <p:spPr>
          <a:xfrm>
            <a:off x="5515882" y="3085329"/>
            <a:ext cx="639753" cy="245777"/>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62" name="Google Shape;662;p49"/>
          <p:cNvCxnSpPr>
            <a:cxnSpLocks/>
            <a:endCxn id="661" idx="3"/>
          </p:cNvCxnSpPr>
          <p:nvPr/>
        </p:nvCxnSpPr>
        <p:spPr>
          <a:xfrm rot="10800000">
            <a:off x="6155635" y="3208218"/>
            <a:ext cx="3560272" cy="1480800"/>
          </a:xfrm>
          <a:prstGeom prst="bentConnector3">
            <a:avLst>
              <a:gd name="adj1" fmla="val 50000"/>
            </a:avLst>
          </a:prstGeom>
          <a:noFill/>
          <a:ln w="19050" cap="flat" cmpd="sng">
            <a:solidFill>
              <a:srgbClr val="CC99FF"/>
            </a:solidFill>
            <a:prstDash val="solid"/>
            <a:round/>
            <a:headEnd type="none" w="sm" len="sm"/>
            <a:tailEnd type="triangle" w="med" len="med"/>
          </a:ln>
        </p:spPr>
      </p:cxnSp>
      <p:sp>
        <p:nvSpPr>
          <p:cNvPr id="663" name="Google Shape;663;p49"/>
          <p:cNvSpPr txBox="1"/>
          <p:nvPr/>
        </p:nvSpPr>
        <p:spPr>
          <a:xfrm>
            <a:off x="9538752" y="4244215"/>
            <a:ext cx="2230592"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will be taking the unique index value isbn as input</a:t>
            </a:r>
            <a:endParaRPr sz="1600" b="0" i="0" u="none" strike="noStrike" cap="none">
              <a:solidFill>
                <a:srgbClr val="000000"/>
              </a:solidFill>
              <a:latin typeface="Arial"/>
              <a:ea typeface="Arial"/>
              <a:cs typeface="Arial"/>
              <a:sym typeface="Arial"/>
            </a:endParaRPr>
          </a:p>
        </p:txBody>
      </p:sp>
      <p:sp>
        <p:nvSpPr>
          <p:cNvPr id="664" name="Google Shape;664;p49"/>
          <p:cNvSpPr txBox="1"/>
          <p:nvPr/>
        </p:nvSpPr>
        <p:spPr>
          <a:xfrm>
            <a:off x="8534400" y="5736376"/>
            <a:ext cx="3409224" cy="307736"/>
          </a:xfrm>
          <a:prstGeom prst="rect">
            <a:avLst/>
          </a:prstGeom>
          <a:noFill/>
          <a:ln>
            <a:noFill/>
          </a:ln>
        </p:spPr>
        <p:txBody>
          <a:bodyPr spcFirstLastPara="1" wrap="square" lIns="91425" tIns="45700" rIns="91425" bIns="45700" anchor="t" anchorCtr="0">
            <a:spAutoFit/>
          </a:bodyPr>
          <a:lstStyle/>
          <a:p>
            <a:pPr lvl="0">
              <a:buSzPts val="1400"/>
            </a:pPr>
            <a:r>
              <a:rPr lang="en-US" u="sng" dirty="0">
                <a:solidFill>
                  <a:srgbClr val="0070C0"/>
                </a:solidFill>
                <a:hlinkClick r:id="rId3">
                  <a:extLst>
                    <a:ext uri="{A12FA001-AC4F-418D-AE19-62706E023703}">
                      <ahyp:hlinkClr xmlns:ahyp="http://schemas.microsoft.com/office/drawing/2018/hyperlinkcolor" val="tx"/>
                    </a:ext>
                  </a:extLst>
                </a:hlinkClick>
              </a:rPr>
              <a:t>Read more about </a:t>
            </a:r>
            <a:r>
              <a:rPr lang="en-US" u="sng" dirty="0">
                <a:solidFill>
                  <a:srgbClr val="0070C0"/>
                </a:solidFill>
              </a:rPr>
              <a:t> </a:t>
            </a:r>
            <a:r>
              <a:rPr lang="en-US" b="1" u="sng" dirty="0" err="1">
                <a:solidFill>
                  <a:srgbClr val="0070C0"/>
                </a:solidFill>
                <a:latin typeface="Consolas" panose="020B0609020204030204" pitchFamily="49" charset="0"/>
                <a:cs typeface="Consolas" panose="020B0609020204030204" pitchFamily="49" charset="0"/>
              </a:rPr>
              <a:t>M</a:t>
            </a:r>
            <a:r>
              <a:rPr lang="en-US" b="1" dirty="0" err="1">
                <a:solidFill>
                  <a:srgbClr val="0070C0"/>
                </a:solidFill>
                <a:latin typeface="Consolas" panose="020B0609020204030204" pitchFamily="49" charset="0"/>
                <a:cs typeface="Consolas" panose="020B0609020204030204" pitchFamily="49" charset="0"/>
                <a:hlinkClick r:id="rId4">
                  <a:extLst>
                    <a:ext uri="{A12FA001-AC4F-418D-AE19-62706E023703}">
                      <ahyp:hlinkClr xmlns:ahyp="http://schemas.microsoft.com/office/drawing/2018/hyperlinkcolor" val="tx"/>
                    </a:ext>
                  </a:extLst>
                </a:hlinkClick>
              </a:rPr>
              <a:t>odel.deleteOne</a:t>
            </a:r>
            <a:r>
              <a:rPr lang="en-US" b="1" dirty="0">
                <a:solidFill>
                  <a:srgbClr val="0070C0"/>
                </a:solidFill>
                <a:latin typeface="Consolas" panose="020B0609020204030204" pitchFamily="49" charset="0"/>
                <a:cs typeface="Consolas" panose="020B0609020204030204" pitchFamily="49" charset="0"/>
                <a:hlinkClick r:id="rId4">
                  <a:extLst>
                    <a:ext uri="{A12FA001-AC4F-418D-AE19-62706E023703}">
                      <ahyp:hlinkClr xmlns:ahyp="http://schemas.microsoft.com/office/drawing/2018/hyperlinkcolor" val="tx"/>
                    </a:ext>
                  </a:extLst>
                </a:hlinkClick>
              </a:rPr>
              <a:t>()</a:t>
            </a:r>
            <a:endParaRPr b="1" dirty="0">
              <a:solidFill>
                <a:srgbClr val="0070C0"/>
              </a:solidFill>
              <a:latin typeface="Consolas" panose="020B0609020204030204" pitchFamily="49" charset="0"/>
              <a:cs typeface="Consolas" panose="020B0609020204030204" pitchFamily="49" charset="0"/>
            </a:endParaRPr>
          </a:p>
        </p:txBody>
      </p:sp>
      <p:sp>
        <p:nvSpPr>
          <p:cNvPr id="665" name="Google Shape;665;p49"/>
          <p:cNvSpPr txBox="1"/>
          <p:nvPr/>
        </p:nvSpPr>
        <p:spPr>
          <a:xfrm>
            <a:off x="4693463" y="4779138"/>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model.js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Delete a Document </a:t>
            </a:r>
            <a:endParaRPr sz="2400" b="1" i="0" u="none" strike="noStrike" cap="none" dirty="0">
              <a:solidFill>
                <a:srgbClr val="11175E"/>
              </a:solidFill>
              <a:latin typeface="Arial"/>
              <a:ea typeface="Arial"/>
              <a:cs typeface="Arial"/>
              <a:sym typeface="Arial"/>
            </a:endParaRPr>
          </a:p>
        </p:txBody>
      </p:sp>
      <p:sp>
        <p:nvSpPr>
          <p:cNvPr id="671" name="Google Shape;671;p50"/>
          <p:cNvSpPr txBox="1"/>
          <p:nvPr/>
        </p:nvSpPr>
        <p:spPr>
          <a:xfrm>
            <a:off x="250012" y="1375766"/>
            <a:ext cx="11344580"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Let’s look at the code for deleting a document.</a:t>
            </a:r>
            <a:r>
              <a:rPr lang="en-US" sz="1600" b="1" i="0" u="none" strike="noStrike" cap="none" dirty="0">
                <a:solidFill>
                  <a:srgbClr val="C00000"/>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Deleting a document will require the field that we want to find (normally a unique key/index)  </a:t>
            </a:r>
            <a:r>
              <a:rPr lang="en-US" sz="1600" b="0" i="0" u="none" strike="noStrike" cap="none" dirty="0" err="1">
                <a:solidFill>
                  <a:schemeClr val="dk1"/>
                </a:solidFill>
                <a:latin typeface="Arial"/>
                <a:ea typeface="Arial"/>
                <a:cs typeface="Arial"/>
                <a:sym typeface="Arial"/>
              </a:rPr>
              <a:t>e.g</a:t>
            </a:r>
            <a:r>
              <a:rPr lang="en-US" sz="1600" b="0" i="0" u="none" strike="noStrike" cap="none" dirty="0">
                <a:solidFill>
                  <a:schemeClr val="dk1"/>
                </a:solidFill>
                <a:latin typeface="Arial"/>
                <a:ea typeface="Arial"/>
                <a:cs typeface="Arial"/>
                <a:sym typeface="Arial"/>
              </a:rPr>
              <a:t> ISBN number.</a:t>
            </a:r>
            <a:endParaRPr sz="1600" b="0" i="0" u="none" strike="noStrike" cap="none" dirty="0">
              <a:solidFill>
                <a:schemeClr val="dk1"/>
              </a:solidFill>
              <a:latin typeface="Arial"/>
              <a:ea typeface="Arial"/>
              <a:cs typeface="Arial"/>
              <a:sym typeface="Arial"/>
            </a:endParaRPr>
          </a:p>
        </p:txBody>
      </p:sp>
      <p:sp>
        <p:nvSpPr>
          <p:cNvPr id="672" name="Google Shape;672;p50"/>
          <p:cNvSpPr txBox="1"/>
          <p:nvPr/>
        </p:nvSpPr>
        <p:spPr>
          <a:xfrm>
            <a:off x="2613963" y="2436060"/>
            <a:ext cx="6121261" cy="3882697"/>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exports.deleteBook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async (req, res) =&gt;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const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isbnNo</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req.body.isbn</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//in the hidden field.</a:t>
            </a:r>
            <a:endParaRPr dirty="0"/>
          </a:p>
          <a:p>
            <a:pPr marL="0" marR="0" lvl="0" indent="0" algn="l" rtl="0">
              <a:lnSpc>
                <a:spcPct val="10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try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let success= await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Book.deleteBook</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isbn:isbnNo</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00000"/>
              </a:lnSpc>
              <a:spcBef>
                <a:spcPts val="0"/>
              </a:spcBef>
              <a:spcAft>
                <a:spcPts val="0"/>
              </a:spcAft>
              <a:buNone/>
            </a:pPr>
            <a:b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b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console.log</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(success); // check out the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console.log</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if(</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success.deletedCount</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===1){</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res.send</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("Book has been successfully deleted.")</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 catch (error)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r>
              <a:rPr lang="en-US" sz="1400" u="none"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console.error</a:t>
            </a: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(error);</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  }</a:t>
            </a:r>
            <a:endParaRPr dirty="0"/>
          </a:p>
          <a:p>
            <a:pPr marL="0" marR="0" lvl="0" indent="0" algn="l" rtl="0">
              <a:lnSpc>
                <a:spcPct val="100000"/>
              </a:lnSpc>
              <a:spcBef>
                <a:spcPts val="0"/>
              </a:spcBef>
              <a:spcAft>
                <a:spcPts val="0"/>
              </a:spcAft>
              <a:buNone/>
            </a:pPr>
            <a:r>
              <a:rPr lang="en-US"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rPr>
              <a:t>};</a:t>
            </a:r>
            <a:endParaRPr dirty="0"/>
          </a:p>
          <a:p>
            <a:pPr marL="0" marR="0" lvl="0" indent="0" algn="l" rtl="0">
              <a:lnSpc>
                <a:spcPct val="150000"/>
              </a:lnSpc>
              <a:spcBef>
                <a:spcPts val="0"/>
              </a:spcBef>
              <a:spcAft>
                <a:spcPts val="0"/>
              </a:spcAft>
              <a:buNone/>
            </a:pPr>
            <a:endParaRPr sz="1400" u="none"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
        <p:nvSpPr>
          <p:cNvPr id="673" name="Google Shape;673;p50"/>
          <p:cNvSpPr/>
          <p:nvPr/>
        </p:nvSpPr>
        <p:spPr>
          <a:xfrm>
            <a:off x="2851584" y="2748827"/>
            <a:ext cx="2846851" cy="265602"/>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74" name="Google Shape;674;p50"/>
          <p:cNvCxnSpPr>
            <a:cxnSpLocks/>
            <a:stCxn id="675" idx="1"/>
            <a:endCxn id="673" idx="3"/>
          </p:cNvCxnSpPr>
          <p:nvPr/>
        </p:nvCxnSpPr>
        <p:spPr>
          <a:xfrm flipH="1" flipV="1">
            <a:off x="5698435" y="2881628"/>
            <a:ext cx="3372412" cy="17199"/>
          </a:xfrm>
          <a:prstGeom prst="straightConnector1">
            <a:avLst/>
          </a:prstGeom>
          <a:noFill/>
          <a:ln w="19050" cap="flat" cmpd="sng">
            <a:solidFill>
              <a:srgbClr val="6AA84F"/>
            </a:solidFill>
            <a:prstDash val="solid"/>
            <a:round/>
            <a:headEnd type="none" w="sm" len="sm"/>
            <a:tailEnd type="triangle" w="med" len="med"/>
          </a:ln>
        </p:spPr>
      </p:cxnSp>
      <p:sp>
        <p:nvSpPr>
          <p:cNvPr id="675" name="Google Shape;675;p50"/>
          <p:cNvSpPr txBox="1"/>
          <p:nvPr/>
        </p:nvSpPr>
        <p:spPr>
          <a:xfrm>
            <a:off x="9070847" y="2314066"/>
            <a:ext cx="2787257" cy="1169521"/>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Get the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of the document to be deleted. In this case, it is from the hidden field in the form.</a:t>
            </a:r>
            <a:endParaRPr sz="1600" b="0" i="0" u="none" strike="noStrike" cap="none" dirty="0">
              <a:solidFill>
                <a:srgbClr val="000000"/>
              </a:solidFill>
              <a:latin typeface="Arial"/>
              <a:ea typeface="Arial"/>
              <a:cs typeface="Arial"/>
              <a:sym typeface="Arial"/>
            </a:endParaRPr>
          </a:p>
        </p:txBody>
      </p:sp>
      <p:sp>
        <p:nvSpPr>
          <p:cNvPr id="676" name="Google Shape;676;p50"/>
          <p:cNvSpPr/>
          <p:nvPr/>
        </p:nvSpPr>
        <p:spPr>
          <a:xfrm>
            <a:off x="3393195" y="4214880"/>
            <a:ext cx="2424510" cy="265602"/>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77" name="Google Shape;677;p50"/>
          <p:cNvCxnSpPr>
            <a:cxnSpLocks/>
            <a:stCxn id="678" idx="1"/>
            <a:endCxn id="676" idx="3"/>
          </p:cNvCxnSpPr>
          <p:nvPr/>
        </p:nvCxnSpPr>
        <p:spPr>
          <a:xfrm flipH="1" flipV="1">
            <a:off x="5817705" y="4347681"/>
            <a:ext cx="3253143" cy="113080"/>
          </a:xfrm>
          <a:prstGeom prst="straightConnector1">
            <a:avLst/>
          </a:prstGeom>
          <a:noFill/>
          <a:ln w="19050" cap="flat" cmpd="sng">
            <a:solidFill>
              <a:srgbClr val="0000FF"/>
            </a:solidFill>
            <a:prstDash val="solid"/>
            <a:round/>
            <a:headEnd type="none" w="sm" len="sm"/>
            <a:tailEnd type="triangle" w="med" len="med"/>
          </a:ln>
        </p:spPr>
      </p:cxnSp>
      <p:sp>
        <p:nvSpPr>
          <p:cNvPr id="678" name="Google Shape;678;p50"/>
          <p:cNvSpPr txBox="1"/>
          <p:nvPr/>
        </p:nvSpPr>
        <p:spPr>
          <a:xfrm>
            <a:off x="9070848" y="3629779"/>
            <a:ext cx="2787257" cy="1661963"/>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n-US" sz="1600" b="1" dirty="0" err="1">
                <a:solidFill>
                  <a:schemeClr val="dk1"/>
                </a:solidFill>
                <a:latin typeface="Consolas" panose="020B0609020204030204" pitchFamily="49" charset="0"/>
                <a:cs typeface="Consolas" panose="020B0609020204030204" pitchFamily="49" charset="0"/>
              </a:rPr>
              <a:t>deleteBook</a:t>
            </a:r>
            <a:r>
              <a:rPr lang="en-US" sz="1600" b="1" dirty="0">
                <a:solidFill>
                  <a:schemeClr val="dk1"/>
                </a:solidFill>
                <a:latin typeface="Consolas" panose="020B0609020204030204" pitchFamily="49" charset="0"/>
                <a:cs typeface="Consolas" panose="020B0609020204030204" pitchFamily="49" charset="0"/>
              </a:rPr>
              <a:t>()</a:t>
            </a:r>
            <a:r>
              <a:rPr lang="en-US" sz="1600" b="0" i="0" u="none" strike="noStrike" cap="none" dirty="0">
                <a:solidFill>
                  <a:schemeClr val="dk1"/>
                </a:solidFill>
                <a:latin typeface="Arial"/>
                <a:ea typeface="Arial"/>
                <a:cs typeface="Arial"/>
                <a:sym typeface="Arial"/>
              </a:rPr>
              <a:t> function will return attribute “</a:t>
            </a:r>
            <a:r>
              <a:rPr lang="en-US" sz="1600" b="1" dirty="0">
                <a:solidFill>
                  <a:schemeClr val="dk1"/>
                </a:solidFill>
                <a:latin typeface="Consolas" panose="020B0609020204030204" pitchFamily="49" charset="0"/>
                <a:cs typeface="Consolas" panose="020B0609020204030204" pitchFamily="49" charset="0"/>
              </a:rPr>
              <a:t>acknowledge</a:t>
            </a:r>
            <a:r>
              <a:rPr lang="en-US" sz="1600" b="0" i="0" u="none" strike="noStrike" cap="none" dirty="0">
                <a:solidFill>
                  <a:schemeClr val="dk1"/>
                </a:solidFill>
                <a:latin typeface="Arial"/>
                <a:ea typeface="Arial"/>
                <a:cs typeface="Arial"/>
                <a:sym typeface="Arial"/>
              </a:rPr>
              <a:t>” and “</a:t>
            </a:r>
            <a:r>
              <a:rPr lang="en-US" sz="1600" b="1" dirty="0" err="1">
                <a:solidFill>
                  <a:schemeClr val="dk1"/>
                </a:solidFill>
                <a:latin typeface="Consolas" panose="020B0609020204030204" pitchFamily="49" charset="0"/>
                <a:cs typeface="Consolas" panose="020B0609020204030204" pitchFamily="49" charset="0"/>
              </a:rPr>
              <a:t>deleteCount</a:t>
            </a:r>
            <a:r>
              <a:rPr lang="en-US" sz="1600" b="0" i="0" u="none" strike="noStrike" cap="none" dirty="0">
                <a:solidFill>
                  <a:schemeClr val="dk1"/>
                </a:solidFill>
                <a:latin typeface="Arial"/>
                <a:ea typeface="Arial"/>
                <a:cs typeface="Arial"/>
                <a:sym typeface="Arial"/>
              </a:rPr>
              <a:t>”. We can use it to check if the operation is successful.</a:t>
            </a:r>
            <a:endParaRPr sz="1600" b="0" i="0" u="none" strike="noStrike" cap="none" dirty="0">
              <a:solidFill>
                <a:srgbClr val="000000"/>
              </a:solidFill>
              <a:latin typeface="Arial"/>
              <a:ea typeface="Arial"/>
              <a:cs typeface="Arial"/>
              <a:sym typeface="Arial"/>
            </a:endParaRPr>
          </a:p>
        </p:txBody>
      </p:sp>
      <p:sp>
        <p:nvSpPr>
          <p:cNvPr id="679" name="Google Shape;679;p50"/>
          <p:cNvSpPr/>
          <p:nvPr/>
        </p:nvSpPr>
        <p:spPr>
          <a:xfrm>
            <a:off x="4368693" y="3345316"/>
            <a:ext cx="3688630" cy="265602"/>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80" name="Google Shape;680;p50"/>
          <p:cNvCxnSpPr>
            <a:cxnSpLocks/>
            <a:stCxn id="681" idx="3"/>
            <a:endCxn id="679" idx="1"/>
          </p:cNvCxnSpPr>
          <p:nvPr/>
        </p:nvCxnSpPr>
        <p:spPr>
          <a:xfrm flipV="1">
            <a:off x="2318535" y="3478117"/>
            <a:ext cx="2050158" cy="124623"/>
          </a:xfrm>
          <a:prstGeom prst="straightConnector1">
            <a:avLst/>
          </a:prstGeom>
          <a:noFill/>
          <a:ln w="19050" cap="flat" cmpd="sng">
            <a:solidFill>
              <a:srgbClr val="FF9900"/>
            </a:solidFill>
            <a:prstDash val="solid"/>
            <a:round/>
            <a:headEnd type="none" w="sm" len="sm"/>
            <a:tailEnd type="triangle" w="med" len="med"/>
          </a:ln>
        </p:spPr>
      </p:cxnSp>
      <p:sp>
        <p:nvSpPr>
          <p:cNvPr id="681" name="Google Shape;681;p50"/>
          <p:cNvSpPr txBox="1"/>
          <p:nvPr/>
        </p:nvSpPr>
        <p:spPr>
          <a:xfrm>
            <a:off x="374535" y="3141090"/>
            <a:ext cx="1944000" cy="923299"/>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Taking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rgbClr val="000000"/>
                </a:solidFill>
                <a:latin typeface="Arial"/>
                <a:ea typeface="Arial"/>
                <a:cs typeface="Arial"/>
                <a:sym typeface="Arial"/>
              </a:rPr>
              <a:t> as the unique index parameter</a:t>
            </a:r>
            <a:endParaRPr sz="1600" b="0" i="0" u="none" strike="noStrike" cap="none" dirty="0">
              <a:solidFill>
                <a:srgbClr val="000000"/>
              </a:solidFill>
              <a:latin typeface="Arial"/>
              <a:ea typeface="Arial"/>
              <a:cs typeface="Arial"/>
              <a:sym typeface="Arial"/>
            </a:endParaRPr>
          </a:p>
        </p:txBody>
      </p:sp>
      <p:sp>
        <p:nvSpPr>
          <p:cNvPr id="682" name="Google Shape;682;p50"/>
          <p:cNvSpPr txBox="1"/>
          <p:nvPr/>
        </p:nvSpPr>
        <p:spPr>
          <a:xfrm>
            <a:off x="4896996" y="6318757"/>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u="sng" strike="noStrike" cap="none" dirty="0">
                <a:solidFill>
                  <a:srgbClr val="000000"/>
                </a:solidFill>
                <a:latin typeface="Consolas" panose="020B0609020204030204" pitchFamily="49" charset="0"/>
                <a:ea typeface="Roboto Mono"/>
                <a:cs typeface="Consolas" panose="020B0609020204030204" pitchFamily="49" charset="0"/>
                <a:sym typeface="Roboto Mono"/>
              </a:rPr>
              <a:t>book-</a:t>
            </a:r>
            <a:r>
              <a:rPr lang="en-US" sz="1100" u="sng" strike="noStrike" cap="none" dirty="0" err="1">
                <a:solidFill>
                  <a:srgbClr val="000000"/>
                </a:solidFill>
                <a:latin typeface="Consolas" panose="020B0609020204030204" pitchFamily="49" charset="0"/>
                <a:ea typeface="Roboto Mono"/>
                <a:cs typeface="Consolas" panose="020B0609020204030204" pitchFamily="49" charset="0"/>
                <a:sym typeface="Roboto Mono"/>
              </a:rPr>
              <a:t>controller.js</a:t>
            </a:r>
            <a:endParaRPr sz="1100" u="sng" strike="noStrike" cap="none" dirty="0">
              <a:solidFill>
                <a:srgbClr val="000000"/>
              </a:solidFill>
              <a:latin typeface="Consolas" panose="020B0609020204030204" pitchFamily="49" charset="0"/>
              <a:ea typeface="Roboto Mono"/>
              <a:cs typeface="Consolas" panose="020B0609020204030204" pitchFamily="49" charset="0"/>
              <a:sym typeface="Roboto Mono"/>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5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latin typeface="Arial"/>
                <a:ea typeface="Arial"/>
                <a:cs typeface="Arial"/>
                <a:sym typeface="Arial"/>
              </a:rPr>
              <a:t>Exercise 4: </a:t>
            </a:r>
            <a:r>
              <a:rPr lang="en-US" sz="2400" b="1" dirty="0" err="1">
                <a:solidFill>
                  <a:srgbClr val="11175E"/>
                </a:solidFill>
                <a:latin typeface="Consolas" panose="020B0609020204030204" pitchFamily="49" charset="0"/>
                <a:cs typeface="Consolas" panose="020B0609020204030204" pitchFamily="49" charset="0"/>
              </a:rPr>
              <a:t>d</a:t>
            </a:r>
            <a:r>
              <a:rPr lang="en-US" sz="2400" b="1" i="0" u="none" strike="noStrike" cap="none" dirty="0" err="1">
                <a:solidFill>
                  <a:srgbClr val="11175E"/>
                </a:solidFill>
                <a:latin typeface="Consolas" panose="020B0609020204030204" pitchFamily="49" charset="0"/>
                <a:cs typeface="Consolas" panose="020B0609020204030204" pitchFamily="49" charset="0"/>
                <a:sym typeface="Arial"/>
              </a:rPr>
              <a:t>eleteOne</a:t>
            </a:r>
            <a:r>
              <a:rPr lang="en-US" sz="2400" b="1" i="0" u="none" strike="noStrike" cap="none" dirty="0">
                <a:solidFill>
                  <a:srgbClr val="11175E"/>
                </a:solidFill>
                <a:latin typeface="Consolas" panose="020B0609020204030204" pitchFamily="49" charset="0"/>
                <a:cs typeface="Consolas" panose="020B0609020204030204" pitchFamily="49" charset="0"/>
                <a:sym typeface="Arial"/>
              </a:rPr>
              <a:t>()</a:t>
            </a:r>
            <a:endParaRPr sz="2400" b="1" i="0" u="none" strike="noStrike" cap="none" dirty="0">
              <a:solidFill>
                <a:srgbClr val="11175E"/>
              </a:solidFill>
              <a:latin typeface="Consolas" panose="020B0609020204030204" pitchFamily="49" charset="0"/>
              <a:cs typeface="Consolas" panose="020B0609020204030204" pitchFamily="49" charset="0"/>
              <a:sym typeface="Arial"/>
            </a:endParaRPr>
          </a:p>
        </p:txBody>
      </p:sp>
      <p:grpSp>
        <p:nvGrpSpPr>
          <p:cNvPr id="688" name="Google Shape;688;p51"/>
          <p:cNvGrpSpPr/>
          <p:nvPr/>
        </p:nvGrpSpPr>
        <p:grpSpPr>
          <a:xfrm>
            <a:off x="630935" y="2329063"/>
            <a:ext cx="10811257" cy="3562776"/>
            <a:chOff x="630935" y="2237623"/>
            <a:chExt cx="10811257" cy="3562776"/>
          </a:xfrm>
        </p:grpSpPr>
        <p:sp>
          <p:nvSpPr>
            <p:cNvPr id="689" name="Google Shape;689;p51"/>
            <p:cNvSpPr/>
            <p:nvPr/>
          </p:nvSpPr>
          <p:spPr>
            <a:xfrm>
              <a:off x="667512" y="2596362"/>
              <a:ext cx="2478024"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b="0" i="0" u="none" strike="noStrike" cap="none" dirty="0">
                  <a:solidFill>
                    <a:schemeClr val="dk1"/>
                  </a:solidFill>
                  <a:latin typeface="Arial"/>
                  <a:ea typeface="Arial"/>
                  <a:cs typeface="Arial"/>
                  <a:sym typeface="Arial"/>
                </a:rPr>
                <a:t>Display all the books with delete buttons on each book.</a:t>
              </a:r>
              <a:endParaRPr b="0" i="0" u="none" strike="noStrike" cap="none" dirty="0">
                <a:solidFill>
                  <a:schemeClr val="dk1"/>
                </a:solidFill>
                <a:latin typeface="Arial"/>
                <a:ea typeface="Arial"/>
                <a:cs typeface="Arial"/>
                <a:sym typeface="Arial"/>
              </a:endParaRPr>
            </a:p>
          </p:txBody>
        </p:sp>
        <p:sp>
          <p:nvSpPr>
            <p:cNvPr id="690" name="Google Shape;690;p51"/>
            <p:cNvSpPr txBox="1"/>
            <p:nvPr/>
          </p:nvSpPr>
          <p:spPr>
            <a:xfrm>
              <a:off x="859536" y="2237623"/>
              <a:ext cx="2093976"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a:t>
              </a:r>
              <a:r>
                <a:rPr lang="en-US" b="1" dirty="0">
                  <a:solidFill>
                    <a:schemeClr val="dk1"/>
                  </a:solidFill>
                  <a:latin typeface="Consolas" panose="020B0609020204030204" pitchFamily="49" charset="0"/>
                  <a:cs typeface="Consolas" panose="020B0609020204030204" pitchFamily="49" charset="0"/>
                </a:rPr>
                <a:t>edit-books</a:t>
              </a:r>
              <a:r>
                <a:rPr lang="en-US" b="1" i="0" u="none" strike="noStrike" cap="none" dirty="0">
                  <a:solidFill>
                    <a:srgbClr val="000000"/>
                  </a:solidFill>
                  <a:latin typeface="Arial"/>
                  <a:ea typeface="Arial"/>
                  <a:cs typeface="Arial"/>
                  <a:sym typeface="Arial"/>
                </a:rPr>
                <a:t> (Route)</a:t>
              </a:r>
              <a:endParaRPr b="1" i="0" u="none" strike="noStrike" cap="none" dirty="0">
                <a:solidFill>
                  <a:srgbClr val="000000"/>
                </a:solidFill>
                <a:latin typeface="Arial"/>
                <a:ea typeface="Arial"/>
                <a:cs typeface="Arial"/>
                <a:sym typeface="Arial"/>
              </a:endParaRPr>
            </a:p>
          </p:txBody>
        </p:sp>
        <p:sp>
          <p:nvSpPr>
            <p:cNvPr id="691" name="Google Shape;691;p51"/>
            <p:cNvSpPr/>
            <p:nvPr/>
          </p:nvSpPr>
          <p:spPr>
            <a:xfrm>
              <a:off x="4376928" y="2594097"/>
              <a:ext cx="3803904"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b="0" i="0" u="none" strike="noStrike" cap="none" dirty="0">
                  <a:solidFill>
                    <a:schemeClr val="dk1"/>
                  </a:solidFill>
                  <a:latin typeface="Arial"/>
                  <a:ea typeface="Arial"/>
                  <a:cs typeface="Arial"/>
                  <a:sym typeface="Arial"/>
                </a:rPr>
                <a:t>Retrieves and Display book(</a:t>
              </a:r>
              <a:r>
                <a:rPr lang="en-US" b="1" dirty="0" err="1">
                  <a:solidFill>
                    <a:schemeClr val="dk1"/>
                  </a:solidFill>
                  <a:latin typeface="Consolas" panose="020B0609020204030204" pitchFamily="49" charset="0"/>
                  <a:cs typeface="Consolas" panose="020B0609020204030204" pitchFamily="49" charset="0"/>
                </a:rPr>
                <a:t>isbn</a:t>
              </a:r>
              <a:r>
                <a:rPr lang="en-US" b="1" dirty="0">
                  <a:solidFill>
                    <a:schemeClr val="dk1"/>
                  </a:solidFill>
                  <a:latin typeface="Consolas" panose="020B0609020204030204" pitchFamily="49" charset="0"/>
                  <a:cs typeface="Consolas" panose="020B0609020204030204" pitchFamily="49" charset="0"/>
                </a:rPr>
                <a:t>=1234567</a:t>
              </a:r>
              <a:r>
                <a:rPr lang="en-US" b="0" i="0" u="none" strike="noStrike" cap="none" dirty="0">
                  <a:solidFill>
                    <a:schemeClr val="dk1"/>
                  </a:solidFill>
                  <a:latin typeface="Arial"/>
                  <a:ea typeface="Arial"/>
                  <a:cs typeface="Arial"/>
                  <a:sym typeface="Arial"/>
                </a:rPr>
                <a:t>) </a:t>
              </a:r>
              <a:br>
                <a:rPr lang="en-US" b="0" i="0" u="none" strike="noStrike" cap="none" dirty="0">
                  <a:solidFill>
                    <a:schemeClr val="dk1"/>
                  </a:solidFill>
                  <a:latin typeface="Arial"/>
                  <a:ea typeface="Arial"/>
                  <a:cs typeface="Arial"/>
                  <a:sym typeface="Arial"/>
                </a:rPr>
              </a:br>
              <a:r>
                <a:rPr lang="en-US" b="0" i="0" u="none" strike="noStrike" cap="none" dirty="0">
                  <a:solidFill>
                    <a:schemeClr val="dk1"/>
                  </a:solidFill>
                  <a:latin typeface="Arial"/>
                  <a:ea typeface="Arial"/>
                  <a:cs typeface="Arial"/>
                  <a:sym typeface="Arial"/>
                </a:rPr>
                <a:t>with a confirm button</a:t>
              </a:r>
              <a:endParaRPr b="0" i="0" u="none" strike="noStrike" cap="none" dirty="0">
                <a:solidFill>
                  <a:schemeClr val="dk1"/>
                </a:solidFill>
                <a:latin typeface="Arial"/>
                <a:ea typeface="Arial"/>
                <a:cs typeface="Arial"/>
                <a:sym typeface="Arial"/>
              </a:endParaRPr>
            </a:p>
          </p:txBody>
        </p:sp>
        <p:sp>
          <p:nvSpPr>
            <p:cNvPr id="692" name="Google Shape;692;p51"/>
            <p:cNvSpPr txBox="1"/>
            <p:nvPr/>
          </p:nvSpPr>
          <p:spPr>
            <a:xfrm>
              <a:off x="5327904" y="2251463"/>
              <a:ext cx="190195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/delete-book</a:t>
              </a:r>
              <a:endParaRPr b="1" dirty="0">
                <a:solidFill>
                  <a:schemeClr val="dk1"/>
                </a:solidFill>
                <a:latin typeface="Consolas" panose="020B0609020204030204" pitchFamily="49" charset="0"/>
                <a:cs typeface="Consolas" panose="020B0609020204030204" pitchFamily="49" charset="0"/>
              </a:endParaRPr>
            </a:p>
          </p:txBody>
        </p:sp>
        <p:sp>
          <p:nvSpPr>
            <p:cNvPr id="693" name="Google Shape;693;p51"/>
            <p:cNvSpPr txBox="1"/>
            <p:nvPr/>
          </p:nvSpPr>
          <p:spPr>
            <a:xfrm>
              <a:off x="630935" y="4085194"/>
              <a:ext cx="2682107"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-User clicks on one of the book to delete. It goes to </a:t>
              </a:r>
            </a:p>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a:t>
              </a:r>
              <a:r>
                <a:rPr lang="en-US" b="1" dirty="0" err="1">
                  <a:solidFill>
                    <a:schemeClr val="dk1"/>
                  </a:solidFill>
                  <a:latin typeface="Consolas" panose="020B0609020204030204" pitchFamily="49" charset="0"/>
                  <a:cs typeface="Consolas" panose="020B0609020204030204" pitchFamily="49" charset="0"/>
                </a:rPr>
                <a:t>delete-book?isbn</a:t>
              </a:r>
              <a:r>
                <a:rPr lang="en-US" b="1" dirty="0">
                  <a:solidFill>
                    <a:schemeClr val="dk1"/>
                  </a:solidFill>
                  <a:latin typeface="Consolas" panose="020B0609020204030204" pitchFamily="49" charset="0"/>
                  <a:cs typeface="Consolas" panose="020B0609020204030204" pitchFamily="49" charset="0"/>
                </a:rPr>
                <a:t>=1234567</a:t>
              </a:r>
              <a:endParaRPr b="1" dirty="0">
                <a:solidFill>
                  <a:schemeClr val="dk1"/>
                </a:solidFill>
                <a:latin typeface="Consolas" panose="020B0609020204030204" pitchFamily="49" charset="0"/>
                <a:cs typeface="Consolas" panose="020B0609020204030204" pitchFamily="49" charset="0"/>
              </a:endParaRPr>
            </a:p>
          </p:txBody>
        </p:sp>
        <p:cxnSp>
          <p:nvCxnSpPr>
            <p:cNvPr id="694" name="Google Shape;694;p51"/>
            <p:cNvCxnSpPr>
              <a:stCxn id="689" idx="3"/>
              <a:endCxn id="691" idx="1"/>
            </p:cNvCxnSpPr>
            <p:nvPr/>
          </p:nvCxnSpPr>
          <p:spPr>
            <a:xfrm flipV="1">
              <a:off x="3145536" y="3170436"/>
              <a:ext cx="1231392" cy="2265"/>
            </a:xfrm>
            <a:prstGeom prst="straightConnector1">
              <a:avLst/>
            </a:prstGeom>
            <a:noFill/>
            <a:ln w="38100" cap="flat" cmpd="sng">
              <a:solidFill>
                <a:srgbClr val="EB792A"/>
              </a:solidFill>
              <a:prstDash val="solid"/>
              <a:round/>
              <a:headEnd type="none" w="sm" len="sm"/>
              <a:tailEnd type="triangle" w="med" len="med"/>
            </a:ln>
          </p:spPr>
        </p:cxnSp>
        <p:sp>
          <p:nvSpPr>
            <p:cNvPr id="695" name="Google Shape;695;p51"/>
            <p:cNvSpPr txBox="1"/>
            <p:nvPr/>
          </p:nvSpPr>
          <p:spPr>
            <a:xfrm>
              <a:off x="3081528" y="2834146"/>
              <a:ext cx="156972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dirty="0" err="1">
                  <a:solidFill>
                    <a:schemeClr val="dk1"/>
                  </a:solidFill>
                  <a:latin typeface="Consolas" panose="020B0609020204030204" pitchFamily="49" charset="0"/>
                  <a:cs typeface="Consolas" panose="020B0609020204030204" pitchFamily="49" charset="0"/>
                </a:rPr>
                <a:t>isbn</a:t>
              </a:r>
              <a:r>
                <a:rPr lang="en-US" b="1" dirty="0">
                  <a:solidFill>
                    <a:schemeClr val="dk1"/>
                  </a:solidFill>
                  <a:latin typeface="Consolas" panose="020B0609020204030204" pitchFamily="49" charset="0"/>
                  <a:cs typeface="Consolas" panose="020B0609020204030204" pitchFamily="49" charset="0"/>
                </a:rPr>
                <a:t>=1234567</a:t>
              </a:r>
              <a:endParaRPr b="1" dirty="0">
                <a:solidFill>
                  <a:schemeClr val="dk1"/>
                </a:solidFill>
                <a:latin typeface="Consolas" panose="020B0609020204030204" pitchFamily="49" charset="0"/>
                <a:cs typeface="Consolas" panose="020B0609020204030204" pitchFamily="49" charset="0"/>
              </a:endParaRPr>
            </a:p>
          </p:txBody>
        </p:sp>
        <p:sp>
          <p:nvSpPr>
            <p:cNvPr id="696" name="Google Shape;696;p51"/>
            <p:cNvSpPr txBox="1"/>
            <p:nvPr/>
          </p:nvSpPr>
          <p:spPr>
            <a:xfrm>
              <a:off x="4188349" y="3984558"/>
              <a:ext cx="4181061" cy="18158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Retrieves the </a:t>
              </a:r>
              <a:r>
                <a:rPr lang="en-US" b="0" i="0" u="none" strike="noStrike" cap="none" dirty="0" err="1">
                  <a:solidFill>
                    <a:srgbClr val="000000"/>
                  </a:solidFill>
                  <a:latin typeface="Arial"/>
                  <a:ea typeface="Arial"/>
                  <a:cs typeface="Arial"/>
                  <a:sym typeface="Arial"/>
                </a:rPr>
                <a:t>isbn</a:t>
              </a:r>
              <a:r>
                <a:rPr lang="en-US" b="0" i="0" u="none" strike="noStrike" cap="none" dirty="0">
                  <a:solidFill>
                    <a:srgbClr val="000000"/>
                  </a:solidFill>
                  <a:latin typeface="Arial"/>
                  <a:ea typeface="Arial"/>
                  <a:cs typeface="Arial"/>
                  <a:sym typeface="Arial"/>
                </a:rPr>
                <a:t> number from the URL. </a:t>
              </a:r>
              <a:endParaRPr dirty="0"/>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Using </a:t>
              </a:r>
              <a:r>
                <a:rPr lang="en-US" b="1" dirty="0" err="1">
                  <a:solidFill>
                    <a:schemeClr val="dk1"/>
                  </a:solidFill>
                  <a:latin typeface="Consolas" panose="020B0609020204030204" pitchFamily="49" charset="0"/>
                  <a:cs typeface="Consolas" panose="020B0609020204030204" pitchFamily="49" charset="0"/>
                </a:rPr>
                <a:t>findByIsbn</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rgbClr val="000000"/>
                  </a:solidFill>
                  <a:latin typeface="Arial"/>
                  <a:ea typeface="Arial"/>
                  <a:cs typeface="Arial"/>
                  <a:sym typeface="Arial"/>
                </a:rPr>
                <a:t> it retrieves the book with </a:t>
              </a:r>
              <a:r>
                <a:rPr lang="en-US" b="1" i="0" u="none" strike="noStrike" cap="none" dirty="0" err="1">
                  <a:solidFill>
                    <a:schemeClr val="dk1"/>
                  </a:solidFill>
                  <a:latin typeface="Consolas" panose="020B0609020204030204" pitchFamily="49" charset="0"/>
                  <a:ea typeface="Arial"/>
                  <a:cs typeface="Consolas" panose="020B0609020204030204" pitchFamily="49" charset="0"/>
                  <a:sym typeface="Arial"/>
                </a:rPr>
                <a:t>i</a:t>
              </a:r>
              <a:r>
                <a:rPr lang="en-US" b="1" dirty="0" err="1">
                  <a:solidFill>
                    <a:schemeClr val="dk1"/>
                  </a:solidFill>
                  <a:latin typeface="Consolas" panose="020B0609020204030204" pitchFamily="49" charset="0"/>
                  <a:cs typeface="Consolas" panose="020B0609020204030204" pitchFamily="49" charset="0"/>
                </a:rPr>
                <a:t>sbn</a:t>
              </a:r>
              <a:r>
                <a:rPr lang="en-US" b="1" dirty="0">
                  <a:solidFill>
                    <a:schemeClr val="dk1"/>
                  </a:solidFill>
                  <a:latin typeface="Consolas" panose="020B0609020204030204" pitchFamily="49" charset="0"/>
                  <a:cs typeface="Consolas" panose="020B0609020204030204" pitchFamily="49" charset="0"/>
                </a:rPr>
                <a:t>=1234567</a:t>
              </a:r>
              <a:endParaRPr b="1" dirty="0">
                <a:solidFill>
                  <a:schemeClr val="dk1"/>
                </a:solidFill>
                <a:latin typeface="Consolas" panose="020B0609020204030204" pitchFamily="49" charset="0"/>
                <a:cs typeface="Consolas" panose="020B0609020204030204" pitchFamily="49" charset="0"/>
              </a:endParaRPr>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Renders the form with the information of the book </a:t>
              </a:r>
              <a:endParaRPr dirty="0"/>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User can click on the </a:t>
              </a:r>
              <a:r>
                <a:rPr lang="en-US" b="1" i="0" u="none" strike="noStrike" cap="none" dirty="0">
                  <a:solidFill>
                    <a:srgbClr val="000000"/>
                  </a:solidFill>
                  <a:latin typeface="Arial"/>
                  <a:ea typeface="Arial"/>
                  <a:cs typeface="Arial"/>
                  <a:sym typeface="Arial"/>
                </a:rPr>
                <a:t>Confirm</a:t>
              </a:r>
              <a:r>
                <a:rPr lang="en-US" b="0" i="0" u="none" strike="noStrike" cap="none" dirty="0">
                  <a:solidFill>
                    <a:srgbClr val="000000"/>
                  </a:solidFill>
                  <a:latin typeface="Arial"/>
                  <a:ea typeface="Arial"/>
                  <a:cs typeface="Arial"/>
                  <a:sym typeface="Arial"/>
                </a:rPr>
                <a:t> button to delete the book.</a:t>
              </a:r>
              <a:br>
                <a:rPr lang="en-US" b="0" i="0" u="none" strike="noStrike" cap="none" dirty="0">
                  <a:solidFill>
                    <a:srgbClr val="000000"/>
                  </a:solidFill>
                  <a:latin typeface="Arial"/>
                  <a:ea typeface="Arial"/>
                  <a:cs typeface="Arial"/>
                  <a:sym typeface="Arial"/>
                </a:rPr>
              </a:br>
              <a:r>
                <a:rPr lang="en-US" b="0" i="0" u="none" strike="noStrike" cap="none" dirty="0">
                  <a:solidFill>
                    <a:srgbClr val="000000"/>
                  </a:solidFill>
                  <a:latin typeface="Arial"/>
                  <a:ea typeface="Arial"/>
                  <a:cs typeface="Arial"/>
                  <a:sym typeface="Arial"/>
                </a:rPr>
                <a:t>- The </a:t>
              </a:r>
              <a:r>
                <a:rPr lang="en-US" b="1" i="0" u="none" strike="noStrike" cap="none" dirty="0" err="1">
                  <a:solidFill>
                    <a:schemeClr val="dk1"/>
                  </a:solidFill>
                  <a:latin typeface="Consolas" panose="020B0609020204030204" pitchFamily="49" charset="0"/>
                  <a:ea typeface="Arial"/>
                  <a:cs typeface="Consolas" panose="020B0609020204030204" pitchFamily="49" charset="0"/>
                  <a:sym typeface="Arial"/>
                </a:rPr>
                <a:t>i</a:t>
              </a:r>
              <a:r>
                <a:rPr lang="en-US" b="1" dirty="0" err="1">
                  <a:solidFill>
                    <a:schemeClr val="dk1"/>
                  </a:solidFill>
                  <a:latin typeface="Consolas" panose="020B0609020204030204" pitchFamily="49" charset="0"/>
                  <a:cs typeface="Consolas" panose="020B0609020204030204" pitchFamily="49" charset="0"/>
                </a:rPr>
                <a:t>sbn</a:t>
              </a:r>
              <a:r>
                <a:rPr lang="en-US" b="0" i="0" u="none" strike="noStrike" cap="none" dirty="0">
                  <a:solidFill>
                    <a:srgbClr val="000000"/>
                  </a:solidFill>
                  <a:latin typeface="Arial"/>
                  <a:ea typeface="Arial"/>
                  <a:cs typeface="Arial"/>
                  <a:sym typeface="Arial"/>
                </a:rPr>
                <a:t> number is stored in a hidden field for usage of the delete function.</a:t>
              </a:r>
              <a:endParaRPr b="0" i="0" u="none" strike="noStrike" cap="none" dirty="0">
                <a:solidFill>
                  <a:srgbClr val="000000"/>
                </a:solidFill>
                <a:latin typeface="Arial"/>
                <a:ea typeface="Arial"/>
                <a:cs typeface="Arial"/>
                <a:sym typeface="Arial"/>
              </a:endParaRPr>
            </a:p>
          </p:txBody>
        </p:sp>
        <p:sp>
          <p:nvSpPr>
            <p:cNvPr id="697" name="Google Shape;697;p51"/>
            <p:cNvSpPr/>
            <p:nvPr/>
          </p:nvSpPr>
          <p:spPr>
            <a:xfrm>
              <a:off x="8927592" y="2596362"/>
              <a:ext cx="2478024"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b="0" i="0" u="none" strike="noStrike" cap="none" dirty="0">
                  <a:solidFill>
                    <a:schemeClr val="dk1"/>
                  </a:solidFill>
                  <a:latin typeface="Arial"/>
                  <a:ea typeface="Arial"/>
                  <a:cs typeface="Arial"/>
                  <a:sym typeface="Arial"/>
                </a:rPr>
                <a:t>Retrieves </a:t>
              </a:r>
              <a:r>
                <a:rPr lang="en-US" b="1" dirty="0" err="1">
                  <a:solidFill>
                    <a:schemeClr val="dk1"/>
                  </a:solidFill>
                  <a:latin typeface="Consolas" panose="020B0609020204030204" pitchFamily="49" charset="0"/>
                  <a:cs typeface="Consolas" panose="020B0609020204030204" pitchFamily="49" charset="0"/>
                </a:rPr>
                <a:t>isbn</a:t>
              </a:r>
              <a:r>
                <a:rPr lang="en-US" b="0" i="0" u="none" strike="noStrike" cap="none" dirty="0">
                  <a:solidFill>
                    <a:schemeClr val="dk1"/>
                  </a:solidFill>
                  <a:latin typeface="Arial"/>
                  <a:ea typeface="Arial"/>
                  <a:cs typeface="Arial"/>
                  <a:sym typeface="Arial"/>
                </a:rPr>
                <a:t>, from the form and delete the book.</a:t>
              </a:r>
              <a:endParaRPr b="0" i="0" u="none" strike="noStrike" cap="none" dirty="0">
                <a:solidFill>
                  <a:schemeClr val="dk1"/>
                </a:solidFill>
                <a:latin typeface="Arial"/>
                <a:ea typeface="Arial"/>
                <a:cs typeface="Arial"/>
                <a:sym typeface="Arial"/>
              </a:endParaRPr>
            </a:p>
          </p:txBody>
        </p:sp>
        <p:sp>
          <p:nvSpPr>
            <p:cNvPr id="698" name="Google Shape;698;p51"/>
            <p:cNvSpPr txBox="1"/>
            <p:nvPr/>
          </p:nvSpPr>
          <p:spPr>
            <a:xfrm>
              <a:off x="9215628" y="2240997"/>
              <a:ext cx="190195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/delete-book</a:t>
              </a:r>
              <a:endParaRPr b="1" dirty="0">
                <a:solidFill>
                  <a:schemeClr val="dk1"/>
                </a:solidFill>
                <a:latin typeface="Consolas" panose="020B0609020204030204" pitchFamily="49" charset="0"/>
                <a:cs typeface="Consolas" panose="020B0609020204030204" pitchFamily="49" charset="0"/>
              </a:endParaRPr>
            </a:p>
          </p:txBody>
        </p:sp>
        <p:cxnSp>
          <p:nvCxnSpPr>
            <p:cNvPr id="699" name="Google Shape;699;p51"/>
            <p:cNvCxnSpPr>
              <a:stCxn id="691" idx="3"/>
              <a:endCxn id="697" idx="1"/>
            </p:cNvCxnSpPr>
            <p:nvPr/>
          </p:nvCxnSpPr>
          <p:spPr>
            <a:xfrm>
              <a:off x="8180832" y="3170436"/>
              <a:ext cx="746760" cy="2265"/>
            </a:xfrm>
            <a:prstGeom prst="straightConnector1">
              <a:avLst/>
            </a:prstGeom>
            <a:noFill/>
            <a:ln w="38100" cap="flat" cmpd="sng">
              <a:solidFill>
                <a:srgbClr val="EB792A"/>
              </a:solidFill>
              <a:prstDash val="solid"/>
              <a:round/>
              <a:headEnd type="none" w="sm" len="sm"/>
              <a:tailEnd type="triangle" w="med" len="med"/>
            </a:ln>
          </p:spPr>
        </p:cxnSp>
        <p:sp>
          <p:nvSpPr>
            <p:cNvPr id="700" name="Google Shape;700;p51"/>
            <p:cNvSpPr txBox="1"/>
            <p:nvPr/>
          </p:nvSpPr>
          <p:spPr>
            <a:xfrm>
              <a:off x="8891016" y="4050543"/>
              <a:ext cx="2551176"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a:t>
              </a:r>
              <a:r>
                <a:rPr lang="en-US" b="1" dirty="0">
                  <a:solidFill>
                    <a:schemeClr val="dk1"/>
                  </a:solidFill>
                  <a:latin typeface="Consolas" panose="020B0609020204030204" pitchFamily="49" charset="0"/>
                  <a:cs typeface="Consolas" panose="020B0609020204030204" pitchFamily="49" charset="0"/>
                </a:rPr>
                <a:t>book</a:t>
              </a:r>
              <a:r>
                <a:rPr lang="en-US" b="0" i="0" u="none" strike="noStrike" cap="none" dirty="0">
                  <a:solidFill>
                    <a:srgbClr val="000000"/>
                  </a:solidFill>
                  <a:latin typeface="Arial"/>
                  <a:ea typeface="Arial"/>
                  <a:cs typeface="Arial"/>
                  <a:sym typeface="Arial"/>
                </a:rPr>
                <a:t> is deleted using </a:t>
              </a:r>
              <a:r>
                <a:rPr lang="en-US" b="1" dirty="0" err="1">
                  <a:solidFill>
                    <a:schemeClr val="dk1"/>
                  </a:solidFill>
                  <a:latin typeface="Consolas" panose="020B0609020204030204" pitchFamily="49" charset="0"/>
                  <a:cs typeface="Consolas" panose="020B0609020204030204" pitchFamily="49" charset="0"/>
                </a:rPr>
                <a:t>deleteBook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rgbClr val="000000"/>
                  </a:solidFill>
                  <a:latin typeface="Arial"/>
                  <a:ea typeface="Arial"/>
                  <a:cs typeface="Arial"/>
                  <a:sym typeface="Arial"/>
                </a:rPr>
                <a:t> User sees a message that the book has been deleted.</a:t>
              </a:r>
              <a:endParaRPr b="0" i="0" u="none" strike="noStrike" cap="none" dirty="0">
                <a:solidFill>
                  <a:srgbClr val="000000"/>
                </a:solidFill>
                <a:latin typeface="Arial"/>
                <a:ea typeface="Arial"/>
                <a:cs typeface="Arial"/>
                <a:sym typeface="Arial"/>
              </a:endParaRPr>
            </a:p>
          </p:txBody>
        </p:sp>
        <p:sp>
          <p:nvSpPr>
            <p:cNvPr id="701" name="Google Shape;701;p51"/>
            <p:cNvSpPr txBox="1"/>
            <p:nvPr/>
          </p:nvSpPr>
          <p:spPr>
            <a:xfrm>
              <a:off x="1243584" y="2576177"/>
              <a:ext cx="1325880"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err="1">
                  <a:solidFill>
                    <a:schemeClr val="dk1"/>
                  </a:solidFill>
                  <a:latin typeface="Consolas" panose="020B0609020204030204" pitchFamily="49" charset="0"/>
                  <a:cs typeface="Consolas" panose="020B0609020204030204" pitchFamily="49" charset="0"/>
                </a:rPr>
                <a:t>bookList</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p:txBody>
        </p:sp>
        <p:sp>
          <p:nvSpPr>
            <p:cNvPr id="702" name="Google Shape;702;p51"/>
            <p:cNvSpPr txBox="1"/>
            <p:nvPr/>
          </p:nvSpPr>
          <p:spPr>
            <a:xfrm>
              <a:off x="5442966" y="2538303"/>
              <a:ext cx="1671828"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err="1">
                  <a:solidFill>
                    <a:schemeClr val="dk1"/>
                  </a:solidFill>
                  <a:latin typeface="Consolas" panose="020B0609020204030204" pitchFamily="49" charset="0"/>
                  <a:cs typeface="Consolas" panose="020B0609020204030204" pitchFamily="49" charset="0"/>
                </a:rPr>
                <a:t>getMarkBook</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p:txBody>
        </p:sp>
        <p:sp>
          <p:nvSpPr>
            <p:cNvPr id="703" name="Google Shape;703;p51"/>
            <p:cNvSpPr txBox="1"/>
            <p:nvPr/>
          </p:nvSpPr>
          <p:spPr>
            <a:xfrm>
              <a:off x="9345168" y="2561026"/>
              <a:ext cx="164287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1" dirty="0" err="1">
                  <a:solidFill>
                    <a:schemeClr val="dk1"/>
                  </a:solidFill>
                  <a:latin typeface="Consolas" panose="020B0609020204030204" pitchFamily="49" charset="0"/>
                  <a:cs typeface="Consolas" panose="020B0609020204030204" pitchFamily="49" charset="0"/>
                </a:rPr>
                <a:t>deleteBook</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p:txBody>
        </p:sp>
      </p:grpSp>
      <p:sp>
        <p:nvSpPr>
          <p:cNvPr id="704" name="Google Shape;704;p51"/>
          <p:cNvSpPr txBox="1"/>
          <p:nvPr/>
        </p:nvSpPr>
        <p:spPr>
          <a:xfrm>
            <a:off x="310177" y="1350157"/>
            <a:ext cx="10987964" cy="90466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00" b="1" i="0" u="sng" strike="noStrike" cap="none" dirty="0">
                <a:solidFill>
                  <a:schemeClr val="dk1"/>
                </a:solidFill>
                <a:latin typeface="Arial"/>
                <a:ea typeface="Arial"/>
                <a:cs typeface="Arial"/>
                <a:sym typeface="Arial"/>
              </a:rPr>
              <a:t>Exercise 4: Deleting a book with ISBN</a:t>
            </a:r>
            <a:endParaRPr dirty="0"/>
          </a:p>
          <a:p>
            <a:pPr marL="0" marR="0" lvl="0" indent="0" algn="l" rtl="0">
              <a:lnSpc>
                <a:spcPct val="100000"/>
              </a:lnSpc>
              <a:spcBef>
                <a:spcPts val="0"/>
              </a:spcBef>
              <a:spcAft>
                <a:spcPts val="0"/>
              </a:spcAft>
              <a:buNone/>
            </a:pPr>
            <a:r>
              <a:rPr lang="en-US" b="0" i="0" u="none" strike="noStrike" cap="none" dirty="0">
                <a:solidFill>
                  <a:schemeClr val="dk1"/>
                </a:solidFill>
                <a:latin typeface="Arial"/>
                <a:ea typeface="Arial"/>
                <a:cs typeface="Arial"/>
                <a:sym typeface="Arial"/>
              </a:rPr>
              <a:t>You are tasked to create a delete function for the book-list page. We will be reusing the edit-books URL with an addition of a delete link. Look at the flow of Exercise 4</a:t>
            </a:r>
            <a:endParaRPr b="0" i="0" u="none" strike="noStrike" cap="none" dirty="0">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5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Exercise 4: </a:t>
            </a:r>
            <a:r>
              <a:rPr lang="en-US" sz="2400" b="1" dirty="0" err="1">
                <a:solidFill>
                  <a:srgbClr val="11175E"/>
                </a:solidFill>
                <a:latin typeface="Consolas" panose="020B0609020204030204" pitchFamily="49" charset="0"/>
                <a:cs typeface="Consolas" panose="020B0609020204030204" pitchFamily="49" charset="0"/>
              </a:rPr>
              <a:t>deleteOne</a:t>
            </a:r>
            <a:r>
              <a:rPr lang="en-US" sz="2400" b="1" dirty="0">
                <a:solidFill>
                  <a:srgbClr val="11175E"/>
                </a:solidFill>
                <a:latin typeface="Consolas" panose="020B0609020204030204" pitchFamily="49" charset="0"/>
                <a:cs typeface="Consolas" panose="020B0609020204030204" pitchFamily="49" charset="0"/>
              </a:rPr>
              <a:t>()</a:t>
            </a:r>
            <a:endParaRPr sz="2400" b="1" i="0" u="none" strike="noStrike" cap="none" dirty="0">
              <a:solidFill>
                <a:srgbClr val="11175E"/>
              </a:solidFill>
              <a:latin typeface="Arial"/>
              <a:ea typeface="Arial"/>
              <a:cs typeface="Arial"/>
              <a:sym typeface="Arial"/>
            </a:endParaRPr>
          </a:p>
        </p:txBody>
      </p:sp>
      <p:sp>
        <p:nvSpPr>
          <p:cNvPr id="710" name="Google Shape;710;p52"/>
          <p:cNvSpPr txBox="1"/>
          <p:nvPr/>
        </p:nvSpPr>
        <p:spPr>
          <a:xfrm>
            <a:off x="243917" y="1384882"/>
            <a:ext cx="10987964" cy="64718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00" b="1" i="0" u="sng" strike="noStrike" cap="none">
                <a:solidFill>
                  <a:schemeClr val="dk1"/>
                </a:solidFill>
                <a:latin typeface="Arial"/>
                <a:ea typeface="Arial"/>
                <a:cs typeface="Arial"/>
                <a:sym typeface="Arial"/>
              </a:rPr>
              <a:t>Exercise 4: Deleting a book with ISBN</a:t>
            </a:r>
            <a:endParaRPr/>
          </a:p>
          <a:p>
            <a:pPr marL="0" marR="0" lvl="0" indent="0" algn="l" rtl="0">
              <a:lnSpc>
                <a:spcPct val="100000"/>
              </a:lnSpc>
              <a:spcBef>
                <a:spcPts val="0"/>
              </a:spcBef>
              <a:spcAft>
                <a:spcPts val="0"/>
              </a:spcAft>
              <a:buNone/>
            </a:pPr>
            <a:r>
              <a:rPr lang="en-US" sz="1600" b="0" i="0" u="none" strike="noStrike" cap="none">
                <a:solidFill>
                  <a:schemeClr val="dk1"/>
                </a:solidFill>
                <a:latin typeface="Arial"/>
                <a:ea typeface="Arial"/>
                <a:cs typeface="Arial"/>
                <a:sym typeface="Arial"/>
              </a:rPr>
              <a:t>Look at the expected output of exercise 4</a:t>
            </a:r>
            <a:endParaRPr sz="1600" b="0" i="0" u="none" strike="noStrike" cap="none">
              <a:solidFill>
                <a:schemeClr val="dk1"/>
              </a:solidFill>
              <a:latin typeface="Arial"/>
              <a:ea typeface="Arial"/>
              <a:cs typeface="Arial"/>
              <a:sym typeface="Arial"/>
            </a:endParaRPr>
          </a:p>
        </p:txBody>
      </p:sp>
      <p:grpSp>
        <p:nvGrpSpPr>
          <p:cNvPr id="711" name="Google Shape;711;p52"/>
          <p:cNvGrpSpPr/>
          <p:nvPr/>
        </p:nvGrpSpPr>
        <p:grpSpPr>
          <a:xfrm>
            <a:off x="334963" y="2116728"/>
            <a:ext cx="11951453" cy="4348040"/>
            <a:chOff x="334963" y="2509920"/>
            <a:chExt cx="11951453" cy="4348040"/>
          </a:xfrm>
        </p:grpSpPr>
        <p:grpSp>
          <p:nvGrpSpPr>
            <p:cNvPr id="712" name="Google Shape;712;p52"/>
            <p:cNvGrpSpPr/>
            <p:nvPr/>
          </p:nvGrpSpPr>
          <p:grpSpPr>
            <a:xfrm>
              <a:off x="334963" y="2509920"/>
              <a:ext cx="11951453" cy="4348040"/>
              <a:chOff x="351536" y="2515543"/>
              <a:chExt cx="11951453" cy="4348040"/>
            </a:xfrm>
          </p:grpSpPr>
          <p:sp>
            <p:nvSpPr>
              <p:cNvPr id="713" name="Google Shape;713;p52"/>
              <p:cNvSpPr txBox="1"/>
              <p:nvPr/>
            </p:nvSpPr>
            <p:spPr>
              <a:xfrm>
                <a:off x="1400260" y="2527136"/>
                <a:ext cx="1588599"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/edit-books</a:t>
                </a:r>
                <a:endParaRPr b="1" dirty="0">
                  <a:solidFill>
                    <a:schemeClr val="dk1"/>
                  </a:solidFill>
                  <a:latin typeface="Consolas" panose="020B0609020204030204" pitchFamily="49" charset="0"/>
                  <a:cs typeface="Consolas" panose="020B0609020204030204" pitchFamily="49" charset="0"/>
                </a:endParaRPr>
              </a:p>
            </p:txBody>
          </p:sp>
          <p:sp>
            <p:nvSpPr>
              <p:cNvPr id="714" name="Google Shape;714;p52"/>
              <p:cNvSpPr/>
              <p:nvPr/>
            </p:nvSpPr>
            <p:spPr>
              <a:xfrm>
                <a:off x="392176" y="2866631"/>
                <a:ext cx="3899408"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15" name="Google Shape;715;p52"/>
              <p:cNvSpPr txBox="1"/>
              <p:nvPr/>
            </p:nvSpPr>
            <p:spPr>
              <a:xfrm>
                <a:off x="351536" y="5934456"/>
                <a:ext cx="413308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User goes to </a:t>
                </a:r>
                <a:r>
                  <a:rPr lang="en-US" b="1" dirty="0">
                    <a:solidFill>
                      <a:schemeClr val="dk1"/>
                    </a:solidFill>
                    <a:latin typeface="Consolas" panose="020B0609020204030204" pitchFamily="49" charset="0"/>
                    <a:cs typeface="Consolas" panose="020B0609020204030204" pitchFamily="49" charset="0"/>
                  </a:rPr>
                  <a:t>localhost:8000/edit-books</a:t>
                </a:r>
                <a:r>
                  <a:rPr lang="en-US" b="0" i="0" u="none" strike="noStrike" cap="none" dirty="0">
                    <a:solidFill>
                      <a:srgbClr val="000000"/>
                    </a:solidFill>
                    <a:latin typeface="Arial"/>
                    <a:ea typeface="Arial"/>
                    <a:cs typeface="Arial"/>
                    <a:sym typeface="Arial"/>
                  </a:rPr>
                  <a:t> and click on book with ISBN:1234567 to delete</a:t>
                </a:r>
                <a:endParaRPr b="0" i="0" u="none" strike="noStrike" cap="none" dirty="0">
                  <a:solidFill>
                    <a:srgbClr val="000000"/>
                  </a:solidFill>
                  <a:latin typeface="Arial"/>
                  <a:ea typeface="Arial"/>
                  <a:cs typeface="Arial"/>
                  <a:sym typeface="Arial"/>
                </a:endParaRPr>
              </a:p>
            </p:txBody>
          </p:sp>
          <p:sp>
            <p:nvSpPr>
              <p:cNvPr id="716" name="Google Shape;716;p52"/>
              <p:cNvSpPr txBox="1"/>
              <p:nvPr/>
            </p:nvSpPr>
            <p:spPr>
              <a:xfrm>
                <a:off x="4720865" y="2530154"/>
                <a:ext cx="35636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a:t>
                </a:r>
                <a:r>
                  <a:rPr lang="en-US" b="1" dirty="0" err="1">
                    <a:solidFill>
                      <a:schemeClr val="dk1"/>
                    </a:solidFill>
                    <a:latin typeface="Consolas" panose="020B0609020204030204" pitchFamily="49" charset="0"/>
                    <a:cs typeface="Consolas" panose="020B0609020204030204" pitchFamily="49" charset="0"/>
                  </a:rPr>
                  <a:t>delete-book?isbn</a:t>
                </a:r>
                <a:r>
                  <a:rPr lang="en-US" b="1" dirty="0">
                    <a:solidFill>
                      <a:schemeClr val="dk1"/>
                    </a:solidFill>
                    <a:latin typeface="Consolas" panose="020B0609020204030204" pitchFamily="49" charset="0"/>
                    <a:cs typeface="Consolas" panose="020B0609020204030204" pitchFamily="49" charset="0"/>
                  </a:rPr>
                  <a:t>=1234567</a:t>
                </a:r>
                <a:endParaRPr b="1" dirty="0">
                  <a:solidFill>
                    <a:schemeClr val="dk1"/>
                  </a:solidFill>
                  <a:latin typeface="Consolas" panose="020B0609020204030204" pitchFamily="49" charset="0"/>
                  <a:cs typeface="Consolas" panose="020B0609020204030204" pitchFamily="49" charset="0"/>
                </a:endParaRPr>
              </a:p>
            </p:txBody>
          </p:sp>
          <p:sp>
            <p:nvSpPr>
              <p:cNvPr id="717" name="Google Shape;717;p52"/>
              <p:cNvSpPr/>
              <p:nvPr/>
            </p:nvSpPr>
            <p:spPr>
              <a:xfrm>
                <a:off x="4519696" y="2869123"/>
                <a:ext cx="3899408"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18" name="Google Shape;718;p52"/>
              <p:cNvSpPr/>
              <p:nvPr/>
            </p:nvSpPr>
            <p:spPr>
              <a:xfrm rot="-5400000">
                <a:off x="3786236" y="2456407"/>
                <a:ext cx="348264" cy="48972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19" name="Google Shape;719;p52"/>
              <p:cNvSpPr txBox="1"/>
              <p:nvPr/>
            </p:nvSpPr>
            <p:spPr>
              <a:xfrm>
                <a:off x="4519696" y="5909516"/>
                <a:ext cx="4002512"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It goes to </a:t>
                </a:r>
                <a:r>
                  <a:rPr lang="en-US" b="1" dirty="0">
                    <a:solidFill>
                      <a:schemeClr val="dk1"/>
                    </a:solidFill>
                    <a:latin typeface="Consolas" panose="020B0609020204030204" pitchFamily="49" charset="0"/>
                    <a:cs typeface="Consolas" panose="020B0609020204030204" pitchFamily="49" charset="0"/>
                  </a:rPr>
                  <a:t>localhost:8000/</a:t>
                </a:r>
                <a:r>
                  <a:rPr lang="en-US" b="1" dirty="0" err="1">
                    <a:solidFill>
                      <a:schemeClr val="dk1"/>
                    </a:solidFill>
                    <a:latin typeface="Consolas" panose="020B0609020204030204" pitchFamily="49" charset="0"/>
                    <a:cs typeface="Consolas" panose="020B0609020204030204" pitchFamily="49" charset="0"/>
                  </a:rPr>
                  <a:t>delete-book?isbn</a:t>
                </a:r>
                <a:r>
                  <a:rPr lang="en-US" b="1" dirty="0">
                    <a:solidFill>
                      <a:schemeClr val="dk1"/>
                    </a:solidFill>
                    <a:latin typeface="Consolas" panose="020B0609020204030204" pitchFamily="49" charset="0"/>
                    <a:cs typeface="Consolas" panose="020B0609020204030204" pitchFamily="49" charset="0"/>
                  </a:rPr>
                  <a:t>=1234567</a:t>
                </a:r>
                <a:r>
                  <a:rPr lang="en-US" b="0" i="0" u="none" strike="noStrike" cap="none" dirty="0">
                    <a:solidFill>
                      <a:srgbClr val="000000"/>
                    </a:solidFill>
                    <a:latin typeface="Arial"/>
                    <a:ea typeface="Arial"/>
                    <a:cs typeface="Arial"/>
                    <a:sym typeface="Arial"/>
                  </a:rPr>
                  <a:t> and retrieves the book for deletion. User clicks on the Confirm button to delete</a:t>
                </a:r>
                <a:endParaRPr b="0" i="0" u="none" strike="noStrike" cap="none" dirty="0">
                  <a:solidFill>
                    <a:srgbClr val="000000"/>
                  </a:solidFill>
                  <a:latin typeface="Arial"/>
                  <a:ea typeface="Arial"/>
                  <a:cs typeface="Arial"/>
                  <a:sym typeface="Arial"/>
                </a:endParaRPr>
              </a:p>
            </p:txBody>
          </p:sp>
          <p:sp>
            <p:nvSpPr>
              <p:cNvPr id="720" name="Google Shape;720;p52"/>
              <p:cNvSpPr txBox="1"/>
              <p:nvPr/>
            </p:nvSpPr>
            <p:spPr>
              <a:xfrm>
                <a:off x="9493436" y="2515543"/>
                <a:ext cx="1809803"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dirty="0">
                    <a:solidFill>
                      <a:schemeClr val="dk1"/>
                    </a:solidFill>
                    <a:latin typeface="Consolas" panose="020B0609020204030204" pitchFamily="49" charset="0"/>
                    <a:cs typeface="Consolas" panose="020B0609020204030204" pitchFamily="49" charset="0"/>
                  </a:rPr>
                  <a:t>/delete-book</a:t>
                </a:r>
                <a:endParaRPr b="1" dirty="0">
                  <a:solidFill>
                    <a:schemeClr val="dk1"/>
                  </a:solidFill>
                  <a:latin typeface="Consolas" panose="020B0609020204030204" pitchFamily="49" charset="0"/>
                  <a:cs typeface="Consolas" panose="020B0609020204030204" pitchFamily="49" charset="0"/>
                </a:endParaRPr>
              </a:p>
            </p:txBody>
          </p:sp>
          <p:sp>
            <p:nvSpPr>
              <p:cNvPr id="721" name="Google Shape;721;p52"/>
              <p:cNvSpPr/>
              <p:nvPr/>
            </p:nvSpPr>
            <p:spPr>
              <a:xfrm>
                <a:off x="8625010" y="2866631"/>
                <a:ext cx="3338390"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22" name="Google Shape;722;p52"/>
              <p:cNvSpPr txBox="1"/>
              <p:nvPr/>
            </p:nvSpPr>
            <p:spPr>
              <a:xfrm>
                <a:off x="8789602" y="5888736"/>
                <a:ext cx="351338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Page shows a success message. </a:t>
                </a:r>
                <a:endParaRPr b="0" i="0" u="none" strike="noStrike" cap="none" dirty="0">
                  <a:solidFill>
                    <a:srgbClr val="000000"/>
                  </a:solidFill>
                  <a:latin typeface="Arial"/>
                  <a:ea typeface="Arial"/>
                  <a:cs typeface="Arial"/>
                  <a:sym typeface="Arial"/>
                </a:endParaRPr>
              </a:p>
            </p:txBody>
          </p:sp>
          <p:pic>
            <p:nvPicPr>
              <p:cNvPr id="723" name="Google Shape;723;p52"/>
              <p:cNvPicPr preferRelativeResize="0"/>
              <p:nvPr/>
            </p:nvPicPr>
            <p:blipFill rotWithShape="1">
              <a:blip r:embed="rId3">
                <a:alphaModFix/>
              </a:blip>
              <a:srcRect/>
              <a:stretch/>
            </p:blipFill>
            <p:spPr>
              <a:xfrm>
                <a:off x="643474" y="3007110"/>
                <a:ext cx="3436734" cy="2650801"/>
              </a:xfrm>
              <a:prstGeom prst="rect">
                <a:avLst/>
              </a:prstGeom>
              <a:noFill/>
              <a:ln>
                <a:noFill/>
              </a:ln>
            </p:spPr>
          </p:pic>
          <p:pic>
            <p:nvPicPr>
              <p:cNvPr id="724" name="Google Shape;724;p52"/>
              <p:cNvPicPr preferRelativeResize="0"/>
              <p:nvPr/>
            </p:nvPicPr>
            <p:blipFill rotWithShape="1">
              <a:blip r:embed="rId4">
                <a:alphaModFix/>
              </a:blip>
              <a:srcRect/>
              <a:stretch/>
            </p:blipFill>
            <p:spPr>
              <a:xfrm>
                <a:off x="4619173" y="3067180"/>
                <a:ext cx="3665292" cy="2184240"/>
              </a:xfrm>
              <a:prstGeom prst="rect">
                <a:avLst/>
              </a:prstGeom>
              <a:noFill/>
              <a:ln>
                <a:noFill/>
              </a:ln>
            </p:spPr>
          </p:pic>
          <p:pic>
            <p:nvPicPr>
              <p:cNvPr id="725" name="Google Shape;725;p52"/>
              <p:cNvPicPr preferRelativeResize="0"/>
              <p:nvPr/>
            </p:nvPicPr>
            <p:blipFill rotWithShape="1">
              <a:blip r:embed="rId5">
                <a:alphaModFix/>
              </a:blip>
              <a:srcRect/>
              <a:stretch/>
            </p:blipFill>
            <p:spPr>
              <a:xfrm>
                <a:off x="9055449" y="3214499"/>
                <a:ext cx="2795504" cy="278944"/>
              </a:xfrm>
              <a:prstGeom prst="rect">
                <a:avLst/>
              </a:prstGeom>
              <a:noFill/>
              <a:ln>
                <a:noFill/>
              </a:ln>
            </p:spPr>
          </p:pic>
        </p:grpSp>
        <p:sp>
          <p:nvSpPr>
            <p:cNvPr id="726" name="Google Shape;726;p52"/>
            <p:cNvSpPr/>
            <p:nvPr/>
          </p:nvSpPr>
          <p:spPr>
            <a:xfrm rot="-5400000">
              <a:off x="8826497" y="2466329"/>
              <a:ext cx="348264" cy="48972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5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Exercise 4: </a:t>
            </a:r>
            <a:r>
              <a:rPr lang="en-US" sz="2400" b="1" dirty="0" err="1">
                <a:solidFill>
                  <a:srgbClr val="11175E"/>
                </a:solidFill>
                <a:latin typeface="Consolas" panose="020B0609020204030204" pitchFamily="49" charset="0"/>
                <a:cs typeface="Consolas" panose="020B0609020204030204" pitchFamily="49" charset="0"/>
              </a:rPr>
              <a:t>deleteOne</a:t>
            </a:r>
            <a:r>
              <a:rPr lang="en-US" sz="2400" b="1" dirty="0">
                <a:solidFill>
                  <a:srgbClr val="11175E"/>
                </a:solidFill>
                <a:latin typeface="Consolas" panose="020B0609020204030204" pitchFamily="49" charset="0"/>
                <a:cs typeface="Consolas" panose="020B0609020204030204" pitchFamily="49" charset="0"/>
              </a:rPr>
              <a:t>()</a:t>
            </a:r>
            <a:endParaRPr sz="2400" b="1" i="0" u="none" strike="noStrike" cap="none" dirty="0">
              <a:solidFill>
                <a:srgbClr val="11175E"/>
              </a:solidFill>
              <a:latin typeface="Arial"/>
              <a:ea typeface="Arial"/>
              <a:cs typeface="Arial"/>
              <a:sym typeface="Arial"/>
            </a:endParaRPr>
          </a:p>
        </p:txBody>
      </p:sp>
      <p:sp>
        <p:nvSpPr>
          <p:cNvPr id="732" name="Google Shape;732;p53"/>
          <p:cNvSpPr txBox="1"/>
          <p:nvPr/>
        </p:nvSpPr>
        <p:spPr>
          <a:xfrm>
            <a:off x="240309" y="1422032"/>
            <a:ext cx="11608651" cy="4031873"/>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800" b="1" i="0" u="sng" strike="noStrike" cap="none" dirty="0">
                <a:solidFill>
                  <a:schemeClr val="dk1"/>
                </a:solidFill>
                <a:latin typeface="Arial"/>
                <a:ea typeface="Arial"/>
                <a:cs typeface="Arial"/>
                <a:sym typeface="Arial"/>
              </a:rPr>
              <a:t>Exercise 4: Deleting a book with ISBN</a:t>
            </a:r>
            <a:br>
              <a:rPr lang="en-US" sz="1600" b="1" i="0" u="sng" strike="noStrike" cap="none" dirty="0">
                <a:solidFill>
                  <a:schemeClr val="dk1"/>
                </a:solidFill>
                <a:latin typeface="Arial"/>
                <a:ea typeface="Arial"/>
                <a:cs typeface="Arial"/>
                <a:sym typeface="Arial"/>
              </a:rPr>
            </a:br>
            <a:endParaRPr sz="1600" b="1" i="0" u="sng" strike="noStrike" cap="none" dirty="0">
              <a:solidFill>
                <a:schemeClr val="dk1"/>
              </a:solidFill>
              <a:latin typeface="Arial"/>
              <a:ea typeface="Arial"/>
              <a:cs typeface="Arial"/>
              <a:sym typeface="Arial"/>
            </a:endParaRPr>
          </a:p>
          <a:p>
            <a:pPr marL="0" marR="0" lvl="0" indent="0" rtl="0">
              <a:lnSpc>
                <a:spcPct val="100000"/>
              </a:lnSpc>
              <a:spcBef>
                <a:spcPts val="0"/>
              </a:spcBef>
              <a:spcAft>
                <a:spcPts val="0"/>
              </a:spcAft>
              <a:buNone/>
            </a:pPr>
            <a:r>
              <a:rPr lang="en-US" sz="1600" b="0" i="0" u="none" strike="noStrike" cap="none" dirty="0">
                <a:solidFill>
                  <a:schemeClr val="dk1"/>
                </a:solidFill>
                <a:latin typeface="Arial"/>
                <a:ea typeface="Arial"/>
                <a:cs typeface="Arial"/>
                <a:sym typeface="Arial"/>
              </a:rPr>
              <a:t>Review the requirements below and follow the task instructions step by step to complete the exercise.</a:t>
            </a:r>
            <a:endParaRPr dirty="0"/>
          </a:p>
          <a:p>
            <a:pPr marL="0" marR="0" lvl="0" indent="0" rtl="0">
              <a:lnSpc>
                <a:spcPct val="100000"/>
              </a:lnSpc>
              <a:spcBef>
                <a:spcPts val="0"/>
              </a:spcBef>
              <a:spcAft>
                <a:spcPts val="0"/>
              </a:spcAft>
              <a:buNone/>
            </a:pPr>
            <a:endParaRPr sz="1600" b="0" i="0" u="none" strike="noStrike" cap="none" dirty="0">
              <a:solidFill>
                <a:schemeClr val="dk1"/>
              </a:solidFill>
              <a:latin typeface="Arial"/>
              <a:ea typeface="Arial"/>
              <a:cs typeface="Arial"/>
              <a:sym typeface="Arial"/>
            </a:endParaRPr>
          </a:p>
          <a:p>
            <a:pPr marL="0" marR="0" lvl="0" indent="0" rtl="0">
              <a:lnSpc>
                <a:spcPct val="100000"/>
              </a:lnSpc>
              <a:spcBef>
                <a:spcPts val="0"/>
              </a:spcBef>
              <a:spcAft>
                <a:spcPts val="0"/>
              </a:spcAft>
              <a:buNone/>
            </a:pPr>
            <a:r>
              <a:rPr lang="en-US" sz="1600" b="1" i="0" u="sng" strike="noStrike" cap="none" dirty="0">
                <a:solidFill>
                  <a:schemeClr val="dk1"/>
                </a:solidFill>
                <a:latin typeface="Arial"/>
                <a:ea typeface="Arial"/>
                <a:cs typeface="Arial"/>
                <a:sym typeface="Arial"/>
              </a:rPr>
              <a:t>Requirements</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342900" marR="0" lvl="0" indent="-241300"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Upon initial load of </a:t>
            </a:r>
            <a:r>
              <a:rPr lang="en-US" sz="1600" b="1" dirty="0">
                <a:solidFill>
                  <a:schemeClr val="dk1"/>
                </a:solidFill>
                <a:latin typeface="Consolas" panose="020B0609020204030204" pitchFamily="49" charset="0"/>
                <a:cs typeface="Consolas" panose="020B0609020204030204" pitchFamily="49" charset="0"/>
              </a:rPr>
              <a:t>/delete-book </a:t>
            </a:r>
            <a:r>
              <a:rPr lang="en-US" sz="1600" b="0" i="0" u="none" strike="noStrike" cap="none" dirty="0">
                <a:solidFill>
                  <a:schemeClr val="dk1"/>
                </a:solidFill>
                <a:latin typeface="Arial"/>
                <a:ea typeface="Arial"/>
                <a:cs typeface="Arial"/>
                <a:sym typeface="Arial"/>
              </a:rPr>
              <a:t>URL, the application should render a </a:t>
            </a:r>
            <a:r>
              <a:rPr lang="en-US" sz="1600" b="1" dirty="0">
                <a:solidFill>
                  <a:schemeClr val="dk1"/>
                </a:solidFill>
                <a:latin typeface="Consolas" panose="020B0609020204030204" pitchFamily="49" charset="0"/>
                <a:cs typeface="Consolas" panose="020B0609020204030204" pitchFamily="49" charset="0"/>
              </a:rPr>
              <a:t>view</a:t>
            </a:r>
            <a:r>
              <a:rPr lang="en-US" sz="1600" b="0" i="0" u="none" strike="noStrike" cap="none" dirty="0">
                <a:solidFill>
                  <a:schemeClr val="dk1"/>
                </a:solidFill>
                <a:latin typeface="Arial"/>
                <a:ea typeface="Arial"/>
                <a:cs typeface="Arial"/>
                <a:sym typeface="Arial"/>
              </a:rPr>
              <a:t> named </a:t>
            </a:r>
            <a:r>
              <a:rPr lang="en-US" sz="1600" b="1" dirty="0">
                <a:solidFill>
                  <a:schemeClr val="dk1"/>
                </a:solidFill>
                <a:latin typeface="Consolas" panose="020B0609020204030204" pitchFamily="49" charset="0"/>
                <a:cs typeface="Consolas" panose="020B0609020204030204" pitchFamily="49" charset="0"/>
              </a:rPr>
              <a:t>edit-</a:t>
            </a:r>
            <a:r>
              <a:rPr lang="en-US" sz="1600" b="1" dirty="0" err="1">
                <a:solidFill>
                  <a:schemeClr val="dk1"/>
                </a:solidFill>
                <a:latin typeface="Consolas" panose="020B0609020204030204" pitchFamily="49" charset="0"/>
                <a:cs typeface="Consolas" panose="020B0609020204030204" pitchFamily="49" charset="0"/>
              </a:rPr>
              <a:t>book.ejs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located in a folder called </a:t>
            </a:r>
            <a:r>
              <a:rPr lang="en-US" sz="1600" b="1" dirty="0">
                <a:solidFill>
                  <a:schemeClr val="dk1"/>
                </a:solidFill>
                <a:latin typeface="Consolas" panose="020B0609020204030204" pitchFamily="49" charset="0"/>
                <a:cs typeface="Consolas" panose="020B0609020204030204" pitchFamily="49" charset="0"/>
              </a:rPr>
              <a:t>views</a:t>
            </a:r>
            <a:r>
              <a:rPr lang="en-US" sz="1600" b="0" i="0" u="none" strike="noStrike" cap="none" dirty="0">
                <a:solidFill>
                  <a:schemeClr val="dk1"/>
                </a:solidFill>
                <a:latin typeface="Arial"/>
                <a:ea typeface="Arial"/>
                <a:cs typeface="Arial"/>
                <a:sym typeface="Arial"/>
              </a:rPr>
              <a:t>. The </a:t>
            </a:r>
            <a:r>
              <a:rPr lang="en-US" sz="1600" b="1" dirty="0">
                <a:solidFill>
                  <a:schemeClr val="dk1"/>
                </a:solidFill>
                <a:latin typeface="Consolas" panose="020B0609020204030204" pitchFamily="49" charset="0"/>
                <a:cs typeface="Consolas" panose="020B0609020204030204" pitchFamily="49" charset="0"/>
              </a:rPr>
              <a:t>edit-</a:t>
            </a:r>
            <a:r>
              <a:rPr lang="en-US" sz="1600" b="1" dirty="0" err="1">
                <a:solidFill>
                  <a:schemeClr val="dk1"/>
                </a:solidFill>
                <a:latin typeface="Consolas" panose="020B0609020204030204" pitchFamily="49" charset="0"/>
                <a:cs typeface="Consolas" panose="020B0609020204030204" pitchFamily="49" charset="0"/>
              </a:rPr>
              <a:t>book.ejs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file is the same one from Exercise 3. </a:t>
            </a:r>
            <a:endParaRPr lang="en-US" dirty="0"/>
          </a:p>
          <a:p>
            <a:pPr marL="685800" marR="0" lvl="1" indent="-241300"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Display a Delete</a:t>
            </a:r>
            <a:r>
              <a:rPr lang="en-US" sz="1600" b="1" i="0" u="none" strike="noStrike" cap="none" dirty="0">
                <a:solidFill>
                  <a:srgbClr val="0000FF"/>
                </a:solidFill>
                <a:latin typeface="Arial"/>
                <a:ea typeface="Arial"/>
                <a:cs typeface="Arial"/>
                <a:sym typeface="Arial"/>
              </a:rPr>
              <a:t> link </a:t>
            </a:r>
            <a:r>
              <a:rPr lang="en-US" sz="1600" b="0" i="0" u="none" strike="noStrike" cap="none" dirty="0">
                <a:solidFill>
                  <a:schemeClr val="dk1"/>
                </a:solidFill>
                <a:latin typeface="Arial"/>
                <a:ea typeface="Arial"/>
                <a:cs typeface="Arial"/>
                <a:sym typeface="Arial"/>
              </a:rPr>
              <a:t>that goes to </a:t>
            </a:r>
            <a:r>
              <a:rPr lang="en-US" sz="1600" b="1" dirty="0">
                <a:solidFill>
                  <a:schemeClr val="dk1"/>
                </a:solidFill>
                <a:latin typeface="Consolas" panose="020B0609020204030204" pitchFamily="49" charset="0"/>
                <a:cs typeface="Consolas" panose="020B0609020204030204" pitchFamily="49" charset="0"/>
              </a:rPr>
              <a:t>delete-book</a:t>
            </a:r>
            <a:r>
              <a:rPr lang="en-US" sz="1600" b="0" i="0" u="none" strike="noStrike" cap="none" dirty="0">
                <a:solidFill>
                  <a:schemeClr val="dk1"/>
                </a:solidFill>
                <a:latin typeface="Arial"/>
                <a:ea typeface="Arial"/>
                <a:cs typeface="Arial"/>
                <a:sym typeface="Arial"/>
              </a:rPr>
              <a:t> URL with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as the query string</a:t>
            </a:r>
            <a:endParaRPr lang="en-US" dirty="0"/>
          </a:p>
          <a:p>
            <a:pPr marL="685800" marR="0" lvl="1" indent="-165100" rtl="0">
              <a:lnSpc>
                <a:spcPct val="100000"/>
              </a:lnSpc>
              <a:spcBef>
                <a:spcPts val="0"/>
              </a:spcBef>
              <a:spcAft>
                <a:spcPts val="0"/>
              </a:spcAft>
              <a:buClr>
                <a:schemeClr val="dk1"/>
              </a:buClr>
              <a:buSzPts val="1200"/>
              <a:buFont typeface="Arial"/>
              <a:buNone/>
            </a:pPr>
            <a:endParaRPr sz="1600" b="0" i="0" u="none" strike="noStrike" cap="none" dirty="0">
              <a:solidFill>
                <a:schemeClr val="dk1"/>
              </a:solidFill>
              <a:latin typeface="Arial"/>
              <a:ea typeface="Arial"/>
              <a:cs typeface="Arial"/>
              <a:sym typeface="Arial"/>
            </a:endParaRPr>
          </a:p>
          <a:p>
            <a:pPr marL="342900" lvl="0" indent="-241300">
              <a:buClr>
                <a:schemeClr val="dk1"/>
              </a:buClr>
              <a:buSzPts val="1200"/>
              <a:buFont typeface="Arial"/>
              <a:buChar char="●"/>
            </a:pPr>
            <a:r>
              <a:rPr lang="en-US" sz="1600" b="0" i="0" u="none" strike="noStrike" cap="none" dirty="0">
                <a:solidFill>
                  <a:schemeClr val="dk1"/>
                </a:solidFill>
                <a:latin typeface="Arial"/>
                <a:ea typeface="Arial"/>
                <a:cs typeface="Arial"/>
                <a:sym typeface="Arial"/>
              </a:rPr>
              <a:t>In the </a:t>
            </a:r>
            <a:r>
              <a:rPr lang="en-US" sz="1600" b="1" i="0" u="none" strike="noStrike" cap="none" dirty="0">
                <a:solidFill>
                  <a:schemeClr val="dk1"/>
                </a:solidFill>
                <a:latin typeface="Arial"/>
                <a:ea typeface="Arial"/>
                <a:cs typeface="Arial"/>
                <a:sym typeface="Arial"/>
              </a:rPr>
              <a:t>/</a:t>
            </a:r>
            <a:r>
              <a:rPr lang="en-US" sz="1600" b="1" dirty="0">
                <a:solidFill>
                  <a:schemeClr val="dk1"/>
                </a:solidFill>
                <a:latin typeface="Consolas" panose="020B0609020204030204" pitchFamily="49" charset="0"/>
                <a:cs typeface="Consolas" panose="020B0609020204030204" pitchFamily="49" charset="0"/>
              </a:rPr>
              <a:t>delete-book</a:t>
            </a:r>
            <a:r>
              <a:rPr lang="en-US" sz="1600" b="0" i="0" u="none" strike="noStrike" cap="none" dirty="0">
                <a:solidFill>
                  <a:schemeClr val="dk1"/>
                </a:solidFill>
                <a:latin typeface="Arial"/>
                <a:ea typeface="Arial"/>
                <a:cs typeface="Arial"/>
                <a:sym typeface="Arial"/>
              </a:rPr>
              <a:t> URL, the application will read the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from the URL, renders a </a:t>
            </a:r>
            <a:r>
              <a:rPr lang="en-US" sz="1600" b="1" dirty="0">
                <a:solidFill>
                  <a:schemeClr val="dk1"/>
                </a:solidFill>
                <a:latin typeface="Consolas" panose="020B0609020204030204" pitchFamily="49" charset="0"/>
                <a:cs typeface="Consolas" panose="020B0609020204030204" pitchFamily="49" charset="0"/>
              </a:rPr>
              <a:t>view</a:t>
            </a:r>
            <a:r>
              <a:rPr lang="en-US" sz="1600" b="0" i="0" u="none" strike="noStrike" cap="none" dirty="0">
                <a:solidFill>
                  <a:schemeClr val="dk1"/>
                </a:solidFill>
                <a:latin typeface="Arial"/>
                <a:ea typeface="Arial"/>
                <a:cs typeface="Arial"/>
                <a:sym typeface="Arial"/>
              </a:rPr>
              <a:t> named </a:t>
            </a:r>
            <a:r>
              <a:rPr lang="en-US" sz="1600" b="1" dirty="0">
                <a:solidFill>
                  <a:schemeClr val="dk1"/>
                </a:solidFill>
                <a:latin typeface="Consolas" panose="020B0609020204030204" pitchFamily="49" charset="0"/>
                <a:cs typeface="Consolas" panose="020B0609020204030204" pitchFamily="49" charset="0"/>
              </a:rPr>
              <a:t>show-a-</a:t>
            </a:r>
            <a:r>
              <a:rPr lang="en-US" sz="1600" b="1" dirty="0" err="1">
                <a:solidFill>
                  <a:schemeClr val="dk1"/>
                </a:solidFill>
                <a:latin typeface="Consolas" panose="020B0609020204030204" pitchFamily="49" charset="0"/>
                <a:cs typeface="Consolas" panose="020B0609020204030204" pitchFamily="49" charset="0"/>
              </a:rPr>
              <a:t>book.ejs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and display the book with the </a:t>
            </a:r>
            <a:r>
              <a:rPr lang="en-US" sz="1600" b="1" dirty="0" err="1">
                <a:solidFill>
                  <a:schemeClr val="dk1"/>
                </a:solidFill>
                <a:latin typeface="Consolas" panose="020B0609020204030204" pitchFamily="49" charset="0"/>
                <a:cs typeface="Consolas" panose="020B0609020204030204" pitchFamily="49" charset="0"/>
              </a:rPr>
              <a:t>isbn</a:t>
            </a:r>
            <a:r>
              <a:rPr lang="en-US" sz="1600" b="0" i="0" u="none" strike="noStrike" cap="none" dirty="0">
                <a:solidFill>
                  <a:schemeClr val="dk1"/>
                </a:solidFill>
                <a:latin typeface="Arial"/>
                <a:ea typeface="Arial"/>
                <a:cs typeface="Arial"/>
                <a:sym typeface="Arial"/>
              </a:rPr>
              <a:t> number for deletion. </a:t>
            </a:r>
            <a:r>
              <a:rPr lang="en-US" sz="1600" b="1" i="0" u="none" strike="noStrike" cap="none" dirty="0">
                <a:solidFill>
                  <a:schemeClr val="dk1"/>
                </a:solidFill>
                <a:latin typeface="Consolas" panose="020B0609020204030204" pitchFamily="49" charset="0"/>
                <a:ea typeface="Arial"/>
                <a:cs typeface="Consolas" panose="020B0609020204030204" pitchFamily="49" charset="0"/>
                <a:sym typeface="Arial"/>
              </a:rPr>
              <a:t>s</a:t>
            </a:r>
            <a:r>
              <a:rPr lang="en-US" sz="1600" b="1" dirty="0">
                <a:solidFill>
                  <a:schemeClr val="dk1"/>
                </a:solidFill>
                <a:latin typeface="Consolas" panose="020B0609020204030204" pitchFamily="49" charset="0"/>
                <a:cs typeface="Consolas" panose="020B0609020204030204" pitchFamily="49" charset="0"/>
              </a:rPr>
              <a:t>how-a-</a:t>
            </a:r>
            <a:r>
              <a:rPr lang="en-US" sz="1600" b="1" dirty="0" err="1">
                <a:solidFill>
                  <a:schemeClr val="dk1"/>
                </a:solidFill>
                <a:latin typeface="Consolas" panose="020B0609020204030204" pitchFamily="49" charset="0"/>
                <a:cs typeface="Consolas" panose="020B0609020204030204" pitchFamily="49" charset="0"/>
              </a:rPr>
              <a:t>book.ejs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is provided in the folder </a:t>
            </a:r>
            <a:r>
              <a:rPr lang="en-US" sz="1600" b="1" dirty="0">
                <a:solidFill>
                  <a:schemeClr val="dk1"/>
                </a:solidFill>
                <a:latin typeface="Consolas" panose="020B0609020204030204" pitchFamily="49" charset="0"/>
                <a:cs typeface="Consolas" panose="020B0609020204030204" pitchFamily="49" charset="0"/>
              </a:rPr>
              <a:t>views</a:t>
            </a:r>
            <a:r>
              <a:rPr lang="en-US" sz="1600" b="0" i="0" u="none" strike="noStrike" cap="none" dirty="0">
                <a:solidFill>
                  <a:schemeClr val="dk1"/>
                </a:solidFill>
                <a:latin typeface="Arial"/>
                <a:ea typeface="Arial"/>
                <a:cs typeface="Arial"/>
                <a:sym typeface="Arial"/>
              </a:rPr>
              <a:t>. (See </a:t>
            </a:r>
            <a:r>
              <a:rPr lang="en-US" sz="1600" b="1" i="0" u="none" strike="noStrike" cap="none" dirty="0">
                <a:solidFill>
                  <a:schemeClr val="dk1"/>
                </a:solidFill>
                <a:latin typeface="Arial"/>
                <a:ea typeface="Arial"/>
                <a:cs typeface="Arial"/>
                <a:sym typeface="Arial"/>
              </a:rPr>
              <a:t>/</a:t>
            </a:r>
            <a:r>
              <a:rPr lang="en-US" sz="1600" b="1" dirty="0" err="1">
                <a:solidFill>
                  <a:schemeClr val="dk1"/>
                </a:solidFill>
                <a:latin typeface="Consolas" panose="020B0609020204030204" pitchFamily="49" charset="0"/>
                <a:cs typeface="Consolas" panose="020B0609020204030204" pitchFamily="49" charset="0"/>
              </a:rPr>
              <a:t>delete-book?isbn</a:t>
            </a:r>
            <a:r>
              <a:rPr lang="en-US" sz="1600" b="1" dirty="0">
                <a:solidFill>
                  <a:schemeClr val="dk1"/>
                </a:solidFill>
                <a:latin typeface="Consolas" panose="020B0609020204030204" pitchFamily="49" charset="0"/>
                <a:cs typeface="Consolas" panose="020B0609020204030204" pitchFamily="49" charset="0"/>
              </a:rPr>
              <a:t>=1234567</a:t>
            </a:r>
            <a:r>
              <a:rPr lang="en-US" sz="1600" b="0" i="0" u="none" strike="noStrike" cap="none" dirty="0">
                <a:solidFill>
                  <a:schemeClr val="dk1"/>
                </a:solidFill>
                <a:latin typeface="Arial"/>
                <a:ea typeface="Arial"/>
                <a:cs typeface="Arial"/>
                <a:sym typeface="Arial"/>
              </a:rPr>
              <a:t>)</a:t>
            </a:r>
            <a:endParaRPr dirty="0"/>
          </a:p>
          <a:p>
            <a:pPr marL="342900" marR="0" lvl="0" indent="-165100" rtl="0">
              <a:lnSpc>
                <a:spcPct val="100000"/>
              </a:lnSpc>
              <a:spcBef>
                <a:spcPts val="0"/>
              </a:spcBef>
              <a:spcAft>
                <a:spcPts val="0"/>
              </a:spcAft>
              <a:buClr>
                <a:schemeClr val="dk1"/>
              </a:buClr>
              <a:buSzPts val="1200"/>
              <a:buFont typeface="Arial"/>
              <a:buNone/>
            </a:pPr>
            <a:endParaRPr sz="1600" b="0" i="0" u="none" strike="noStrike" cap="none" dirty="0">
              <a:solidFill>
                <a:schemeClr val="dk1"/>
              </a:solidFill>
              <a:latin typeface="Arial"/>
              <a:ea typeface="Arial"/>
              <a:cs typeface="Arial"/>
              <a:sym typeface="Arial"/>
            </a:endParaRPr>
          </a:p>
          <a:p>
            <a:pPr marL="342900" marR="0" lvl="0" indent="-241300"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If the user presses the </a:t>
            </a:r>
            <a:r>
              <a:rPr lang="en-US" sz="1600" b="1" i="0" u="none" strike="noStrike" cap="none" dirty="0">
                <a:solidFill>
                  <a:schemeClr val="dk1"/>
                </a:solidFill>
                <a:latin typeface="Arial"/>
                <a:ea typeface="Arial"/>
                <a:cs typeface="Arial"/>
                <a:sym typeface="Arial"/>
              </a:rPr>
              <a:t>confirm</a:t>
            </a:r>
            <a:r>
              <a:rPr lang="en-US" sz="1600" b="0" i="0" u="none" strike="noStrike" cap="none" dirty="0">
                <a:solidFill>
                  <a:schemeClr val="dk1"/>
                </a:solidFill>
                <a:latin typeface="Arial"/>
                <a:ea typeface="Arial"/>
                <a:cs typeface="Arial"/>
                <a:sym typeface="Arial"/>
              </a:rPr>
              <a:t> button, the application will delete the document in the database and show a success message when done. </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5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lvl="0">
              <a:lnSpc>
                <a:spcPct val="90000"/>
              </a:lnSpc>
            </a:pPr>
            <a:r>
              <a:rPr lang="en-US" sz="2400" b="1" i="0" u="none" strike="noStrike" cap="none" dirty="0">
                <a:solidFill>
                  <a:srgbClr val="11175E"/>
                </a:solidFill>
                <a:latin typeface="Arial"/>
                <a:ea typeface="Arial"/>
                <a:cs typeface="Arial"/>
                <a:sym typeface="Arial"/>
              </a:rPr>
              <a:t>Exercise 4: </a:t>
            </a:r>
            <a:r>
              <a:rPr lang="en-US" sz="2400" b="1" dirty="0" err="1">
                <a:solidFill>
                  <a:srgbClr val="11175E"/>
                </a:solidFill>
                <a:latin typeface="Consolas" panose="020B0609020204030204" pitchFamily="49" charset="0"/>
                <a:cs typeface="Consolas" panose="020B0609020204030204" pitchFamily="49" charset="0"/>
              </a:rPr>
              <a:t>deleteOne</a:t>
            </a:r>
            <a:r>
              <a:rPr lang="en-US" sz="2400" b="1" dirty="0">
                <a:solidFill>
                  <a:srgbClr val="11175E"/>
                </a:solidFill>
                <a:latin typeface="Consolas" panose="020B0609020204030204" pitchFamily="49" charset="0"/>
                <a:cs typeface="Consolas" panose="020B0609020204030204" pitchFamily="49" charset="0"/>
              </a:rPr>
              <a:t>()</a:t>
            </a:r>
            <a:endParaRPr sz="2400" b="1" i="0" u="none" strike="noStrike" cap="none" dirty="0">
              <a:solidFill>
                <a:srgbClr val="11175E"/>
              </a:solidFill>
              <a:latin typeface="Arial"/>
              <a:ea typeface="Arial"/>
              <a:cs typeface="Arial"/>
              <a:sym typeface="Arial"/>
            </a:endParaRPr>
          </a:p>
        </p:txBody>
      </p:sp>
      <p:sp>
        <p:nvSpPr>
          <p:cNvPr id="738" name="Google Shape;738;p54"/>
          <p:cNvSpPr txBox="1">
            <a:spLocks noGrp="1"/>
          </p:cNvSpPr>
          <p:nvPr>
            <p:ph type="subTitle" idx="1"/>
          </p:nvPr>
        </p:nvSpPr>
        <p:spPr>
          <a:xfrm>
            <a:off x="114413" y="2174953"/>
            <a:ext cx="6041221" cy="4700714"/>
          </a:xfrm>
          <a:prstGeom prst="rect">
            <a:avLst/>
          </a:prstGeom>
          <a:noFill/>
          <a:ln>
            <a:noFill/>
          </a:ln>
        </p:spPr>
        <p:txBody>
          <a:bodyPr spcFirstLastPara="1" wrap="square" lIns="91425" tIns="45700" rIns="91425" bIns="45700" anchor="t" anchorCtr="0">
            <a:noAutofit/>
          </a:bodyPr>
          <a:lstStyle/>
          <a:p>
            <a:pPr lvl="0" indent="-330200" algn="l">
              <a:buSzPts val="1600"/>
              <a:buFont typeface="Arial"/>
              <a:buChar char="●"/>
            </a:pPr>
            <a:r>
              <a:rPr lang="en-US" sz="1400" dirty="0"/>
              <a:t>You can use </a:t>
            </a:r>
            <a:r>
              <a:rPr lang="en-US" sz="1400" b="1" dirty="0">
                <a:latin typeface="Consolas" panose="020B0609020204030204" pitchFamily="49" charset="0"/>
                <a:cs typeface="Consolas" panose="020B0609020204030204" pitchFamily="49" charset="0"/>
              </a:rPr>
              <a:t>week10 ⟶ exercises ⟶ exercise1</a:t>
            </a:r>
            <a:r>
              <a:rPr lang="en-US" sz="1400" b="1" dirty="0">
                <a:solidFill>
                  <a:srgbClr val="0000FF"/>
                </a:solidFill>
              </a:rPr>
              <a:t> </a:t>
            </a:r>
            <a:r>
              <a:rPr lang="en-US" sz="1400" dirty="0"/>
              <a:t>resource file to do this exercise or continue from your previous exercise</a:t>
            </a:r>
            <a:endParaRPr sz="1400" dirty="0"/>
          </a:p>
          <a:p>
            <a:pPr marL="457200" lvl="0" indent="-330200" algn="l" rtl="0">
              <a:lnSpc>
                <a:spcPct val="90000"/>
              </a:lnSpc>
              <a:spcBef>
                <a:spcPts val="1000"/>
              </a:spcBef>
              <a:spcAft>
                <a:spcPts val="0"/>
              </a:spcAft>
              <a:buSzPts val="1600"/>
              <a:buFont typeface="Arial"/>
              <a:buChar char="●"/>
            </a:pPr>
            <a:r>
              <a:rPr lang="en-US" sz="1400" dirty="0"/>
              <a:t>We will </a:t>
            </a:r>
            <a:r>
              <a:rPr lang="en-US" sz="1400" b="1" dirty="0"/>
              <a:t>reuse</a:t>
            </a:r>
            <a:r>
              <a:rPr lang="en-US" sz="1400" dirty="0"/>
              <a:t> the function </a:t>
            </a:r>
            <a:r>
              <a:rPr lang="en-US" sz="1400" b="1" dirty="0" err="1">
                <a:latin typeface="Consolas" panose="020B0609020204030204" pitchFamily="49" charset="0"/>
                <a:cs typeface="Consolas" panose="020B0609020204030204" pitchFamily="49" charset="0"/>
              </a:rPr>
              <a:t>showBookList</a:t>
            </a:r>
            <a:r>
              <a:rPr lang="en-US" sz="1400" b="1" dirty="0">
                <a:latin typeface="Consolas" panose="020B0609020204030204" pitchFamily="49" charset="0"/>
                <a:cs typeface="Consolas" panose="020B0609020204030204" pitchFamily="49" charset="0"/>
              </a:rPr>
              <a:t>()</a:t>
            </a:r>
            <a:r>
              <a:rPr lang="en-US" sz="1400" dirty="0"/>
              <a:t> and </a:t>
            </a:r>
            <a:r>
              <a:rPr lang="en-US" sz="1400" b="1" dirty="0">
                <a:latin typeface="Consolas" panose="020B0609020204030204" pitchFamily="49" charset="0"/>
                <a:cs typeface="Consolas" panose="020B0609020204030204" pitchFamily="49" charset="0"/>
              </a:rPr>
              <a:t>edit-</a:t>
            </a:r>
            <a:r>
              <a:rPr lang="en-US" sz="1400" b="1" dirty="0" err="1">
                <a:latin typeface="Consolas" panose="020B0609020204030204" pitchFamily="49" charset="0"/>
                <a:cs typeface="Consolas" panose="020B0609020204030204" pitchFamily="49" charset="0"/>
              </a:rPr>
              <a:t>book.ejs</a:t>
            </a:r>
            <a:r>
              <a:rPr lang="en-US" sz="1400" dirty="0"/>
              <a:t> from the previous exercise 3.</a:t>
            </a:r>
            <a:endParaRPr sz="1400" dirty="0"/>
          </a:p>
          <a:p>
            <a:pPr marL="457200" lvl="0" indent="-330200" algn="l" rtl="0">
              <a:lnSpc>
                <a:spcPct val="90000"/>
              </a:lnSpc>
              <a:spcBef>
                <a:spcPts val="1000"/>
              </a:spcBef>
              <a:spcAft>
                <a:spcPts val="0"/>
              </a:spcAft>
              <a:buSzPts val="1600"/>
              <a:buFont typeface="Arial"/>
              <a:buChar char="●"/>
            </a:pPr>
            <a:r>
              <a:rPr lang="en-US" sz="1400" dirty="0"/>
              <a:t>In </a:t>
            </a:r>
            <a:r>
              <a:rPr lang="en-US" sz="1400" b="1" dirty="0">
                <a:latin typeface="Consolas" panose="020B0609020204030204" pitchFamily="49" charset="0"/>
                <a:cs typeface="Consolas" panose="020B0609020204030204" pitchFamily="49" charset="0"/>
              </a:rPr>
              <a:t>books-routes</a:t>
            </a:r>
            <a:r>
              <a:rPr lang="en-US" sz="1400" dirty="0"/>
              <a:t>, create two more routes for the </a:t>
            </a:r>
            <a:r>
              <a:rPr lang="en-US" sz="1400" b="1" dirty="0"/>
              <a:t>get</a:t>
            </a:r>
            <a:r>
              <a:rPr lang="en-US" sz="1400" dirty="0"/>
              <a:t> and </a:t>
            </a:r>
            <a:r>
              <a:rPr lang="en-US" sz="1400" b="1" dirty="0"/>
              <a:t>post</a:t>
            </a:r>
            <a:r>
              <a:rPr lang="en-US" sz="1400" dirty="0"/>
              <a:t> functions</a:t>
            </a:r>
            <a:endParaRPr sz="1400" dirty="0"/>
          </a:p>
          <a:p>
            <a:pPr marL="914400" lvl="1" indent="-330200" algn="l" rtl="0">
              <a:lnSpc>
                <a:spcPct val="90000"/>
              </a:lnSpc>
              <a:spcBef>
                <a:spcPts val="500"/>
              </a:spcBef>
              <a:spcAft>
                <a:spcPts val="0"/>
              </a:spcAft>
              <a:buSzPts val="1600"/>
              <a:buFont typeface="Arial"/>
              <a:buChar char="●"/>
            </a:pPr>
            <a:r>
              <a:rPr lang="en-US" sz="1400" dirty="0"/>
              <a:t>One </a:t>
            </a:r>
            <a:r>
              <a:rPr lang="en-US" sz="1400" b="1" dirty="0"/>
              <a:t>get</a:t>
            </a:r>
            <a:r>
              <a:rPr lang="en-US" sz="1400" dirty="0"/>
              <a:t> route to display the form:</a:t>
            </a:r>
          </a:p>
          <a:p>
            <a:pPr marL="584200" lvl="1" indent="0" algn="l">
              <a:buSzPts val="1600"/>
            </a:pPr>
            <a:r>
              <a:rPr lang="en-US" sz="1400" dirty="0"/>
              <a:t>	</a:t>
            </a:r>
            <a:r>
              <a:rPr lang="en-US" sz="1200" b="1" dirty="0" err="1">
                <a:latin typeface="Consolas" panose="020B0609020204030204" pitchFamily="49" charset="0"/>
                <a:cs typeface="Consolas" panose="020B0609020204030204" pitchFamily="49" charset="0"/>
              </a:rPr>
              <a:t>router.get</a:t>
            </a:r>
            <a:r>
              <a:rPr lang="en-US" sz="1200" b="1" dirty="0">
                <a:latin typeface="Consolas" panose="020B0609020204030204" pitchFamily="49" charset="0"/>
                <a:cs typeface="Consolas" panose="020B0609020204030204" pitchFamily="49" charset="0"/>
              </a:rPr>
              <a:t>("/delete-book", </a:t>
            </a:r>
            <a:r>
              <a:rPr lang="en-US" sz="1200" b="1" dirty="0" err="1">
                <a:latin typeface="Consolas" panose="020B0609020204030204" pitchFamily="49" charset="0"/>
                <a:cs typeface="Consolas" panose="020B0609020204030204" pitchFamily="49" charset="0"/>
              </a:rPr>
              <a:t>booksController.getMarkedBook</a:t>
            </a:r>
            <a:r>
              <a:rPr lang="en-US" sz="1200" b="1" dirty="0">
                <a:latin typeface="Consolas" panose="020B0609020204030204" pitchFamily="49" charset="0"/>
                <a:cs typeface="Consolas" panose="020B0609020204030204" pitchFamily="49" charset="0"/>
              </a:rPr>
              <a:t>);</a:t>
            </a:r>
          </a:p>
          <a:p>
            <a:pPr lvl="1" indent="-330200" algn="l">
              <a:buSzPts val="1600"/>
              <a:buFont typeface="Arial"/>
              <a:buChar char="●"/>
            </a:pPr>
            <a:r>
              <a:rPr lang="en-US" sz="1400" dirty="0"/>
              <a:t>One </a:t>
            </a:r>
            <a:r>
              <a:rPr lang="en-US" sz="1400" b="1" dirty="0"/>
              <a:t>post</a:t>
            </a:r>
            <a:r>
              <a:rPr lang="en-US" sz="1400" dirty="0"/>
              <a:t> route to submit update form:</a:t>
            </a:r>
          </a:p>
          <a:p>
            <a:pPr marL="584200" lvl="1" indent="0" algn="l">
              <a:buSzPts val="1600"/>
            </a:pPr>
            <a:r>
              <a:rPr lang="en-US" sz="1400" dirty="0">
                <a:latin typeface="Consolas" panose="020B0609020204030204" pitchFamily="49" charset="0"/>
                <a:cs typeface="Consolas" panose="020B0609020204030204" pitchFamily="49" charset="0"/>
              </a:rPr>
              <a:t>	</a:t>
            </a:r>
            <a:r>
              <a:rPr lang="en-US" sz="1200" b="1" dirty="0" err="1">
                <a:latin typeface="Consolas" panose="020B0609020204030204" pitchFamily="49" charset="0"/>
                <a:cs typeface="Consolas" panose="020B0609020204030204" pitchFamily="49" charset="0"/>
              </a:rPr>
              <a:t>router.post</a:t>
            </a:r>
            <a:r>
              <a:rPr lang="en-US" sz="1200" b="1" dirty="0">
                <a:latin typeface="Consolas" panose="020B0609020204030204" pitchFamily="49" charset="0"/>
                <a:cs typeface="Consolas" panose="020B0609020204030204" pitchFamily="49" charset="0"/>
              </a:rPr>
              <a:t>("/delete-book", </a:t>
            </a:r>
            <a:r>
              <a:rPr lang="en-US" sz="1200" b="1" dirty="0" err="1">
                <a:latin typeface="Consolas" panose="020B0609020204030204" pitchFamily="49" charset="0"/>
                <a:cs typeface="Consolas" panose="020B0609020204030204" pitchFamily="49" charset="0"/>
              </a:rPr>
              <a:t>booksController.deleteABook</a:t>
            </a:r>
            <a:r>
              <a:rPr lang="en-US" sz="1200" b="1" dirty="0">
                <a:latin typeface="Consolas" panose="020B0609020204030204" pitchFamily="49" charset="0"/>
                <a:cs typeface="Consolas" panose="020B0609020204030204" pitchFamily="49" charset="0"/>
              </a:rPr>
              <a:t>);</a:t>
            </a:r>
          </a:p>
          <a:p>
            <a:pPr marL="457200" lvl="0" indent="-330200" algn="l" rtl="0">
              <a:lnSpc>
                <a:spcPct val="90000"/>
              </a:lnSpc>
              <a:spcBef>
                <a:spcPts val="1000"/>
              </a:spcBef>
              <a:spcAft>
                <a:spcPts val="0"/>
              </a:spcAft>
              <a:buSzPts val="1600"/>
              <a:buFont typeface="Arial"/>
              <a:buChar char="●"/>
            </a:pPr>
            <a:r>
              <a:rPr lang="en-US" sz="1400" dirty="0"/>
              <a:t>In </a:t>
            </a:r>
            <a:r>
              <a:rPr lang="en-US" sz="1400" b="1" dirty="0">
                <a:solidFill>
                  <a:srgbClr val="0000FF"/>
                </a:solidFill>
              </a:rPr>
              <a:t>books-controller</a:t>
            </a:r>
            <a:r>
              <a:rPr lang="en-US" sz="1400" dirty="0"/>
              <a:t>, create two functions :</a:t>
            </a:r>
            <a:endParaRPr sz="1400" dirty="0"/>
          </a:p>
          <a:p>
            <a:pPr marL="914400" lvl="1" indent="-330200" algn="l" rtl="0">
              <a:lnSpc>
                <a:spcPct val="90000"/>
              </a:lnSpc>
              <a:spcBef>
                <a:spcPts val="500"/>
              </a:spcBef>
              <a:spcAft>
                <a:spcPts val="0"/>
              </a:spcAft>
              <a:buSzPts val="1600"/>
              <a:buFont typeface="Arial"/>
              <a:buChar char="●"/>
            </a:pPr>
            <a:r>
              <a:rPr lang="en-US" sz="1400" b="1" dirty="0" err="1">
                <a:latin typeface="Consolas" panose="020B0609020204030204" pitchFamily="49" charset="0"/>
                <a:cs typeface="Consolas" panose="020B0609020204030204" pitchFamily="49" charset="0"/>
              </a:rPr>
              <a:t>getMarkBook</a:t>
            </a:r>
            <a:r>
              <a:rPr lang="en-US" sz="1400" b="1" dirty="0">
                <a:latin typeface="Consolas" panose="020B0609020204030204" pitchFamily="49" charset="0"/>
                <a:cs typeface="Consolas" panose="020B0609020204030204" pitchFamily="49" charset="0"/>
              </a:rPr>
              <a:t>(),</a:t>
            </a:r>
            <a:r>
              <a:rPr lang="en-US" sz="1400" dirty="0"/>
              <a:t> </a:t>
            </a:r>
            <a:r>
              <a:rPr lang="en-US" sz="1400" b="1" dirty="0" err="1">
                <a:latin typeface="Consolas" panose="020B0609020204030204" pitchFamily="49" charset="0"/>
                <a:cs typeface="Consolas" panose="020B0609020204030204" pitchFamily="49" charset="0"/>
              </a:rPr>
              <a:t>deleteBook</a:t>
            </a:r>
            <a:r>
              <a:rPr lang="en-US" sz="1400" b="1" dirty="0">
                <a:latin typeface="Consolas" panose="020B0609020204030204" pitchFamily="49" charset="0"/>
                <a:cs typeface="Consolas" panose="020B0609020204030204" pitchFamily="49" charset="0"/>
              </a:rPr>
              <a:t>()</a:t>
            </a:r>
            <a:endParaRPr sz="1400" b="1" dirty="0">
              <a:latin typeface="Consolas" panose="020B0609020204030204" pitchFamily="49" charset="0"/>
              <a:cs typeface="Consolas" panose="020B0609020204030204" pitchFamily="49" charset="0"/>
            </a:endParaRPr>
          </a:p>
          <a:p>
            <a:pPr marL="914400" lvl="1" indent="-330200" algn="l" rtl="0">
              <a:lnSpc>
                <a:spcPct val="90000"/>
              </a:lnSpc>
              <a:spcBef>
                <a:spcPts val="500"/>
              </a:spcBef>
              <a:spcAft>
                <a:spcPts val="0"/>
              </a:spcAft>
              <a:buSzPts val="1600"/>
              <a:buFont typeface="Arial"/>
              <a:buChar char="●"/>
            </a:pPr>
            <a:r>
              <a:rPr lang="en-US" sz="1400" b="1" dirty="0" err="1">
                <a:latin typeface="Consolas" panose="020B0609020204030204" pitchFamily="49" charset="0"/>
                <a:cs typeface="Consolas" panose="020B0609020204030204" pitchFamily="49" charset="0"/>
              </a:rPr>
              <a:t>getMarkBook</a:t>
            </a:r>
            <a:r>
              <a:rPr lang="en-US" sz="1400" b="1" dirty="0">
                <a:latin typeface="Consolas" panose="020B0609020204030204" pitchFamily="49" charset="0"/>
                <a:cs typeface="Consolas" panose="020B0609020204030204" pitchFamily="49" charset="0"/>
              </a:rPr>
              <a:t>()</a:t>
            </a:r>
            <a:r>
              <a:rPr lang="en-US" sz="1400" dirty="0"/>
              <a:t> is similar to </a:t>
            </a:r>
            <a:r>
              <a:rPr lang="en-US" sz="1400" b="1" dirty="0" err="1">
                <a:latin typeface="Consolas" panose="020B0609020204030204" pitchFamily="49" charset="0"/>
                <a:cs typeface="Consolas" panose="020B0609020204030204" pitchFamily="49" charset="0"/>
              </a:rPr>
              <a:t>getBook</a:t>
            </a:r>
            <a:r>
              <a:rPr lang="en-US" sz="1400" b="1" dirty="0">
                <a:latin typeface="Consolas" panose="020B0609020204030204" pitchFamily="49" charset="0"/>
                <a:cs typeface="Consolas" panose="020B0609020204030204" pitchFamily="49" charset="0"/>
              </a:rPr>
              <a:t>()</a:t>
            </a:r>
            <a:r>
              <a:rPr lang="en-US" sz="1400" dirty="0"/>
              <a:t> function in the previous exercise and </a:t>
            </a:r>
            <a:r>
              <a:rPr lang="en-US" sz="1400" b="1" dirty="0" err="1">
                <a:latin typeface="Consolas" panose="020B0609020204030204" pitchFamily="49" charset="0"/>
                <a:cs typeface="Consolas" panose="020B0609020204030204" pitchFamily="49" charset="0"/>
              </a:rPr>
              <a:t>deleteBook</a:t>
            </a:r>
            <a:r>
              <a:rPr lang="en-US" sz="1400" b="1" dirty="0">
                <a:latin typeface="Consolas" panose="020B0609020204030204" pitchFamily="49" charset="0"/>
                <a:cs typeface="Consolas" panose="020B0609020204030204" pitchFamily="49" charset="0"/>
              </a:rPr>
              <a:t>()</a:t>
            </a:r>
            <a:r>
              <a:rPr lang="en-US" sz="1400" dirty="0"/>
              <a:t> has been given to you in the slides.</a:t>
            </a:r>
            <a:endParaRPr sz="1400" dirty="0"/>
          </a:p>
          <a:p>
            <a:pPr marL="584200" lvl="1" indent="0" algn="l" rtl="0">
              <a:lnSpc>
                <a:spcPct val="90000"/>
              </a:lnSpc>
              <a:spcBef>
                <a:spcPts val="500"/>
              </a:spcBef>
              <a:spcAft>
                <a:spcPts val="0"/>
              </a:spcAft>
              <a:buSzPts val="1600"/>
              <a:buNone/>
            </a:pPr>
            <a:endParaRPr sz="1400" dirty="0"/>
          </a:p>
          <a:p>
            <a:pPr marL="127000" lvl="0" indent="0" algn="l" rtl="0">
              <a:lnSpc>
                <a:spcPct val="90000"/>
              </a:lnSpc>
              <a:spcBef>
                <a:spcPts val="1000"/>
              </a:spcBef>
              <a:spcAft>
                <a:spcPts val="0"/>
              </a:spcAft>
              <a:buSzPts val="1600"/>
              <a:buNone/>
            </a:pPr>
            <a:endParaRPr sz="1400" b="1" dirty="0"/>
          </a:p>
          <a:p>
            <a:pPr marL="457200" lvl="0" indent="-406400" algn="l" rtl="0">
              <a:lnSpc>
                <a:spcPct val="90000"/>
              </a:lnSpc>
              <a:spcBef>
                <a:spcPts val="1000"/>
              </a:spcBef>
              <a:spcAft>
                <a:spcPts val="0"/>
              </a:spcAft>
              <a:buSzPts val="2400"/>
              <a:buNone/>
            </a:pPr>
            <a:endParaRPr sz="1400" dirty="0"/>
          </a:p>
        </p:txBody>
      </p:sp>
      <p:sp>
        <p:nvSpPr>
          <p:cNvPr id="739" name="Google Shape;739;p54"/>
          <p:cNvSpPr txBox="1"/>
          <p:nvPr/>
        </p:nvSpPr>
        <p:spPr>
          <a:xfrm>
            <a:off x="6251448" y="2157286"/>
            <a:ext cx="5574716" cy="4700714"/>
          </a:xfrm>
          <a:prstGeom prst="rect">
            <a:avLst/>
          </a:prstGeom>
          <a:noFill/>
          <a:ln>
            <a:noFill/>
          </a:ln>
        </p:spPr>
        <p:txBody>
          <a:bodyPr spcFirstLastPara="1" wrap="square" lIns="91425" tIns="45700" rIns="91425" bIns="45700" anchor="t" anchorCtr="0">
            <a:noAutofit/>
          </a:bodyPr>
          <a:lstStyle/>
          <a:p>
            <a:pPr marL="457200" lvl="0" indent="-330200">
              <a:lnSpc>
                <a:spcPct val="90000"/>
              </a:lnSpc>
              <a:spcBef>
                <a:spcPts val="1000"/>
              </a:spcBef>
              <a:buSzPts val="1600"/>
              <a:buFont typeface="Arial"/>
              <a:buChar char="●"/>
            </a:pPr>
            <a:r>
              <a:rPr lang="en-US" dirty="0"/>
              <a:t>In </a:t>
            </a:r>
            <a:r>
              <a:rPr lang="en-US" b="1" dirty="0">
                <a:latin typeface="Consolas" panose="020B0609020204030204" pitchFamily="49" charset="0"/>
                <a:cs typeface="Consolas" panose="020B0609020204030204" pitchFamily="49" charset="0"/>
              </a:rPr>
              <a:t>edit-</a:t>
            </a:r>
            <a:r>
              <a:rPr lang="en-US" b="1" dirty="0" err="1">
                <a:latin typeface="Consolas" panose="020B0609020204030204" pitchFamily="49" charset="0"/>
                <a:cs typeface="Consolas" panose="020B0609020204030204" pitchFamily="49" charset="0"/>
              </a:rPr>
              <a:t>book.ejs</a:t>
            </a:r>
            <a:endParaRPr lang="en-US" b="1" dirty="0">
              <a:latin typeface="Consolas" panose="020B0609020204030204" pitchFamily="49" charset="0"/>
              <a:cs typeface="Consolas" panose="020B0609020204030204" pitchFamily="49" charset="0"/>
            </a:endParaRPr>
          </a:p>
          <a:p>
            <a:pPr marL="914400" lvl="1" indent="-330200">
              <a:lnSpc>
                <a:spcPct val="90000"/>
              </a:lnSpc>
              <a:spcBef>
                <a:spcPts val="500"/>
              </a:spcBef>
              <a:buSzPts val="1600"/>
              <a:buFont typeface="Arial"/>
              <a:buChar char="●"/>
            </a:pPr>
            <a:r>
              <a:rPr lang="en-US" dirty="0"/>
              <a:t>Create a delete link beside the edit button to jump to </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delete-book?isbn</a:t>
            </a:r>
            <a:r>
              <a:rPr lang="en-US" b="1" dirty="0">
                <a:latin typeface="Consolas" panose="020B0609020204030204" pitchFamily="49" charset="0"/>
                <a:cs typeface="Consolas" panose="020B0609020204030204" pitchFamily="49" charset="0"/>
              </a:rPr>
              <a:t>=&lt;</a:t>
            </a:r>
            <a:r>
              <a:rPr lang="en-US" b="1" dirty="0" err="1">
                <a:latin typeface="Consolas" panose="020B0609020204030204" pitchFamily="49" charset="0"/>
                <a:cs typeface="Consolas" panose="020B0609020204030204" pitchFamily="49" charset="0"/>
              </a:rPr>
              <a:t>books’s</a:t>
            </a:r>
            <a:r>
              <a:rPr lang="en-US" b="1" dirty="0">
                <a:latin typeface="Consolas" panose="020B0609020204030204" pitchFamily="49" charset="0"/>
                <a:cs typeface="Consolas" panose="020B0609020204030204" pitchFamily="49" charset="0"/>
              </a:rPr>
              <a:t> ISBN&gt;</a:t>
            </a:r>
          </a:p>
          <a:p>
            <a:pPr marL="457200" marR="0" lvl="0" indent="-330200" algn="l" rtl="0">
              <a:lnSpc>
                <a:spcPct val="90000"/>
              </a:lnSpc>
              <a:spcBef>
                <a:spcPts val="10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In </a:t>
            </a:r>
            <a:r>
              <a:rPr lang="en-US" b="1" dirty="0" err="1">
                <a:solidFill>
                  <a:schemeClr val="dk1"/>
                </a:solidFill>
                <a:latin typeface="Consolas" panose="020B0609020204030204" pitchFamily="49" charset="0"/>
                <a:cs typeface="Consolas" panose="020B0609020204030204" pitchFamily="49" charset="0"/>
              </a:rPr>
              <a:t>getMarkBook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 (Similar to </a:t>
            </a:r>
            <a:r>
              <a:rPr lang="en-US" b="1" dirty="0" err="1">
                <a:solidFill>
                  <a:schemeClr val="dk1"/>
                </a:solidFill>
                <a:latin typeface="Consolas" panose="020B0609020204030204" pitchFamily="49" charset="0"/>
                <a:cs typeface="Consolas" panose="020B0609020204030204" pitchFamily="49" charset="0"/>
              </a:rPr>
              <a:t>getBook</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Retrieves the </a:t>
            </a:r>
            <a:r>
              <a:rPr lang="en-US" b="1" dirty="0" err="1">
                <a:solidFill>
                  <a:schemeClr val="dk1"/>
                </a:solidFill>
                <a:latin typeface="Consolas" panose="020B0609020204030204" pitchFamily="49" charset="0"/>
                <a:cs typeface="Consolas" panose="020B0609020204030204" pitchFamily="49" charset="0"/>
              </a:rPr>
              <a:t>isbn</a:t>
            </a:r>
            <a:r>
              <a:rPr lang="en-US" b="0" i="0" u="none" strike="noStrike" cap="none" dirty="0">
                <a:solidFill>
                  <a:schemeClr val="dk1"/>
                </a:solidFill>
                <a:latin typeface="Arial"/>
                <a:ea typeface="Arial"/>
                <a:cs typeface="Arial"/>
                <a:sym typeface="Arial"/>
              </a:rPr>
              <a:t> number from the </a:t>
            </a:r>
            <a:r>
              <a:rPr lang="en-US" b="0" i="0" u="none" strike="noStrike" cap="none" dirty="0" err="1">
                <a:solidFill>
                  <a:schemeClr val="dk1"/>
                </a:solidFill>
                <a:latin typeface="Arial"/>
                <a:ea typeface="Arial"/>
                <a:cs typeface="Arial"/>
                <a:sym typeface="Arial"/>
              </a:rPr>
              <a:t>url</a:t>
            </a:r>
            <a:r>
              <a:rPr lang="en-US" b="0" i="0" u="none" strike="noStrike" cap="none" dirty="0">
                <a:solidFill>
                  <a:schemeClr val="dk1"/>
                </a:solidFill>
                <a:latin typeface="Arial"/>
                <a:ea typeface="Arial"/>
                <a:cs typeface="Arial"/>
                <a:sym typeface="Arial"/>
              </a:rPr>
              <a:t>. </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Use </a:t>
            </a:r>
            <a:r>
              <a:rPr lang="en-US" b="1" dirty="0" err="1">
                <a:solidFill>
                  <a:schemeClr val="dk1"/>
                </a:solidFill>
                <a:latin typeface="Consolas" panose="020B0609020204030204" pitchFamily="49" charset="0"/>
                <a:cs typeface="Consolas" panose="020B0609020204030204" pitchFamily="49" charset="0"/>
              </a:rPr>
              <a:t>Book.findByIsbn</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 function to find the book with the ISBN provided in the URL.</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Render </a:t>
            </a:r>
            <a:r>
              <a:rPr lang="en-US" b="1" dirty="0">
                <a:solidFill>
                  <a:schemeClr val="dk1"/>
                </a:solidFill>
                <a:latin typeface="Consolas" panose="020B0609020204030204" pitchFamily="49" charset="0"/>
                <a:cs typeface="Consolas" panose="020B0609020204030204" pitchFamily="49" charset="0"/>
              </a:rPr>
              <a:t>get-a-</a:t>
            </a:r>
            <a:r>
              <a:rPr lang="en-US" b="1" dirty="0" err="1">
                <a:solidFill>
                  <a:schemeClr val="dk1"/>
                </a:solidFill>
                <a:latin typeface="Consolas" panose="020B0609020204030204" pitchFamily="49" charset="0"/>
                <a:cs typeface="Consolas" panose="020B0609020204030204" pitchFamily="49" charset="0"/>
              </a:rPr>
              <a:t>book.ejss</a:t>
            </a:r>
            <a:r>
              <a:rPr lang="en-US" b="1" dirty="0">
                <a:solidFill>
                  <a:schemeClr val="dk1"/>
                </a:solidFill>
                <a:latin typeface="Consolas" panose="020B0609020204030204" pitchFamily="49" charset="0"/>
                <a:cs typeface="Consolas" panose="020B0609020204030204" pitchFamily="49" charset="0"/>
              </a:rPr>
              <a:t> </a:t>
            </a:r>
            <a:r>
              <a:rPr lang="en-US" b="0" i="0" u="none" strike="noStrike" cap="none" dirty="0">
                <a:solidFill>
                  <a:schemeClr val="dk1"/>
                </a:solidFill>
                <a:latin typeface="Arial"/>
                <a:ea typeface="Arial"/>
                <a:cs typeface="Arial"/>
                <a:sym typeface="Arial"/>
              </a:rPr>
              <a:t>(provided) with the result of </a:t>
            </a:r>
            <a:r>
              <a:rPr lang="en-US" b="1" dirty="0" err="1">
                <a:solidFill>
                  <a:schemeClr val="dk1"/>
                </a:solidFill>
                <a:latin typeface="Consolas" panose="020B0609020204030204" pitchFamily="49" charset="0"/>
                <a:cs typeface="Consolas" panose="020B0609020204030204" pitchFamily="49" charset="0"/>
              </a:rPr>
              <a:t>Book</a:t>
            </a:r>
            <a:r>
              <a:rPr lang="en-US" b="0" i="0" u="none" strike="noStrike" cap="none" dirty="0" err="1">
                <a:solidFill>
                  <a:schemeClr val="dk1"/>
                </a:solidFill>
                <a:latin typeface="Arial"/>
                <a:ea typeface="Arial"/>
                <a:cs typeface="Arial"/>
                <a:sym typeface="Arial"/>
              </a:rPr>
              <a:t>.</a:t>
            </a:r>
            <a:r>
              <a:rPr lang="en-US" b="1" dirty="0" err="1">
                <a:solidFill>
                  <a:schemeClr val="dk1"/>
                </a:solidFill>
                <a:latin typeface="Consolas" panose="020B0609020204030204" pitchFamily="49" charset="0"/>
                <a:cs typeface="Consolas" panose="020B0609020204030204" pitchFamily="49" charset="0"/>
              </a:rPr>
              <a:t>findByIsbn</a:t>
            </a:r>
            <a:r>
              <a:rPr lang="en-US" b="1" dirty="0">
                <a:solidFill>
                  <a:schemeClr val="dk1"/>
                </a:solidFill>
                <a:latin typeface="Consolas" panose="020B0609020204030204" pitchFamily="49" charset="0"/>
                <a:cs typeface="Consolas" panose="020B0609020204030204" pitchFamily="49" charset="0"/>
              </a:rPr>
              <a:t>(). </a:t>
            </a:r>
            <a:endParaRPr b="1" dirty="0">
              <a:solidFill>
                <a:schemeClr val="dk1"/>
              </a:solidFill>
              <a:latin typeface="Consolas" panose="020B0609020204030204" pitchFamily="49" charset="0"/>
              <a:cs typeface="Consolas" panose="020B0609020204030204" pitchFamily="49" charset="0"/>
            </a:endParaRPr>
          </a:p>
          <a:p>
            <a:pPr marL="457200" marR="0" lvl="0" indent="-330200" algn="l" rtl="0">
              <a:lnSpc>
                <a:spcPct val="90000"/>
              </a:lnSpc>
              <a:spcBef>
                <a:spcPts val="10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In </a:t>
            </a:r>
            <a:r>
              <a:rPr lang="en-US" b="1" dirty="0" err="1">
                <a:solidFill>
                  <a:schemeClr val="dk1"/>
                </a:solidFill>
                <a:latin typeface="Consolas" panose="020B0609020204030204" pitchFamily="49" charset="0"/>
                <a:cs typeface="Consolas" panose="020B0609020204030204" pitchFamily="49" charset="0"/>
              </a:rPr>
              <a:t>deleteBook</a:t>
            </a:r>
            <a:r>
              <a:rPr lang="en-US" b="1" dirty="0">
                <a:solidFill>
                  <a:schemeClr val="dk1"/>
                </a:solidFill>
                <a:latin typeface="Consolas" panose="020B0609020204030204" pitchFamily="49" charset="0"/>
                <a:cs typeface="Consolas" panose="020B0609020204030204" pitchFamily="49" charset="0"/>
              </a:rPr>
              <a:t>()</a:t>
            </a:r>
            <a:endParaRPr b="1" dirty="0">
              <a:solidFill>
                <a:schemeClr val="dk1"/>
              </a:solidFill>
              <a:latin typeface="Consolas" panose="020B0609020204030204" pitchFamily="49" charset="0"/>
              <a:cs typeface="Consolas" panose="020B0609020204030204" pitchFamily="49" charset="0"/>
            </a:endParaRPr>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Get the data from the form using post and use </a:t>
            </a:r>
            <a:r>
              <a:rPr lang="en-US" b="1" dirty="0" err="1">
                <a:solidFill>
                  <a:schemeClr val="dk1"/>
                </a:solidFill>
                <a:latin typeface="Consolas" panose="020B0609020204030204" pitchFamily="49" charset="0"/>
                <a:cs typeface="Consolas" panose="020B0609020204030204" pitchFamily="49" charset="0"/>
              </a:rPr>
              <a:t>Book</a:t>
            </a:r>
            <a:r>
              <a:rPr lang="en-US" b="0" i="0" u="none" strike="noStrike" cap="none" dirty="0" err="1">
                <a:solidFill>
                  <a:schemeClr val="dk1"/>
                </a:solidFill>
                <a:latin typeface="Arial"/>
                <a:ea typeface="Arial"/>
                <a:cs typeface="Arial"/>
                <a:sym typeface="Arial"/>
              </a:rPr>
              <a:t>.</a:t>
            </a:r>
            <a:r>
              <a:rPr lang="en-US" b="1" dirty="0" err="1">
                <a:solidFill>
                  <a:schemeClr val="dk1"/>
                </a:solidFill>
                <a:latin typeface="Consolas" panose="020B0609020204030204" pitchFamily="49" charset="0"/>
                <a:cs typeface="Consolas" panose="020B0609020204030204" pitchFamily="49" charset="0"/>
              </a:rPr>
              <a:t>deleteBook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 function to delete a book </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Use the result of </a:t>
            </a:r>
            <a:r>
              <a:rPr lang="en-US" b="1" dirty="0" err="1">
                <a:solidFill>
                  <a:schemeClr val="dk1"/>
                </a:solidFill>
                <a:latin typeface="Consolas" panose="020B0609020204030204" pitchFamily="49" charset="0"/>
                <a:cs typeface="Consolas" panose="020B0609020204030204" pitchFamily="49" charset="0"/>
              </a:rPr>
              <a:t>Book</a:t>
            </a:r>
            <a:r>
              <a:rPr lang="en-US" b="0" i="0" u="none" strike="noStrike" cap="none" dirty="0" err="1">
                <a:solidFill>
                  <a:schemeClr val="dk1"/>
                </a:solidFill>
                <a:latin typeface="Arial"/>
                <a:ea typeface="Arial"/>
                <a:cs typeface="Arial"/>
                <a:sym typeface="Arial"/>
              </a:rPr>
              <a:t>.</a:t>
            </a:r>
            <a:r>
              <a:rPr lang="en-US" b="1" dirty="0" err="1">
                <a:solidFill>
                  <a:schemeClr val="dk1"/>
                </a:solidFill>
                <a:latin typeface="Consolas" panose="020B0609020204030204" pitchFamily="49" charset="0"/>
                <a:cs typeface="Consolas" panose="020B0609020204030204" pitchFamily="49" charset="0"/>
              </a:rPr>
              <a:t>deleteBook</a:t>
            </a:r>
            <a:r>
              <a:rPr lang="en-US" b="1" dirty="0">
                <a:solidFill>
                  <a:schemeClr val="dk1"/>
                </a:solidFill>
                <a:latin typeface="Consolas" panose="020B0609020204030204" pitchFamily="49" charset="0"/>
                <a:cs typeface="Consolas" panose="020B0609020204030204" pitchFamily="49" charset="0"/>
              </a:rPr>
              <a:t>()</a:t>
            </a:r>
            <a:r>
              <a:rPr lang="en-US" b="0" i="0" u="none" strike="noStrike" cap="none" dirty="0">
                <a:solidFill>
                  <a:schemeClr val="dk1"/>
                </a:solidFill>
                <a:latin typeface="Arial"/>
                <a:ea typeface="Arial"/>
                <a:cs typeface="Arial"/>
                <a:sym typeface="Arial"/>
              </a:rPr>
              <a:t> function “</a:t>
            </a:r>
            <a:r>
              <a:rPr lang="en-US" b="1" dirty="0" err="1">
                <a:solidFill>
                  <a:schemeClr val="dk1"/>
                </a:solidFill>
                <a:latin typeface="Consolas" panose="020B0609020204030204" pitchFamily="49" charset="0"/>
                <a:cs typeface="Consolas" panose="020B0609020204030204" pitchFamily="49" charset="0"/>
              </a:rPr>
              <a:t>deleteCount</a:t>
            </a:r>
            <a:r>
              <a:rPr lang="en-US" b="0" i="0" u="none" strike="noStrike" cap="none" dirty="0">
                <a:solidFill>
                  <a:schemeClr val="dk1"/>
                </a:solidFill>
                <a:latin typeface="Arial"/>
                <a:ea typeface="Arial"/>
                <a:cs typeface="Arial"/>
                <a:sym typeface="Arial"/>
              </a:rPr>
              <a:t>” to check if deletion is successful.</a:t>
            </a:r>
            <a:endParaRPr dirty="0"/>
          </a:p>
          <a:p>
            <a:pPr marL="914400" marR="0" lvl="1" indent="-330200" algn="l" rtl="0">
              <a:lnSpc>
                <a:spcPct val="90000"/>
              </a:lnSpc>
              <a:spcBef>
                <a:spcPts val="500"/>
              </a:spcBef>
              <a:spcAft>
                <a:spcPts val="0"/>
              </a:spcAft>
              <a:buClr>
                <a:schemeClr val="dk1"/>
              </a:buClr>
              <a:buSzPts val="1600"/>
              <a:buFont typeface="Arial"/>
              <a:buChar char="●"/>
            </a:pPr>
            <a:r>
              <a:rPr lang="en-US" b="0" i="0" u="none" strike="noStrike" cap="none" dirty="0">
                <a:solidFill>
                  <a:schemeClr val="dk1"/>
                </a:solidFill>
                <a:latin typeface="Arial"/>
                <a:ea typeface="Arial"/>
                <a:cs typeface="Arial"/>
                <a:sym typeface="Arial"/>
              </a:rPr>
              <a:t>Send  a message when the update is successful.</a:t>
            </a:r>
            <a:endParaRPr dirty="0"/>
          </a:p>
        </p:txBody>
      </p:sp>
      <p:sp>
        <p:nvSpPr>
          <p:cNvPr id="740" name="Google Shape;740;p54"/>
          <p:cNvSpPr txBox="1"/>
          <p:nvPr/>
        </p:nvSpPr>
        <p:spPr>
          <a:xfrm>
            <a:off x="240868" y="1359587"/>
            <a:ext cx="10988100" cy="807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00" b="1" i="0" u="sng" strike="noStrike" cap="none">
                <a:solidFill>
                  <a:schemeClr val="dk1"/>
                </a:solidFill>
                <a:latin typeface="Arial"/>
                <a:ea typeface="Arial"/>
                <a:cs typeface="Arial"/>
                <a:sym typeface="Arial"/>
              </a:rPr>
              <a:t>Exercise 4: Deleting a book with ISBN</a:t>
            </a:r>
            <a:endParaRPr/>
          </a:p>
          <a:p>
            <a:pPr marL="0" marR="0" lvl="0" indent="0" algn="l" rtl="0">
              <a:lnSpc>
                <a:spcPct val="100000"/>
              </a:lnSpc>
              <a:spcBef>
                <a:spcPts val="0"/>
              </a:spcBef>
              <a:spcAft>
                <a:spcPts val="0"/>
              </a:spcAft>
              <a:buNone/>
            </a:pPr>
            <a:endParaRPr sz="1600" b="1" i="0" u="sng"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T</a:t>
            </a:r>
            <a:r>
              <a:rPr lang="en-US" b="1" u="sng"/>
              <a:t>ASKS</a:t>
            </a:r>
            <a:endParaRPr sz="1600" b="1" i="0" u="none" strike="noStrike" cap="none">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pic>
        <p:nvPicPr>
          <p:cNvPr id="745" name="Google Shape;745;p55" descr="Text&#10;&#10;Description automatically generated"/>
          <p:cNvPicPr preferRelativeResize="0"/>
          <p:nvPr/>
        </p:nvPicPr>
        <p:blipFill rotWithShape="1">
          <a:blip r:embed="rId3">
            <a:alphaModFix/>
          </a:blip>
          <a:srcRect/>
          <a:stretch/>
        </p:blipFill>
        <p:spPr>
          <a:xfrm>
            <a:off x="9144" y="1079881"/>
            <a:ext cx="12192000" cy="55403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36a222053df_0_0"/>
          <p:cNvSpPr/>
          <p:nvPr/>
        </p:nvSpPr>
        <p:spPr>
          <a:xfrm>
            <a:off x="319075" y="2259075"/>
            <a:ext cx="11516700" cy="1253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IS113</a:t>
            </a:r>
            <a:endParaRPr sz="4200" b="1" i="0" u="none" strike="noStrike" cap="none">
              <a:solidFill>
                <a:srgbClr val="11175E"/>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Web Application Development I</a:t>
            </a:r>
            <a:endParaRPr sz="4200" b="1" i="0" u="none" strike="noStrike" cap="none">
              <a:solidFill>
                <a:srgbClr val="11175E"/>
              </a:solidFill>
              <a:latin typeface="Arial"/>
              <a:ea typeface="Arial"/>
              <a:cs typeface="Arial"/>
              <a:sym typeface="Arial"/>
            </a:endParaRPr>
          </a:p>
        </p:txBody>
      </p:sp>
      <p:sp>
        <p:nvSpPr>
          <p:cNvPr id="751" name="Google Shape;751;g36a222053df_0_0"/>
          <p:cNvSpPr txBox="1"/>
          <p:nvPr/>
        </p:nvSpPr>
        <p:spPr>
          <a:xfrm>
            <a:off x="369450" y="4119775"/>
            <a:ext cx="11453100" cy="171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Week 10</a:t>
            </a: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a:buNone/>
            </a:pPr>
            <a:r>
              <a:rPr lang="en-US" sz="2200" b="0" i="0" u="none" strike="noStrike" cap="none">
                <a:solidFill>
                  <a:schemeClr val="dk1"/>
                </a:solidFill>
                <a:latin typeface="Arial"/>
                <a:ea typeface="Arial"/>
                <a:cs typeface="Arial"/>
                <a:sym typeface="Arial"/>
              </a:rPr>
              <a:t>Thank you for your attention!</a:t>
            </a:r>
            <a:endParaRPr sz="22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1002</TotalTime>
  <Words>7510</Words>
  <Application>Microsoft Macintosh PowerPoint</Application>
  <PresentationFormat>Widescreen</PresentationFormat>
  <Paragraphs>756</Paragraphs>
  <Slides>58</Slides>
  <Notes>58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Courier New</vt:lpstr>
      <vt:lpstr>Arial</vt:lpstr>
      <vt:lpstr>Consolas</vt:lpstr>
      <vt:lpstr>Roboto Mono</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Elvin NG Pei Xiong</dc:creator>
  <cp:lastModifiedBy>Manoj THULASIDAS</cp:lastModifiedBy>
  <cp:revision>1</cp:revision>
  <dcterms:created xsi:type="dcterms:W3CDTF">2018-11-21T01:52:47Z</dcterms:created>
  <dcterms:modified xsi:type="dcterms:W3CDTF">2026-02-28T05:40:58Z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0x01010090F32C23BA0D1F46B52AAC7AA48FC3E3</vt:lpwstr>
  </property>
  <property fmtid="{D5CDD505-2E9C-101B-9397-08002B2CF9AE}" pid="3" name="ClassificationContentMarkingHeaderLocations">
    <vt:lpwstr>Office Theme:3</vt:lpwstr>
  </property>
  <property fmtid="{D5CDD505-2E9C-101B-9397-08002B2CF9AE}" pid="4" name="ClassificationContentMarkingHeaderText">
    <vt:lpwstr>SMU Classification: Restricted</vt:lpwstr>
  </property>
</Properties>
</file>