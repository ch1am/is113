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68"/>
  </p:notesMasterIdLst>
  <p:sldIdLst>
    <p:sldId id="256" r:id="rId2"/>
    <p:sldId id="257" r:id="rId3"/>
    <p:sldId id="258" r:id="rId4"/>
    <p:sldId id="315" r:id="rId5"/>
    <p:sldId id="316" r:id="rId6"/>
    <p:sldId id="260" r:id="rId7"/>
    <p:sldId id="319"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314" r:id="rId32"/>
    <p:sldId id="320" r:id="rId33"/>
    <p:sldId id="321" r:id="rId34"/>
    <p:sldId id="322" r:id="rId35"/>
    <p:sldId id="323" r:id="rId36"/>
    <p:sldId id="284" r:id="rId37"/>
    <p:sldId id="285" r:id="rId38"/>
    <p:sldId id="286" r:id="rId39"/>
    <p:sldId id="287" r:id="rId40"/>
    <p:sldId id="318" r:id="rId41"/>
    <p:sldId id="288" r:id="rId42"/>
    <p:sldId id="289" r:id="rId43"/>
    <p:sldId id="290" r:id="rId44"/>
    <p:sldId id="291" r:id="rId45"/>
    <p:sldId id="292" r:id="rId46"/>
    <p:sldId id="293" r:id="rId47"/>
    <p:sldId id="294" r:id="rId48"/>
    <p:sldId id="295" r:id="rId49"/>
    <p:sldId id="296" r:id="rId50"/>
    <p:sldId id="297" r:id="rId51"/>
    <p:sldId id="298" r:id="rId52"/>
    <p:sldId id="299" r:id="rId53"/>
    <p:sldId id="300" r:id="rId54"/>
    <p:sldId id="301" r:id="rId55"/>
    <p:sldId id="302" r:id="rId56"/>
    <p:sldId id="303" r:id="rId57"/>
    <p:sldId id="304" r:id="rId58"/>
    <p:sldId id="305" r:id="rId59"/>
    <p:sldId id="306" r:id="rId60"/>
    <p:sldId id="307" r:id="rId61"/>
    <p:sldId id="308" r:id="rId62"/>
    <p:sldId id="309" r:id="rId63"/>
    <p:sldId id="310" r:id="rId64"/>
    <p:sldId id="311" r:id="rId65"/>
    <p:sldId id="312" r:id="rId66"/>
    <p:sldId id="313" r:id="rId67"/>
  </p:sldIdLst>
  <p:sldSz cx="12192000" cy="6858000"/>
  <p:notesSz cx="6797675" cy="9926638"/>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69" roundtripDataSignature="AMtx7miIvEC+FGuXC7m8TQNJVYD8P++ed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76EA9B3-3EED-4A45-B3AF-2EAA0D3624CC}" v="30" dt="2026-03-14T03:28:11.090"/>
  </p1510:revLst>
</p1510:revInfo>
</file>

<file path=ppt/tableStyles.xml><?xml version="1.0" encoding="utf-8"?>
<a:tblStyleLst xmlns:a="http://schemas.openxmlformats.org/drawingml/2006/main" def="{DDC7B16C-F26A-49E3-8EBF-7D6473CE26EF}">
  <a:tblStyle styleId="{DDC7B16C-F26A-49E3-8EBF-7D6473CE26EF}" styleName="Table_0">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FF7"/>
          </a:solidFill>
        </a:fill>
      </a:tcStyle>
    </a:wholeTbl>
    <a:band1H>
      <a:tcTxStyle/>
      <a:tcStyle>
        <a:tcBdr/>
        <a:fill>
          <a:solidFill>
            <a:srgbClr val="D0DEEF"/>
          </a:solidFill>
        </a:fill>
      </a:tcStyle>
    </a:band1H>
    <a:band2H>
      <a:tcTxStyle/>
      <a:tcStyle>
        <a:tcBdr/>
      </a:tcStyle>
    </a:band2H>
    <a:band1V>
      <a:tcTxStyle/>
      <a:tcStyle>
        <a:tcBdr/>
        <a:fill>
          <a:solidFill>
            <a:srgbClr val="D0DEEF"/>
          </a:solidFill>
        </a:fill>
      </a:tcStyle>
    </a:band1V>
    <a:band2V>
      <a:tcTxStyle/>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693"/>
    <p:restoredTop sz="94719"/>
  </p:normalViewPr>
  <p:slideViewPr>
    <p:cSldViewPr snapToGrid="0">
      <p:cViewPr varScale="1">
        <p:scale>
          <a:sx n="134" d="100"/>
          <a:sy n="134" d="100"/>
        </p:scale>
        <p:origin x="208" y="5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microsoft.com/office/2016/11/relationships/changesInfo" Target="changesInfos/changesInfo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customschemas.google.com/relationships/presentationmetadata" Target="meta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75"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R Lwin Khin" userId="33cb3c8a-ae33-4f55-be34-306cbe5b6d67" providerId="ADAL" clId="{EC909A2D-78C2-525E-811C-45F995EBE952}"/>
    <pc:docChg chg="undo custSel mod addSld delSld modSld modMainMaster">
      <pc:chgData name="SHAR Lwin Khin" userId="33cb3c8a-ae33-4f55-be34-306cbe5b6d67" providerId="ADAL" clId="{EC909A2D-78C2-525E-811C-45F995EBE952}" dt="2026-03-14T03:29:54.509" v="715" actId="13926"/>
      <pc:docMkLst>
        <pc:docMk/>
      </pc:docMkLst>
      <pc:sldChg chg="modSp mod">
        <pc:chgData name="SHAR Lwin Khin" userId="33cb3c8a-ae33-4f55-be34-306cbe5b6d67" providerId="ADAL" clId="{EC909A2D-78C2-525E-811C-45F995EBE952}" dt="2026-03-11T02:56:21.224" v="5" actId="13926"/>
        <pc:sldMkLst>
          <pc:docMk/>
          <pc:sldMk cId="0" sldId="257"/>
        </pc:sldMkLst>
        <pc:spChg chg="mod">
          <ac:chgData name="SHAR Lwin Khin" userId="33cb3c8a-ae33-4f55-be34-306cbe5b6d67" providerId="ADAL" clId="{EC909A2D-78C2-525E-811C-45F995EBE952}" dt="2026-03-11T02:55:32.002" v="2" actId="20577"/>
          <ac:spMkLst>
            <pc:docMk/>
            <pc:sldMk cId="0" sldId="257"/>
            <ac:spMk id="77" creationId="{00000000-0000-0000-0000-000000000000}"/>
          </ac:spMkLst>
        </pc:spChg>
        <pc:graphicFrameChg chg="mod modGraphic">
          <ac:chgData name="SHAR Lwin Khin" userId="33cb3c8a-ae33-4f55-be34-306cbe5b6d67" providerId="ADAL" clId="{EC909A2D-78C2-525E-811C-45F995EBE952}" dt="2026-03-11T02:56:21.224" v="5" actId="13926"/>
          <ac:graphicFrameMkLst>
            <pc:docMk/>
            <pc:sldMk cId="0" sldId="257"/>
            <ac:graphicFrameMk id="79" creationId="{00000000-0000-0000-0000-000000000000}"/>
          </ac:graphicFrameMkLst>
        </pc:graphicFrameChg>
      </pc:sldChg>
      <pc:sldChg chg="modSp mod">
        <pc:chgData name="SHAR Lwin Khin" userId="33cb3c8a-ae33-4f55-be34-306cbe5b6d67" providerId="ADAL" clId="{EC909A2D-78C2-525E-811C-45F995EBE952}" dt="2026-03-11T02:56:48.107" v="9" actId="13926"/>
        <pc:sldMkLst>
          <pc:docMk/>
          <pc:sldMk cId="0" sldId="258"/>
        </pc:sldMkLst>
        <pc:spChg chg="mod">
          <ac:chgData name="SHAR Lwin Khin" userId="33cb3c8a-ae33-4f55-be34-306cbe5b6d67" providerId="ADAL" clId="{EC909A2D-78C2-525E-811C-45F995EBE952}" dt="2026-03-11T02:56:37.587" v="6" actId="13926"/>
          <ac:spMkLst>
            <pc:docMk/>
            <pc:sldMk cId="0" sldId="258"/>
            <ac:spMk id="84" creationId="{00000000-0000-0000-0000-000000000000}"/>
          </ac:spMkLst>
        </pc:spChg>
        <pc:spChg chg="mod">
          <ac:chgData name="SHAR Lwin Khin" userId="33cb3c8a-ae33-4f55-be34-306cbe5b6d67" providerId="ADAL" clId="{EC909A2D-78C2-525E-811C-45F995EBE952}" dt="2026-03-11T02:56:48.107" v="9" actId="13926"/>
          <ac:spMkLst>
            <pc:docMk/>
            <pc:sldMk cId="0" sldId="258"/>
            <ac:spMk id="85" creationId="{00000000-0000-0000-0000-000000000000}"/>
          </ac:spMkLst>
        </pc:spChg>
      </pc:sldChg>
      <pc:sldChg chg="modSp del mod">
        <pc:chgData name="SHAR Lwin Khin" userId="33cb3c8a-ae33-4f55-be34-306cbe5b6d67" providerId="ADAL" clId="{EC909A2D-78C2-525E-811C-45F995EBE952}" dt="2026-03-11T04:33:46.629" v="99" actId="2696"/>
        <pc:sldMkLst>
          <pc:docMk/>
          <pc:sldMk cId="0" sldId="259"/>
        </pc:sldMkLst>
      </pc:sldChg>
      <pc:sldChg chg="addSp delSp modSp del mod">
        <pc:chgData name="SHAR Lwin Khin" userId="33cb3c8a-ae33-4f55-be34-306cbe5b6d67" providerId="ADAL" clId="{EC909A2D-78C2-525E-811C-45F995EBE952}" dt="2026-03-14T03:07:44.049" v="695" actId="2696"/>
        <pc:sldMkLst>
          <pc:docMk/>
          <pc:sldMk cId="0" sldId="260"/>
        </pc:sldMkLst>
      </pc:sldChg>
      <pc:sldChg chg="add">
        <pc:chgData name="SHAR Lwin Khin" userId="33cb3c8a-ae33-4f55-be34-306cbe5b6d67" providerId="ADAL" clId="{EC909A2D-78C2-525E-811C-45F995EBE952}" dt="2026-03-14T03:07:49.852" v="696"/>
        <pc:sldMkLst>
          <pc:docMk/>
          <pc:sldMk cId="1582055785" sldId="260"/>
        </pc:sldMkLst>
      </pc:sldChg>
      <pc:sldChg chg="addSp modSp mod">
        <pc:chgData name="SHAR Lwin Khin" userId="33cb3c8a-ae33-4f55-be34-306cbe5b6d67" providerId="ADAL" clId="{EC909A2D-78C2-525E-811C-45F995EBE952}" dt="2026-03-11T04:38:26.565" v="127" actId="1076"/>
        <pc:sldMkLst>
          <pc:docMk/>
          <pc:sldMk cId="0" sldId="262"/>
        </pc:sldMkLst>
        <pc:picChg chg="add mod">
          <ac:chgData name="SHAR Lwin Khin" userId="33cb3c8a-ae33-4f55-be34-306cbe5b6d67" providerId="ADAL" clId="{EC909A2D-78C2-525E-811C-45F995EBE952}" dt="2026-03-11T04:38:26.565" v="127" actId="1076"/>
          <ac:picMkLst>
            <pc:docMk/>
            <pc:sldMk cId="0" sldId="262"/>
            <ac:picMk id="3" creationId="{CD9711F8-AC05-FC42-B5E1-EE5B5A076B33}"/>
          </ac:picMkLst>
        </pc:picChg>
      </pc:sldChg>
      <pc:sldChg chg="modSp mod">
        <pc:chgData name="SHAR Lwin Khin" userId="33cb3c8a-ae33-4f55-be34-306cbe5b6d67" providerId="ADAL" clId="{EC909A2D-78C2-525E-811C-45F995EBE952}" dt="2026-03-14T03:24:57.036" v="699" actId="13926"/>
        <pc:sldMkLst>
          <pc:docMk/>
          <pc:sldMk cId="0" sldId="269"/>
        </pc:sldMkLst>
        <pc:spChg chg="mod">
          <ac:chgData name="SHAR Lwin Khin" userId="33cb3c8a-ae33-4f55-be34-306cbe5b6d67" providerId="ADAL" clId="{EC909A2D-78C2-525E-811C-45F995EBE952}" dt="2026-03-11T04:51:10.600" v="128" actId="13926"/>
          <ac:spMkLst>
            <pc:docMk/>
            <pc:sldMk cId="0" sldId="269"/>
            <ac:spMk id="171" creationId="{00000000-0000-0000-0000-000000000000}"/>
          </ac:spMkLst>
        </pc:spChg>
        <pc:spChg chg="mod">
          <ac:chgData name="SHAR Lwin Khin" userId="33cb3c8a-ae33-4f55-be34-306cbe5b6d67" providerId="ADAL" clId="{EC909A2D-78C2-525E-811C-45F995EBE952}" dt="2026-03-14T03:24:57.036" v="699" actId="13926"/>
          <ac:spMkLst>
            <pc:docMk/>
            <pc:sldMk cId="0" sldId="269"/>
            <ac:spMk id="172" creationId="{00000000-0000-0000-0000-000000000000}"/>
          </ac:spMkLst>
        </pc:spChg>
      </pc:sldChg>
      <pc:sldChg chg="modSp mod">
        <pc:chgData name="SHAR Lwin Khin" userId="33cb3c8a-ae33-4f55-be34-306cbe5b6d67" providerId="ADAL" clId="{EC909A2D-78C2-525E-811C-45F995EBE952}" dt="2026-03-11T05:13:45.723" v="185" actId="2711"/>
        <pc:sldMkLst>
          <pc:docMk/>
          <pc:sldMk cId="0" sldId="270"/>
        </pc:sldMkLst>
        <pc:spChg chg="mod">
          <ac:chgData name="SHAR Lwin Khin" userId="33cb3c8a-ae33-4f55-be34-306cbe5b6d67" providerId="ADAL" clId="{EC909A2D-78C2-525E-811C-45F995EBE952}" dt="2026-03-11T05:13:45.723" v="185" actId="2711"/>
          <ac:spMkLst>
            <pc:docMk/>
            <pc:sldMk cId="0" sldId="270"/>
            <ac:spMk id="178" creationId="{00000000-0000-0000-0000-000000000000}"/>
          </ac:spMkLst>
        </pc:spChg>
      </pc:sldChg>
      <pc:sldChg chg="modSp mod">
        <pc:chgData name="SHAR Lwin Khin" userId="33cb3c8a-ae33-4f55-be34-306cbe5b6d67" providerId="ADAL" clId="{EC909A2D-78C2-525E-811C-45F995EBE952}" dt="2026-03-14T03:24:32.550" v="698" actId="13926"/>
        <pc:sldMkLst>
          <pc:docMk/>
          <pc:sldMk cId="0" sldId="273"/>
        </pc:sldMkLst>
        <pc:spChg chg="mod">
          <ac:chgData name="SHAR Lwin Khin" userId="33cb3c8a-ae33-4f55-be34-306cbe5b6d67" providerId="ADAL" clId="{EC909A2D-78C2-525E-811C-45F995EBE952}" dt="2026-03-14T03:24:32.550" v="698" actId="13926"/>
          <ac:spMkLst>
            <pc:docMk/>
            <pc:sldMk cId="0" sldId="273"/>
            <ac:spMk id="215" creationId="{00000000-0000-0000-0000-000000000000}"/>
          </ac:spMkLst>
        </pc:spChg>
        <pc:spChg chg="mod">
          <ac:chgData name="SHAR Lwin Khin" userId="33cb3c8a-ae33-4f55-be34-306cbe5b6d67" providerId="ADAL" clId="{EC909A2D-78C2-525E-811C-45F995EBE952}" dt="2026-03-14T03:24:29.806" v="697" actId="13926"/>
          <ac:spMkLst>
            <pc:docMk/>
            <pc:sldMk cId="0" sldId="273"/>
            <ac:spMk id="219" creationId="{00000000-0000-0000-0000-000000000000}"/>
          </ac:spMkLst>
        </pc:spChg>
      </pc:sldChg>
      <pc:sldChg chg="addSp modSp mod">
        <pc:chgData name="SHAR Lwin Khin" userId="33cb3c8a-ae33-4f55-be34-306cbe5b6d67" providerId="ADAL" clId="{EC909A2D-78C2-525E-811C-45F995EBE952}" dt="2026-03-11T05:17:07.091" v="239" actId="692"/>
        <pc:sldMkLst>
          <pc:docMk/>
          <pc:sldMk cId="0" sldId="274"/>
        </pc:sldMkLst>
        <pc:spChg chg="add mod">
          <ac:chgData name="SHAR Lwin Khin" userId="33cb3c8a-ae33-4f55-be34-306cbe5b6d67" providerId="ADAL" clId="{EC909A2D-78C2-525E-811C-45F995EBE952}" dt="2026-03-11T05:17:07.091" v="239" actId="692"/>
          <ac:spMkLst>
            <pc:docMk/>
            <pc:sldMk cId="0" sldId="274"/>
            <ac:spMk id="2" creationId="{F39ECDE8-904C-C32E-1C18-8B05F4611A19}"/>
          </ac:spMkLst>
        </pc:spChg>
        <pc:spChg chg="mod">
          <ac:chgData name="SHAR Lwin Khin" userId="33cb3c8a-ae33-4f55-be34-306cbe5b6d67" providerId="ADAL" clId="{EC909A2D-78C2-525E-811C-45F995EBE952}" dt="2026-03-11T04:55:20.337" v="136" actId="13926"/>
          <ac:spMkLst>
            <pc:docMk/>
            <pc:sldMk cId="0" sldId="274"/>
            <ac:spMk id="224" creationId="{00000000-0000-0000-0000-000000000000}"/>
          </ac:spMkLst>
        </pc:spChg>
        <pc:spChg chg="mod">
          <ac:chgData name="SHAR Lwin Khin" userId="33cb3c8a-ae33-4f55-be34-306cbe5b6d67" providerId="ADAL" clId="{EC909A2D-78C2-525E-811C-45F995EBE952}" dt="2026-03-11T04:56:30.171" v="141" actId="13926"/>
          <ac:spMkLst>
            <pc:docMk/>
            <pc:sldMk cId="0" sldId="274"/>
            <ac:spMk id="225" creationId="{00000000-0000-0000-0000-000000000000}"/>
          </ac:spMkLst>
        </pc:spChg>
        <pc:spChg chg="mod">
          <ac:chgData name="SHAR Lwin Khin" userId="33cb3c8a-ae33-4f55-be34-306cbe5b6d67" providerId="ADAL" clId="{EC909A2D-78C2-525E-811C-45F995EBE952}" dt="2026-03-11T04:55:53.564" v="137" actId="13926"/>
          <ac:spMkLst>
            <pc:docMk/>
            <pc:sldMk cId="0" sldId="274"/>
            <ac:spMk id="233" creationId="{00000000-0000-0000-0000-000000000000}"/>
          </ac:spMkLst>
        </pc:spChg>
        <pc:cxnChg chg="add mod">
          <ac:chgData name="SHAR Lwin Khin" userId="33cb3c8a-ae33-4f55-be34-306cbe5b6d67" providerId="ADAL" clId="{EC909A2D-78C2-525E-811C-45F995EBE952}" dt="2026-03-11T05:16:48.022" v="235" actId="14100"/>
          <ac:cxnSpMkLst>
            <pc:docMk/>
            <pc:sldMk cId="0" sldId="274"/>
            <ac:cxnSpMk id="4" creationId="{B910F8DB-7404-1818-F884-9EE2BBBCE621}"/>
          </ac:cxnSpMkLst>
        </pc:cxnChg>
        <pc:cxnChg chg="add mod">
          <ac:chgData name="SHAR Lwin Khin" userId="33cb3c8a-ae33-4f55-be34-306cbe5b6d67" providerId="ADAL" clId="{EC909A2D-78C2-525E-811C-45F995EBE952}" dt="2026-03-11T05:16:50.901" v="236" actId="14100"/>
          <ac:cxnSpMkLst>
            <pc:docMk/>
            <pc:sldMk cId="0" sldId="274"/>
            <ac:cxnSpMk id="5" creationId="{BA7CF25E-C856-88F9-2A41-89944262B569}"/>
          </ac:cxnSpMkLst>
        </pc:cxnChg>
      </pc:sldChg>
      <pc:sldChg chg="modSp mod">
        <pc:chgData name="SHAR Lwin Khin" userId="33cb3c8a-ae33-4f55-be34-306cbe5b6d67" providerId="ADAL" clId="{EC909A2D-78C2-525E-811C-45F995EBE952}" dt="2026-03-14T03:27:00.662" v="702" actId="13926"/>
        <pc:sldMkLst>
          <pc:docMk/>
          <pc:sldMk cId="0" sldId="282"/>
        </pc:sldMkLst>
        <pc:spChg chg="mod">
          <ac:chgData name="SHAR Lwin Khin" userId="33cb3c8a-ae33-4f55-be34-306cbe5b6d67" providerId="ADAL" clId="{EC909A2D-78C2-525E-811C-45F995EBE952}" dt="2026-03-14T03:27:00.662" v="702" actId="13926"/>
          <ac:spMkLst>
            <pc:docMk/>
            <pc:sldMk cId="0" sldId="282"/>
            <ac:spMk id="321" creationId="{00000000-0000-0000-0000-000000000000}"/>
          </ac:spMkLst>
        </pc:spChg>
      </pc:sldChg>
      <pc:sldChg chg="del">
        <pc:chgData name="SHAR Lwin Khin" userId="33cb3c8a-ae33-4f55-be34-306cbe5b6d67" providerId="ADAL" clId="{EC909A2D-78C2-525E-811C-45F995EBE952}" dt="2026-03-14T03:28:07.361" v="708" actId="2696"/>
        <pc:sldMkLst>
          <pc:docMk/>
          <pc:sldMk cId="0" sldId="283"/>
        </pc:sldMkLst>
      </pc:sldChg>
      <pc:sldChg chg="modSp add mod">
        <pc:chgData name="SHAR Lwin Khin" userId="33cb3c8a-ae33-4f55-be34-306cbe5b6d67" providerId="ADAL" clId="{EC909A2D-78C2-525E-811C-45F995EBE952}" dt="2026-03-14T03:28:29.547" v="710" actId="13926"/>
        <pc:sldMkLst>
          <pc:docMk/>
          <pc:sldMk cId="1774205102" sldId="283"/>
        </pc:sldMkLst>
        <pc:spChg chg="mod">
          <ac:chgData name="SHAR Lwin Khin" userId="33cb3c8a-ae33-4f55-be34-306cbe5b6d67" providerId="ADAL" clId="{EC909A2D-78C2-525E-811C-45F995EBE952}" dt="2026-03-14T03:28:29.547" v="710" actId="13926"/>
          <ac:spMkLst>
            <pc:docMk/>
            <pc:sldMk cId="1774205102" sldId="283"/>
            <ac:spMk id="328" creationId="{00000000-0000-0000-0000-000000000000}"/>
          </ac:spMkLst>
        </pc:spChg>
      </pc:sldChg>
      <pc:sldChg chg="modSp mod">
        <pc:chgData name="SHAR Lwin Khin" userId="33cb3c8a-ae33-4f55-be34-306cbe5b6d67" providerId="ADAL" clId="{EC909A2D-78C2-525E-811C-45F995EBE952}" dt="2026-03-14T03:29:24.143" v="711" actId="13926"/>
        <pc:sldMkLst>
          <pc:docMk/>
          <pc:sldMk cId="0" sldId="298"/>
        </pc:sldMkLst>
        <pc:spChg chg="mod">
          <ac:chgData name="SHAR Lwin Khin" userId="33cb3c8a-ae33-4f55-be34-306cbe5b6d67" providerId="ADAL" clId="{EC909A2D-78C2-525E-811C-45F995EBE952}" dt="2026-03-14T03:29:24.143" v="711" actId="13926"/>
          <ac:spMkLst>
            <pc:docMk/>
            <pc:sldMk cId="0" sldId="298"/>
            <ac:spMk id="547" creationId="{00000000-0000-0000-0000-000000000000}"/>
          </ac:spMkLst>
        </pc:spChg>
      </pc:sldChg>
      <pc:sldChg chg="modSp mod">
        <pc:chgData name="SHAR Lwin Khin" userId="33cb3c8a-ae33-4f55-be34-306cbe5b6d67" providerId="ADAL" clId="{EC909A2D-78C2-525E-811C-45F995EBE952}" dt="2026-03-14T03:29:36.660" v="712" actId="13926"/>
        <pc:sldMkLst>
          <pc:docMk/>
          <pc:sldMk cId="0" sldId="300"/>
        </pc:sldMkLst>
        <pc:spChg chg="mod">
          <ac:chgData name="SHAR Lwin Khin" userId="33cb3c8a-ae33-4f55-be34-306cbe5b6d67" providerId="ADAL" clId="{EC909A2D-78C2-525E-811C-45F995EBE952}" dt="2026-03-14T03:29:36.660" v="712" actId="13926"/>
          <ac:spMkLst>
            <pc:docMk/>
            <pc:sldMk cId="0" sldId="300"/>
            <ac:spMk id="560" creationId="{00000000-0000-0000-0000-000000000000}"/>
          </ac:spMkLst>
        </pc:spChg>
      </pc:sldChg>
      <pc:sldChg chg="modSp mod">
        <pc:chgData name="SHAR Lwin Khin" userId="33cb3c8a-ae33-4f55-be34-306cbe5b6d67" providerId="ADAL" clId="{EC909A2D-78C2-525E-811C-45F995EBE952}" dt="2026-03-14T03:29:40.499" v="713" actId="13926"/>
        <pc:sldMkLst>
          <pc:docMk/>
          <pc:sldMk cId="0" sldId="301"/>
        </pc:sldMkLst>
        <pc:spChg chg="mod">
          <ac:chgData name="SHAR Lwin Khin" userId="33cb3c8a-ae33-4f55-be34-306cbe5b6d67" providerId="ADAL" clId="{EC909A2D-78C2-525E-811C-45F995EBE952}" dt="2026-03-14T03:29:40.499" v="713" actId="13926"/>
          <ac:spMkLst>
            <pc:docMk/>
            <pc:sldMk cId="0" sldId="301"/>
            <ac:spMk id="578" creationId="{00000000-0000-0000-0000-000000000000}"/>
          </ac:spMkLst>
        </pc:spChg>
      </pc:sldChg>
      <pc:sldChg chg="modSp mod">
        <pc:chgData name="SHAR Lwin Khin" userId="33cb3c8a-ae33-4f55-be34-306cbe5b6d67" providerId="ADAL" clId="{EC909A2D-78C2-525E-811C-45F995EBE952}" dt="2026-03-14T03:29:51.007" v="714" actId="13926"/>
        <pc:sldMkLst>
          <pc:docMk/>
          <pc:sldMk cId="0" sldId="302"/>
        </pc:sldMkLst>
        <pc:spChg chg="mod">
          <ac:chgData name="SHAR Lwin Khin" userId="33cb3c8a-ae33-4f55-be34-306cbe5b6d67" providerId="ADAL" clId="{EC909A2D-78C2-525E-811C-45F995EBE952}" dt="2026-03-14T03:29:51.007" v="714" actId="13926"/>
          <ac:spMkLst>
            <pc:docMk/>
            <pc:sldMk cId="0" sldId="302"/>
            <ac:spMk id="595" creationId="{00000000-0000-0000-0000-000000000000}"/>
          </ac:spMkLst>
        </pc:spChg>
      </pc:sldChg>
      <pc:sldChg chg="modSp mod">
        <pc:chgData name="SHAR Lwin Khin" userId="33cb3c8a-ae33-4f55-be34-306cbe5b6d67" providerId="ADAL" clId="{EC909A2D-78C2-525E-811C-45F995EBE952}" dt="2026-03-14T03:29:54.509" v="715" actId="13926"/>
        <pc:sldMkLst>
          <pc:docMk/>
          <pc:sldMk cId="0" sldId="303"/>
        </pc:sldMkLst>
        <pc:spChg chg="mod">
          <ac:chgData name="SHAR Lwin Khin" userId="33cb3c8a-ae33-4f55-be34-306cbe5b6d67" providerId="ADAL" clId="{EC909A2D-78C2-525E-811C-45F995EBE952}" dt="2026-03-14T03:29:54.509" v="715" actId="13926"/>
          <ac:spMkLst>
            <pc:docMk/>
            <pc:sldMk cId="0" sldId="303"/>
            <ac:spMk id="616" creationId="{00000000-0000-0000-0000-000000000000}"/>
          </ac:spMkLst>
        </pc:spChg>
      </pc:sldChg>
      <pc:sldChg chg="addSp delSp modSp add del mod modAnim">
        <pc:chgData name="SHAR Lwin Khin" userId="33cb3c8a-ae33-4f55-be34-306cbe5b6d67" providerId="ADAL" clId="{EC909A2D-78C2-525E-811C-45F995EBE952}" dt="2026-03-14T03:26:21.907" v="700" actId="2696"/>
        <pc:sldMkLst>
          <pc:docMk/>
          <pc:sldMk cId="0" sldId="314"/>
        </pc:sldMkLst>
        <pc:spChg chg="add del mod">
          <ac:chgData name="SHAR Lwin Khin" userId="33cb3c8a-ae33-4f55-be34-306cbe5b6d67" providerId="ADAL" clId="{EC909A2D-78C2-525E-811C-45F995EBE952}" dt="2026-03-14T02:55:32.946" v="398" actId="478"/>
          <ac:spMkLst>
            <pc:docMk/>
            <pc:sldMk cId="0" sldId="314"/>
            <ac:spMk id="2" creationId="{B7D1A0BF-457F-D270-7585-8DDFC8696016}"/>
          </ac:spMkLst>
        </pc:spChg>
        <pc:spChg chg="mod">
          <ac:chgData name="SHAR Lwin Khin" userId="33cb3c8a-ae33-4f55-be34-306cbe5b6d67" providerId="ADAL" clId="{EC909A2D-78C2-525E-811C-45F995EBE952}" dt="2026-03-14T02:53:43.232" v="375" actId="20577"/>
          <ac:spMkLst>
            <pc:docMk/>
            <pc:sldMk cId="0" sldId="314"/>
            <ac:spMk id="438" creationId="{00000000-0000-0000-0000-000000000000}"/>
          </ac:spMkLst>
        </pc:spChg>
        <pc:spChg chg="mod">
          <ac:chgData name="SHAR Lwin Khin" userId="33cb3c8a-ae33-4f55-be34-306cbe5b6d67" providerId="ADAL" clId="{EC909A2D-78C2-525E-811C-45F995EBE952}" dt="2026-03-14T02:53:54.874" v="376" actId="1076"/>
          <ac:spMkLst>
            <pc:docMk/>
            <pc:sldMk cId="0" sldId="314"/>
            <ac:spMk id="440" creationId="{00000000-0000-0000-0000-000000000000}"/>
          </ac:spMkLst>
        </pc:spChg>
      </pc:sldChg>
      <pc:sldChg chg="modSp add mod">
        <pc:chgData name="SHAR Lwin Khin" userId="33cb3c8a-ae33-4f55-be34-306cbe5b6d67" providerId="ADAL" clId="{EC909A2D-78C2-525E-811C-45F995EBE952}" dt="2026-03-14T03:27:04.297" v="703" actId="13926"/>
        <pc:sldMkLst>
          <pc:docMk/>
          <pc:sldMk cId="1719932502" sldId="314"/>
        </pc:sldMkLst>
        <pc:spChg chg="mod">
          <ac:chgData name="SHAR Lwin Khin" userId="33cb3c8a-ae33-4f55-be34-306cbe5b6d67" providerId="ADAL" clId="{EC909A2D-78C2-525E-811C-45F995EBE952}" dt="2026-03-14T03:27:04.297" v="703" actId="13926"/>
          <ac:spMkLst>
            <pc:docMk/>
            <pc:sldMk cId="1719932502" sldId="314"/>
            <ac:spMk id="439" creationId="{00000000-0000-0000-0000-000000000000}"/>
          </ac:spMkLst>
        </pc:spChg>
      </pc:sldChg>
      <pc:sldChg chg="addSp delSp modSp add del mod">
        <pc:chgData name="SHAR Lwin Khin" userId="33cb3c8a-ae33-4f55-be34-306cbe5b6d67" providerId="ADAL" clId="{EC909A2D-78C2-525E-811C-45F995EBE952}" dt="2026-03-14T03:07:44.049" v="695" actId="2696"/>
        <pc:sldMkLst>
          <pc:docMk/>
          <pc:sldMk cId="2195701545" sldId="315"/>
        </pc:sldMkLst>
      </pc:sldChg>
      <pc:sldChg chg="add">
        <pc:chgData name="SHAR Lwin Khin" userId="33cb3c8a-ae33-4f55-be34-306cbe5b6d67" providerId="ADAL" clId="{EC909A2D-78C2-525E-811C-45F995EBE952}" dt="2026-03-14T03:07:49.852" v="696"/>
        <pc:sldMkLst>
          <pc:docMk/>
          <pc:sldMk cId="3471508736" sldId="315"/>
        </pc:sldMkLst>
      </pc:sldChg>
      <pc:sldChg chg="addSp delSp modSp add del mod">
        <pc:chgData name="SHAR Lwin Khin" userId="33cb3c8a-ae33-4f55-be34-306cbe5b6d67" providerId="ADAL" clId="{EC909A2D-78C2-525E-811C-45F995EBE952}" dt="2026-03-14T03:07:44.049" v="695" actId="2696"/>
        <pc:sldMkLst>
          <pc:docMk/>
          <pc:sldMk cId="1068568836" sldId="316"/>
        </pc:sldMkLst>
      </pc:sldChg>
      <pc:sldChg chg="add">
        <pc:chgData name="SHAR Lwin Khin" userId="33cb3c8a-ae33-4f55-be34-306cbe5b6d67" providerId="ADAL" clId="{EC909A2D-78C2-525E-811C-45F995EBE952}" dt="2026-03-14T03:07:49.852" v="696"/>
        <pc:sldMkLst>
          <pc:docMk/>
          <pc:sldMk cId="3095980828" sldId="316"/>
        </pc:sldMkLst>
      </pc:sldChg>
      <pc:sldChg chg="new del">
        <pc:chgData name="SHAR Lwin Khin" userId="33cb3c8a-ae33-4f55-be34-306cbe5b6d67" providerId="ADAL" clId="{EC909A2D-78C2-525E-811C-45F995EBE952}" dt="2026-03-11T05:38:33.278" v="305" actId="2696"/>
        <pc:sldMkLst>
          <pc:docMk/>
          <pc:sldMk cId="1332066731" sldId="317"/>
        </pc:sldMkLst>
      </pc:sldChg>
      <pc:sldChg chg="delSp modSp add mod modShow">
        <pc:chgData name="SHAR Lwin Khin" userId="33cb3c8a-ae33-4f55-be34-306cbe5b6d67" providerId="ADAL" clId="{EC909A2D-78C2-525E-811C-45F995EBE952}" dt="2026-03-13T15:42:31.487" v="337" actId="20577"/>
        <pc:sldMkLst>
          <pc:docMk/>
          <pc:sldMk cId="2200823442" sldId="318"/>
        </pc:sldMkLst>
        <pc:spChg chg="mod">
          <ac:chgData name="SHAR Lwin Khin" userId="33cb3c8a-ae33-4f55-be34-306cbe5b6d67" providerId="ADAL" clId="{EC909A2D-78C2-525E-811C-45F995EBE952}" dt="2026-03-13T15:42:31.487" v="337" actId="20577"/>
          <ac:spMkLst>
            <pc:docMk/>
            <pc:sldMk cId="2200823442" sldId="318"/>
            <ac:spMk id="384" creationId="{BB14EA98-4FE3-75B6-7C72-8CF533913980}"/>
          </ac:spMkLst>
        </pc:spChg>
        <pc:spChg chg="mod">
          <ac:chgData name="SHAR Lwin Khin" userId="33cb3c8a-ae33-4f55-be34-306cbe5b6d67" providerId="ADAL" clId="{EC909A2D-78C2-525E-811C-45F995EBE952}" dt="2026-03-11T05:34:09.700" v="304" actId="20577"/>
          <ac:spMkLst>
            <pc:docMk/>
            <pc:sldMk cId="2200823442" sldId="318"/>
            <ac:spMk id="386" creationId="{06E67BA9-7997-924A-26CE-B3ACA9314650}"/>
          </ac:spMkLst>
        </pc:spChg>
      </pc:sldChg>
      <pc:sldChg chg="addSp delSp modSp new del mod modClrScheme chgLayout">
        <pc:chgData name="SHAR Lwin Khin" userId="33cb3c8a-ae33-4f55-be34-306cbe5b6d67" providerId="ADAL" clId="{EC909A2D-78C2-525E-811C-45F995EBE952}" dt="2026-03-14T02:55:50.386" v="399" actId="2696"/>
        <pc:sldMkLst>
          <pc:docMk/>
          <pc:sldMk cId="704115950" sldId="319"/>
        </pc:sldMkLst>
        <pc:spChg chg="del">
          <ac:chgData name="SHAR Lwin Khin" userId="33cb3c8a-ae33-4f55-be34-306cbe5b6d67" providerId="ADAL" clId="{EC909A2D-78C2-525E-811C-45F995EBE952}" dt="2026-03-14T02:47:22.772" v="339" actId="700"/>
          <ac:spMkLst>
            <pc:docMk/>
            <pc:sldMk cId="704115950" sldId="319"/>
            <ac:spMk id="2" creationId="{D15043C6-730C-E598-9212-817ACC6B6AF3}"/>
          </ac:spMkLst>
        </pc:spChg>
        <pc:spChg chg="del">
          <ac:chgData name="SHAR Lwin Khin" userId="33cb3c8a-ae33-4f55-be34-306cbe5b6d67" providerId="ADAL" clId="{EC909A2D-78C2-525E-811C-45F995EBE952}" dt="2026-03-14T02:47:22.772" v="339" actId="700"/>
          <ac:spMkLst>
            <pc:docMk/>
            <pc:sldMk cId="704115950" sldId="319"/>
            <ac:spMk id="3" creationId="{16776582-D0F2-161B-2889-88CA2B57C2B5}"/>
          </ac:spMkLst>
        </pc:spChg>
        <pc:spChg chg="add mod">
          <ac:chgData name="SHAR Lwin Khin" userId="33cb3c8a-ae33-4f55-be34-306cbe5b6d67" providerId="ADAL" clId="{EC909A2D-78C2-525E-811C-45F995EBE952}" dt="2026-03-14T02:48:30.569" v="357" actId="255"/>
          <ac:spMkLst>
            <pc:docMk/>
            <pc:sldMk cId="704115950" sldId="319"/>
            <ac:spMk id="6" creationId="{644E8C81-E2BC-CB22-9DE3-10693013EC21}"/>
          </ac:spMkLst>
        </pc:spChg>
        <pc:graphicFrameChg chg="add mod">
          <ac:chgData name="SHAR Lwin Khin" userId="33cb3c8a-ae33-4f55-be34-306cbe5b6d67" providerId="ADAL" clId="{EC909A2D-78C2-525E-811C-45F995EBE952}" dt="2026-03-14T02:47:23.880" v="340"/>
          <ac:graphicFrameMkLst>
            <pc:docMk/>
            <pc:sldMk cId="704115950" sldId="319"/>
            <ac:graphicFrameMk id="4" creationId="{6EFB0380-C144-C68D-D618-D6196C9B3ED2}"/>
          </ac:graphicFrameMkLst>
        </pc:graphicFrameChg>
        <pc:graphicFrameChg chg="add mod modGraphic">
          <ac:chgData name="SHAR Lwin Khin" userId="33cb3c8a-ae33-4f55-be34-306cbe5b6d67" providerId="ADAL" clId="{EC909A2D-78C2-525E-811C-45F995EBE952}" dt="2026-03-14T02:51:58.227" v="360" actId="20577"/>
          <ac:graphicFrameMkLst>
            <pc:docMk/>
            <pc:sldMk cId="704115950" sldId="319"/>
            <ac:graphicFrameMk id="5" creationId="{4265297A-1AD2-6B93-1D83-306E5917A1D7}"/>
          </ac:graphicFrameMkLst>
        </pc:graphicFrameChg>
      </pc:sldChg>
      <pc:sldChg chg="add del">
        <pc:chgData name="SHAR Lwin Khin" userId="33cb3c8a-ae33-4f55-be34-306cbe5b6d67" providerId="ADAL" clId="{EC909A2D-78C2-525E-811C-45F995EBE952}" dt="2026-03-13T15:41:51.437" v="319" actId="2696"/>
        <pc:sldMkLst>
          <pc:docMk/>
          <pc:sldMk cId="1203709815" sldId="319"/>
        </pc:sldMkLst>
      </pc:sldChg>
      <pc:sldChg chg="add">
        <pc:chgData name="SHAR Lwin Khin" userId="33cb3c8a-ae33-4f55-be34-306cbe5b6d67" providerId="ADAL" clId="{EC909A2D-78C2-525E-811C-45F995EBE952}" dt="2026-03-14T02:55:51.372" v="400"/>
        <pc:sldMkLst>
          <pc:docMk/>
          <pc:sldMk cId="3933332983" sldId="319"/>
        </pc:sldMkLst>
      </pc:sldChg>
      <pc:sldChg chg="modSp add mod">
        <pc:chgData name="SHAR Lwin Khin" userId="33cb3c8a-ae33-4f55-be34-306cbe5b6d67" providerId="ADAL" clId="{EC909A2D-78C2-525E-811C-45F995EBE952}" dt="2026-03-14T03:27:08.101" v="704" actId="13926"/>
        <pc:sldMkLst>
          <pc:docMk/>
          <pc:sldMk cId="1390238559" sldId="320"/>
        </pc:sldMkLst>
        <pc:spChg chg="mod">
          <ac:chgData name="SHAR Lwin Khin" userId="33cb3c8a-ae33-4f55-be34-306cbe5b6d67" providerId="ADAL" clId="{EC909A2D-78C2-525E-811C-45F995EBE952}" dt="2026-03-14T03:27:08.101" v="704" actId="13926"/>
          <ac:spMkLst>
            <pc:docMk/>
            <pc:sldMk cId="1390238559" sldId="320"/>
            <ac:spMk id="439" creationId="{F70374EE-61EA-3F91-0A92-990922C336AC}"/>
          </ac:spMkLst>
        </pc:spChg>
      </pc:sldChg>
      <pc:sldChg chg="addSp modSp add del mod">
        <pc:chgData name="SHAR Lwin Khin" userId="33cb3c8a-ae33-4f55-be34-306cbe5b6d67" providerId="ADAL" clId="{EC909A2D-78C2-525E-811C-45F995EBE952}" dt="2026-03-14T03:26:21.907" v="700" actId="2696"/>
        <pc:sldMkLst>
          <pc:docMk/>
          <pc:sldMk cId="2967350548" sldId="320"/>
        </pc:sldMkLst>
        <pc:spChg chg="add mod">
          <ac:chgData name="SHAR Lwin Khin" userId="33cb3c8a-ae33-4f55-be34-306cbe5b6d67" providerId="ADAL" clId="{EC909A2D-78C2-525E-811C-45F995EBE952}" dt="2026-03-14T02:57:08.010" v="447" actId="1037"/>
          <ac:spMkLst>
            <pc:docMk/>
            <pc:sldMk cId="2967350548" sldId="320"/>
            <ac:spMk id="7" creationId="{B33B7D6E-61BF-F28E-FD33-1994F4164C75}"/>
          </ac:spMkLst>
        </pc:spChg>
        <pc:spChg chg="mod">
          <ac:chgData name="SHAR Lwin Khin" userId="33cb3c8a-ae33-4f55-be34-306cbe5b6d67" providerId="ADAL" clId="{EC909A2D-78C2-525E-811C-45F995EBE952}" dt="2026-03-14T02:57:12.647" v="448" actId="14100"/>
          <ac:spMkLst>
            <pc:docMk/>
            <pc:sldMk cId="2967350548" sldId="320"/>
            <ac:spMk id="438" creationId="{ACF1A920-DE0A-40FF-40D4-BCCA6F668BB4}"/>
          </ac:spMkLst>
        </pc:spChg>
        <pc:picChg chg="add mod">
          <ac:chgData name="SHAR Lwin Khin" userId="33cb3c8a-ae33-4f55-be34-306cbe5b6d67" providerId="ADAL" clId="{EC909A2D-78C2-525E-811C-45F995EBE952}" dt="2026-03-14T02:56:15.045" v="407" actId="1076"/>
          <ac:picMkLst>
            <pc:docMk/>
            <pc:sldMk cId="2967350548" sldId="320"/>
            <ac:picMk id="3" creationId="{441C5E59-CE81-51FF-32B4-EA07A3A58366}"/>
          </ac:picMkLst>
        </pc:picChg>
        <pc:cxnChg chg="add mod">
          <ac:chgData name="SHAR Lwin Khin" userId="33cb3c8a-ae33-4f55-be34-306cbe5b6d67" providerId="ADAL" clId="{EC909A2D-78C2-525E-811C-45F995EBE952}" dt="2026-03-14T02:56:35.023" v="410" actId="14100"/>
          <ac:cxnSpMkLst>
            <pc:docMk/>
            <pc:sldMk cId="2967350548" sldId="320"/>
            <ac:cxnSpMk id="4" creationId="{63695793-211A-25D3-3364-02D46E62E259}"/>
          </ac:cxnSpMkLst>
        </pc:cxnChg>
        <pc:cxnChg chg="add mod">
          <ac:chgData name="SHAR Lwin Khin" userId="33cb3c8a-ae33-4f55-be34-306cbe5b6d67" providerId="ADAL" clId="{EC909A2D-78C2-525E-811C-45F995EBE952}" dt="2026-03-14T02:57:23.738" v="451" actId="14100"/>
          <ac:cxnSpMkLst>
            <pc:docMk/>
            <pc:sldMk cId="2967350548" sldId="320"/>
            <ac:cxnSpMk id="8" creationId="{ECBAA75B-D47C-3D5C-1DA0-708F8E032DAD}"/>
          </ac:cxnSpMkLst>
        </pc:cxnChg>
      </pc:sldChg>
      <pc:sldChg chg="modSp add del mod">
        <pc:chgData name="SHAR Lwin Khin" userId="33cb3c8a-ae33-4f55-be34-306cbe5b6d67" providerId="ADAL" clId="{EC909A2D-78C2-525E-811C-45F995EBE952}" dt="2026-03-13T15:41:50.722" v="318" actId="2696"/>
        <pc:sldMkLst>
          <pc:docMk/>
          <pc:sldMk cId="4198819903" sldId="320"/>
        </pc:sldMkLst>
        <pc:spChg chg="mod">
          <ac:chgData name="SHAR Lwin Khin" userId="33cb3c8a-ae33-4f55-be34-306cbe5b6d67" providerId="ADAL" clId="{EC909A2D-78C2-525E-811C-45F995EBE952}" dt="2026-03-13T14:23:03.483" v="317" actId="20577"/>
          <ac:spMkLst>
            <pc:docMk/>
            <pc:sldMk cId="4198819903" sldId="320"/>
            <ac:spMk id="77" creationId="{C540D0D7-23C1-FB00-1E13-7E72F1F29528}"/>
          </ac:spMkLst>
        </pc:spChg>
        <pc:spChg chg="mod">
          <ac:chgData name="SHAR Lwin Khin" userId="33cb3c8a-ae33-4f55-be34-306cbe5b6d67" providerId="ADAL" clId="{EC909A2D-78C2-525E-811C-45F995EBE952}" dt="2026-03-13T14:22:49.762" v="314" actId="20577"/>
          <ac:spMkLst>
            <pc:docMk/>
            <pc:sldMk cId="4198819903" sldId="320"/>
            <ac:spMk id="78" creationId="{ED83A4B6-2338-0E48-4F00-2AE98FAF51B0}"/>
          </ac:spMkLst>
        </pc:spChg>
        <pc:graphicFrameChg chg="mod">
          <ac:chgData name="SHAR Lwin Khin" userId="33cb3c8a-ae33-4f55-be34-306cbe5b6d67" providerId="ADAL" clId="{EC909A2D-78C2-525E-811C-45F995EBE952}" dt="2026-03-13T14:23:00.604" v="316" actId="1076"/>
          <ac:graphicFrameMkLst>
            <pc:docMk/>
            <pc:sldMk cId="4198819903" sldId="320"/>
            <ac:graphicFrameMk id="79" creationId="{8971A6CB-C234-C91C-91EC-B31B2D625201}"/>
          </ac:graphicFrameMkLst>
        </pc:graphicFrameChg>
      </pc:sldChg>
      <pc:sldChg chg="modSp add mod">
        <pc:chgData name="SHAR Lwin Khin" userId="33cb3c8a-ae33-4f55-be34-306cbe5b6d67" providerId="ADAL" clId="{EC909A2D-78C2-525E-811C-45F995EBE952}" dt="2026-03-14T03:27:12.043" v="705" actId="13926"/>
        <pc:sldMkLst>
          <pc:docMk/>
          <pc:sldMk cId="963468623" sldId="321"/>
        </pc:sldMkLst>
        <pc:spChg chg="mod">
          <ac:chgData name="SHAR Lwin Khin" userId="33cb3c8a-ae33-4f55-be34-306cbe5b6d67" providerId="ADAL" clId="{EC909A2D-78C2-525E-811C-45F995EBE952}" dt="2026-03-14T03:27:12.043" v="705" actId="13926"/>
          <ac:spMkLst>
            <pc:docMk/>
            <pc:sldMk cId="963468623" sldId="321"/>
            <ac:spMk id="439" creationId="{12AF1C1E-9672-CAC5-3A2A-4E2CA191949B}"/>
          </ac:spMkLst>
        </pc:spChg>
      </pc:sldChg>
      <pc:sldChg chg="addSp delSp modSp add del mod">
        <pc:chgData name="SHAR Lwin Khin" userId="33cb3c8a-ae33-4f55-be34-306cbe5b6d67" providerId="ADAL" clId="{EC909A2D-78C2-525E-811C-45F995EBE952}" dt="2026-03-14T03:26:21.907" v="700" actId="2696"/>
        <pc:sldMkLst>
          <pc:docMk/>
          <pc:sldMk cId="2154930693" sldId="321"/>
        </pc:sldMkLst>
        <pc:spChg chg="mod">
          <ac:chgData name="SHAR Lwin Khin" userId="33cb3c8a-ae33-4f55-be34-306cbe5b6d67" providerId="ADAL" clId="{EC909A2D-78C2-525E-811C-45F995EBE952}" dt="2026-03-14T02:59:07.861" v="510" actId="1037"/>
          <ac:spMkLst>
            <pc:docMk/>
            <pc:sldMk cId="2154930693" sldId="321"/>
            <ac:spMk id="7" creationId="{411943BA-A399-9AD4-B68E-0A545DFCFD21}"/>
          </ac:spMkLst>
        </pc:spChg>
        <pc:spChg chg="mod">
          <ac:chgData name="SHAR Lwin Khin" userId="33cb3c8a-ae33-4f55-be34-306cbe5b6d67" providerId="ADAL" clId="{EC909A2D-78C2-525E-811C-45F995EBE952}" dt="2026-03-14T02:57:58.060" v="455" actId="20577"/>
          <ac:spMkLst>
            <pc:docMk/>
            <pc:sldMk cId="2154930693" sldId="321"/>
            <ac:spMk id="438" creationId="{5F2F5411-380A-9BC5-8736-33B70AE1434D}"/>
          </ac:spMkLst>
        </pc:spChg>
        <pc:picChg chg="del mod">
          <ac:chgData name="SHAR Lwin Khin" userId="33cb3c8a-ae33-4f55-be34-306cbe5b6d67" providerId="ADAL" clId="{EC909A2D-78C2-525E-811C-45F995EBE952}" dt="2026-03-14T02:58:42.182" v="493" actId="478"/>
          <ac:picMkLst>
            <pc:docMk/>
            <pc:sldMk cId="2154930693" sldId="321"/>
            <ac:picMk id="3" creationId="{B1E80A93-AB28-ACEB-4E8F-9A9648AEEF08}"/>
          </ac:picMkLst>
        </pc:picChg>
        <pc:picChg chg="add mod">
          <ac:chgData name="SHAR Lwin Khin" userId="33cb3c8a-ae33-4f55-be34-306cbe5b6d67" providerId="ADAL" clId="{EC909A2D-78C2-525E-811C-45F995EBE952}" dt="2026-03-14T03:05:10.052" v="688" actId="14100"/>
          <ac:picMkLst>
            <pc:docMk/>
            <pc:sldMk cId="2154930693" sldId="321"/>
            <ac:picMk id="5" creationId="{35E8E4B5-5053-7920-41D4-1813E5DB828F}"/>
          </ac:picMkLst>
        </pc:picChg>
        <pc:cxnChg chg="mod">
          <ac:chgData name="SHAR Lwin Khin" userId="33cb3c8a-ae33-4f55-be34-306cbe5b6d67" providerId="ADAL" clId="{EC909A2D-78C2-525E-811C-45F995EBE952}" dt="2026-03-14T03:05:16.212" v="694" actId="14100"/>
          <ac:cxnSpMkLst>
            <pc:docMk/>
            <pc:sldMk cId="2154930693" sldId="321"/>
            <ac:cxnSpMk id="4" creationId="{3629F1F1-5976-449D-E664-446B3E7FA031}"/>
          </ac:cxnSpMkLst>
        </pc:cxnChg>
        <pc:cxnChg chg="mod">
          <ac:chgData name="SHAR Lwin Khin" userId="33cb3c8a-ae33-4f55-be34-306cbe5b6d67" providerId="ADAL" clId="{EC909A2D-78C2-525E-811C-45F995EBE952}" dt="2026-03-14T02:58:03.222" v="456" actId="1076"/>
          <ac:cxnSpMkLst>
            <pc:docMk/>
            <pc:sldMk cId="2154930693" sldId="321"/>
            <ac:cxnSpMk id="8" creationId="{B5B7BEC9-1CAC-AE8D-FE81-ED01DA77D0AA}"/>
          </ac:cxnSpMkLst>
        </pc:cxnChg>
      </pc:sldChg>
      <pc:sldChg chg="addSp delSp modSp add del mod">
        <pc:chgData name="SHAR Lwin Khin" userId="33cb3c8a-ae33-4f55-be34-306cbe5b6d67" providerId="ADAL" clId="{EC909A2D-78C2-525E-811C-45F995EBE952}" dt="2026-03-14T03:26:21.907" v="700" actId="2696"/>
        <pc:sldMkLst>
          <pc:docMk/>
          <pc:sldMk cId="966856390" sldId="322"/>
        </pc:sldMkLst>
        <pc:spChg chg="mod">
          <ac:chgData name="SHAR Lwin Khin" userId="33cb3c8a-ae33-4f55-be34-306cbe5b6d67" providerId="ADAL" clId="{EC909A2D-78C2-525E-811C-45F995EBE952}" dt="2026-03-14T03:01:00.882" v="643" actId="1076"/>
          <ac:spMkLst>
            <pc:docMk/>
            <pc:sldMk cId="966856390" sldId="322"/>
            <ac:spMk id="7" creationId="{6F527634-1EB1-8756-230C-AD9EABB19E60}"/>
          </ac:spMkLst>
        </pc:spChg>
        <pc:spChg chg="mod">
          <ac:chgData name="SHAR Lwin Khin" userId="33cb3c8a-ae33-4f55-be34-306cbe5b6d67" providerId="ADAL" clId="{EC909A2D-78C2-525E-811C-45F995EBE952}" dt="2026-03-14T03:01:40.236" v="649" actId="14100"/>
          <ac:spMkLst>
            <pc:docMk/>
            <pc:sldMk cId="966856390" sldId="322"/>
            <ac:spMk id="438" creationId="{24ED8932-AB96-8DBA-B021-56378AED3925}"/>
          </ac:spMkLst>
        </pc:spChg>
        <pc:picChg chg="add mod">
          <ac:chgData name="SHAR Lwin Khin" userId="33cb3c8a-ae33-4f55-be34-306cbe5b6d67" providerId="ADAL" clId="{EC909A2D-78C2-525E-811C-45F995EBE952}" dt="2026-03-14T03:00:49.796" v="636" actId="14100"/>
          <ac:picMkLst>
            <pc:docMk/>
            <pc:sldMk cId="966856390" sldId="322"/>
            <ac:picMk id="3" creationId="{9F1BF288-065E-B30F-7910-DC48DC42B3E5}"/>
          </ac:picMkLst>
        </pc:picChg>
        <pc:picChg chg="del">
          <ac:chgData name="SHAR Lwin Khin" userId="33cb3c8a-ae33-4f55-be34-306cbe5b6d67" providerId="ADAL" clId="{EC909A2D-78C2-525E-811C-45F995EBE952}" dt="2026-03-14T02:59:58.444" v="513" actId="478"/>
          <ac:picMkLst>
            <pc:docMk/>
            <pc:sldMk cId="966856390" sldId="322"/>
            <ac:picMk id="5" creationId="{4F53FDB3-2BB6-DBD2-5B7A-C0D601316AD7}"/>
          </ac:picMkLst>
        </pc:picChg>
        <pc:cxnChg chg="mod">
          <ac:chgData name="SHAR Lwin Khin" userId="33cb3c8a-ae33-4f55-be34-306cbe5b6d67" providerId="ADAL" clId="{EC909A2D-78C2-525E-811C-45F995EBE952}" dt="2026-03-14T03:01:09.822" v="645" actId="14100"/>
          <ac:cxnSpMkLst>
            <pc:docMk/>
            <pc:sldMk cId="966856390" sldId="322"/>
            <ac:cxnSpMk id="8" creationId="{C2B80A85-8656-7BB4-E58C-506A5815FB3D}"/>
          </ac:cxnSpMkLst>
        </pc:cxnChg>
        <pc:cxnChg chg="add mod">
          <ac:chgData name="SHAR Lwin Khin" userId="33cb3c8a-ae33-4f55-be34-306cbe5b6d67" providerId="ADAL" clId="{EC909A2D-78C2-525E-811C-45F995EBE952}" dt="2026-03-14T03:01:29.364" v="648" actId="14100"/>
          <ac:cxnSpMkLst>
            <pc:docMk/>
            <pc:sldMk cId="966856390" sldId="322"/>
            <ac:cxnSpMk id="10" creationId="{268A8F2B-7298-4313-217A-AE78C36C8A1C}"/>
          </ac:cxnSpMkLst>
        </pc:cxnChg>
      </pc:sldChg>
      <pc:sldChg chg="modSp add mod">
        <pc:chgData name="SHAR Lwin Khin" userId="33cb3c8a-ae33-4f55-be34-306cbe5b6d67" providerId="ADAL" clId="{EC909A2D-78C2-525E-811C-45F995EBE952}" dt="2026-03-14T03:27:16.769" v="706" actId="13926"/>
        <pc:sldMkLst>
          <pc:docMk/>
          <pc:sldMk cId="3253747120" sldId="322"/>
        </pc:sldMkLst>
        <pc:spChg chg="mod">
          <ac:chgData name="SHAR Lwin Khin" userId="33cb3c8a-ae33-4f55-be34-306cbe5b6d67" providerId="ADAL" clId="{EC909A2D-78C2-525E-811C-45F995EBE952}" dt="2026-03-14T03:27:16.769" v="706" actId="13926"/>
          <ac:spMkLst>
            <pc:docMk/>
            <pc:sldMk cId="3253747120" sldId="322"/>
            <ac:spMk id="439" creationId="{0A102907-D5F3-DFE1-89E3-75BEB088EF83}"/>
          </ac:spMkLst>
        </pc:spChg>
      </pc:sldChg>
      <pc:sldChg chg="addSp delSp modSp add del mod">
        <pc:chgData name="SHAR Lwin Khin" userId="33cb3c8a-ae33-4f55-be34-306cbe5b6d67" providerId="ADAL" clId="{EC909A2D-78C2-525E-811C-45F995EBE952}" dt="2026-03-14T03:26:21.907" v="700" actId="2696"/>
        <pc:sldMkLst>
          <pc:docMk/>
          <pc:sldMk cId="1323845443" sldId="323"/>
        </pc:sldMkLst>
        <pc:spChg chg="mod">
          <ac:chgData name="SHAR Lwin Khin" userId="33cb3c8a-ae33-4f55-be34-306cbe5b6d67" providerId="ADAL" clId="{EC909A2D-78C2-525E-811C-45F995EBE952}" dt="2026-03-14T03:03:13.379" v="684" actId="1076"/>
          <ac:spMkLst>
            <pc:docMk/>
            <pc:sldMk cId="1323845443" sldId="323"/>
            <ac:spMk id="7" creationId="{2FA4CB0B-3BF8-88C3-0882-50AEBB143CD8}"/>
          </ac:spMkLst>
        </pc:spChg>
        <pc:spChg chg="mod">
          <ac:chgData name="SHAR Lwin Khin" userId="33cb3c8a-ae33-4f55-be34-306cbe5b6d67" providerId="ADAL" clId="{EC909A2D-78C2-525E-811C-45F995EBE952}" dt="2026-03-14T03:02:49.924" v="657"/>
          <ac:spMkLst>
            <pc:docMk/>
            <pc:sldMk cId="1323845443" sldId="323"/>
            <ac:spMk id="438" creationId="{0DBDB213-909F-289A-4321-3936C61D9AA3}"/>
          </ac:spMkLst>
        </pc:spChg>
        <pc:picChg chg="add mod">
          <ac:chgData name="SHAR Lwin Khin" userId="33cb3c8a-ae33-4f55-be34-306cbe5b6d67" providerId="ADAL" clId="{EC909A2D-78C2-525E-811C-45F995EBE952}" dt="2026-03-14T03:02:41.083" v="656" actId="1076"/>
          <ac:picMkLst>
            <pc:docMk/>
            <pc:sldMk cId="1323845443" sldId="323"/>
            <ac:picMk id="3" creationId="{D86DBBF0-76F4-9CEA-39D8-5EF87D5659A4}"/>
          </ac:picMkLst>
        </pc:picChg>
        <pc:picChg chg="del">
          <ac:chgData name="SHAR Lwin Khin" userId="33cb3c8a-ae33-4f55-be34-306cbe5b6d67" providerId="ADAL" clId="{EC909A2D-78C2-525E-811C-45F995EBE952}" dt="2026-03-14T03:02:30.438" v="651" actId="478"/>
          <ac:picMkLst>
            <pc:docMk/>
            <pc:sldMk cId="1323845443" sldId="323"/>
            <ac:picMk id="5" creationId="{B195BCCF-D316-B7A7-816A-FD002D3AFF4D}"/>
          </ac:picMkLst>
        </pc:picChg>
        <pc:cxnChg chg="mod">
          <ac:chgData name="SHAR Lwin Khin" userId="33cb3c8a-ae33-4f55-be34-306cbe5b6d67" providerId="ADAL" clId="{EC909A2D-78C2-525E-811C-45F995EBE952}" dt="2026-03-14T03:02:56.329" v="661" actId="14100"/>
          <ac:cxnSpMkLst>
            <pc:docMk/>
            <pc:sldMk cId="1323845443" sldId="323"/>
            <ac:cxnSpMk id="4" creationId="{C3C84AA3-0A42-0330-5DC8-6E4E746305BC}"/>
          </ac:cxnSpMkLst>
        </pc:cxnChg>
        <pc:cxnChg chg="mod">
          <ac:chgData name="SHAR Lwin Khin" userId="33cb3c8a-ae33-4f55-be34-306cbe5b6d67" providerId="ADAL" clId="{EC909A2D-78C2-525E-811C-45F995EBE952}" dt="2026-03-14T03:03:23.707" v="687" actId="14100"/>
          <ac:cxnSpMkLst>
            <pc:docMk/>
            <pc:sldMk cId="1323845443" sldId="323"/>
            <ac:cxnSpMk id="8" creationId="{300B01FB-34C6-0E4A-96D6-C77FD6F6A52B}"/>
          </ac:cxnSpMkLst>
        </pc:cxnChg>
      </pc:sldChg>
      <pc:sldChg chg="modSp add mod">
        <pc:chgData name="SHAR Lwin Khin" userId="33cb3c8a-ae33-4f55-be34-306cbe5b6d67" providerId="ADAL" clId="{EC909A2D-78C2-525E-811C-45F995EBE952}" dt="2026-03-14T03:27:22.215" v="707" actId="13926"/>
        <pc:sldMkLst>
          <pc:docMk/>
          <pc:sldMk cId="2442735236" sldId="323"/>
        </pc:sldMkLst>
        <pc:spChg chg="mod">
          <ac:chgData name="SHAR Lwin Khin" userId="33cb3c8a-ae33-4f55-be34-306cbe5b6d67" providerId="ADAL" clId="{EC909A2D-78C2-525E-811C-45F995EBE952}" dt="2026-03-14T03:27:22.215" v="707" actId="13926"/>
          <ac:spMkLst>
            <pc:docMk/>
            <pc:sldMk cId="2442735236" sldId="323"/>
            <ac:spMk id="439" creationId="{B8EAD2F5-A6AF-E22A-E71B-04C379007873}"/>
          </ac:spMkLst>
        </pc:spChg>
      </pc:sldChg>
      <pc:sldMasterChg chg="addSp mod">
        <pc:chgData name="SHAR Lwin Khin" userId="33cb3c8a-ae33-4f55-be34-306cbe5b6d67" providerId="ADAL" clId="{EC909A2D-78C2-525E-811C-45F995EBE952}" dt="2026-03-11T02:55:37.306" v="3" actId="33475"/>
        <pc:sldMasterMkLst>
          <pc:docMk/>
          <pc:sldMasterMk cId="0" sldId="2147483648"/>
        </pc:sldMasterMkLst>
        <pc:spChg chg="add">
          <ac:chgData name="SHAR Lwin Khin" userId="33cb3c8a-ae33-4f55-be34-306cbe5b6d67" providerId="ADAL" clId="{EC909A2D-78C2-525E-811C-45F995EBE952}" dt="2026-03-11T02:55:37.306" v="3" actId="33475"/>
          <ac:spMkLst>
            <pc:docMk/>
            <pc:sldMasterMk cId="0" sldId="2147483648"/>
            <ac:spMk id="3" creationId="{FF8491DD-1145-7DD1-2466-EBAD61BF84EC}"/>
          </ac:spMkLst>
        </pc:sp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46400" cy="4968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49688" y="0"/>
            <a:ext cx="2946400" cy="4968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79450" y="4776788"/>
            <a:ext cx="5438775" cy="390842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429750"/>
            <a:ext cx="2946400" cy="496888"/>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49688" y="9429750"/>
            <a:ext cx="2946400" cy="496888"/>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p1:notes"/>
          <p:cNvSpPr txBox="1">
            <a:spLocks noGrp="1"/>
          </p:cNvSpPr>
          <p:nvPr>
            <p:ph type="body" idx="1"/>
          </p:nvPr>
        </p:nvSpPr>
        <p:spPr>
          <a:xfrm>
            <a:off x="679450" y="4776788"/>
            <a:ext cx="5438775" cy="3908425"/>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 name="Google Shape;69;p1: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g36a222053df_0_5: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 name="Google Shape;75;g36a222053df_0_5: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36e7437085d_0_140: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 name="Google Shape;82;g36e7437085d_0_140: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a:extLst>
            <a:ext uri="{FF2B5EF4-FFF2-40B4-BE49-F238E27FC236}">
              <a16:creationId xmlns:a16="http://schemas.microsoft.com/office/drawing/2014/main" id="{CBF0A9D8-6918-ADB8-FAC4-B8C1E48BB64B}"/>
            </a:ext>
          </a:extLst>
        </p:cNvPr>
        <p:cNvGrpSpPr/>
        <p:nvPr/>
      </p:nvGrpSpPr>
      <p:grpSpPr>
        <a:xfrm>
          <a:off x="0" y="0"/>
          <a:ext cx="0" cy="0"/>
          <a:chOff x="0" y="0"/>
          <a:chExt cx="0" cy="0"/>
        </a:xfrm>
      </p:grpSpPr>
      <p:sp>
        <p:nvSpPr>
          <p:cNvPr id="87" name="Google Shape;87;p2:notes">
            <a:extLst>
              <a:ext uri="{FF2B5EF4-FFF2-40B4-BE49-F238E27FC236}">
                <a16:creationId xmlns:a16="http://schemas.microsoft.com/office/drawing/2014/main" id="{4F14A72C-DA5C-578A-484A-FBCD350F8D7D}"/>
              </a:ext>
            </a:extLst>
          </p:cNvPr>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Ref -Mongoose Schema : https://mongoosejs.com/docs/guide.html</a:t>
            </a:r>
            <a:endParaRPr/>
          </a:p>
        </p:txBody>
      </p:sp>
      <p:sp>
        <p:nvSpPr>
          <p:cNvPr id="88" name="Google Shape;88;p2:notes">
            <a:extLst>
              <a:ext uri="{FF2B5EF4-FFF2-40B4-BE49-F238E27FC236}">
                <a16:creationId xmlns:a16="http://schemas.microsoft.com/office/drawing/2014/main" id="{7F3565D2-748F-6A9E-C648-B58452AA45B7}"/>
              </a:ext>
            </a:extLst>
          </p:cNvPr>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822617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a:extLst>
            <a:ext uri="{FF2B5EF4-FFF2-40B4-BE49-F238E27FC236}">
              <a16:creationId xmlns:a16="http://schemas.microsoft.com/office/drawing/2014/main" id="{46B93FAA-A4EC-EF36-C5B7-FB0DDD4541DA}"/>
            </a:ext>
          </a:extLst>
        </p:cNvPr>
        <p:cNvGrpSpPr/>
        <p:nvPr/>
      </p:nvGrpSpPr>
      <p:grpSpPr>
        <a:xfrm>
          <a:off x="0" y="0"/>
          <a:ext cx="0" cy="0"/>
          <a:chOff x="0" y="0"/>
          <a:chExt cx="0" cy="0"/>
        </a:xfrm>
      </p:grpSpPr>
      <p:sp>
        <p:nvSpPr>
          <p:cNvPr id="87" name="Google Shape;87;p2:notes">
            <a:extLst>
              <a:ext uri="{FF2B5EF4-FFF2-40B4-BE49-F238E27FC236}">
                <a16:creationId xmlns:a16="http://schemas.microsoft.com/office/drawing/2014/main" id="{5152C297-41B2-06C3-8EA0-3CD1E42FE906}"/>
              </a:ext>
            </a:extLst>
          </p:cNvPr>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Ref -Mongoose Schema : https://mongoosejs.com/docs/guide.html</a:t>
            </a:r>
            <a:endParaRPr/>
          </a:p>
        </p:txBody>
      </p:sp>
      <p:sp>
        <p:nvSpPr>
          <p:cNvPr id="88" name="Google Shape;88;p2:notes">
            <a:extLst>
              <a:ext uri="{FF2B5EF4-FFF2-40B4-BE49-F238E27FC236}">
                <a16:creationId xmlns:a16="http://schemas.microsoft.com/office/drawing/2014/main" id="{89B1C70B-C848-734C-3061-06CA8BBAD163}"/>
              </a:ext>
            </a:extLst>
          </p:cNvPr>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119492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3: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Ref -Mongoose Schema : https://mongoosejs.com/docs/guide.html</a:t>
            </a:r>
            <a:endParaRPr/>
          </a:p>
        </p:txBody>
      </p:sp>
      <p:sp>
        <p:nvSpPr>
          <p:cNvPr id="96" name="Google Shape;96;p3: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783464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4: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 name="Google Shape;103;p4: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36e7437085d_0_145: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 name="Google Shape;109;g36e7437085d_0_145: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36e7437085d_0_166: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9" name="Google Shape;119;g36e7437085d_0_166: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36e7437085d_0_174: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6" name="Google Shape;126;g36e7437085d_0_174: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36e7437085d_0_190: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6" name="Google Shape;136;g36e7437085d_0_190: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36e7437085d_0_198: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5" name="Google Shape;145;g36e7437085d_0_198: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5: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4" name="Google Shape;154;p5: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18: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3" name="Google Shape;163;p18: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36e7437085d_0_209: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9" name="Google Shape;169;g36e7437085d_0_209: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g36e7958bfd6_0_1: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5" name="Google Shape;175;g36e7958bfd6_0_1: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19: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81" name="Google Shape;181;p19: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36e7958bfd6_0_33: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0" name="Google Shape;200;g36e7958bfd6_0_33: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g36e7437085d_0_217: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3" name="Google Shape;213;g36e7437085d_0_217: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36e7958bfd6_0_42: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2" name="Google Shape;222;g36e7958bfd6_0_42: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p20: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7" name="Google Shape;237;p20: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p21: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1" name="Google Shape;271;p21: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36e7958bfd6_0_16: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9" name="Google Shape;279;g36e7958bfd6_0_16: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36e7958bfd6_0_25: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9" name="Google Shape;289;g36e7958bfd6_0_25: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p22: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6" name="Google Shape;296;p22: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3: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5" name="Google Shape;305;p23: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24: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3" name="Google Shape;313;p24: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p25: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9" name="Google Shape;319;p25: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p26: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6" name="Google Shape;326;p26: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2372092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p:cNvGrpSpPr/>
        <p:nvPr/>
      </p:nvGrpSpPr>
      <p:grpSpPr>
        <a:xfrm>
          <a:off x="0" y="0"/>
          <a:ext cx="0" cy="0"/>
          <a:chOff x="0" y="0"/>
          <a:chExt cx="0" cy="0"/>
        </a:xfrm>
      </p:grpSpPr>
      <p:sp>
        <p:nvSpPr>
          <p:cNvPr id="435" name="Google Shape;435;g36add0d6f41_1_409: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6" name="Google Shape;436;g36add0d6f41_1_409: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3909070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a:extLst>
            <a:ext uri="{FF2B5EF4-FFF2-40B4-BE49-F238E27FC236}">
              <a16:creationId xmlns:a16="http://schemas.microsoft.com/office/drawing/2014/main" id="{2BDDF1FA-36A0-8DB1-5C52-67B753B234A7}"/>
            </a:ext>
          </a:extLst>
        </p:cNvPr>
        <p:cNvGrpSpPr/>
        <p:nvPr/>
      </p:nvGrpSpPr>
      <p:grpSpPr>
        <a:xfrm>
          <a:off x="0" y="0"/>
          <a:ext cx="0" cy="0"/>
          <a:chOff x="0" y="0"/>
          <a:chExt cx="0" cy="0"/>
        </a:xfrm>
      </p:grpSpPr>
      <p:sp>
        <p:nvSpPr>
          <p:cNvPr id="435" name="Google Shape;435;g36add0d6f41_1_409:notes">
            <a:extLst>
              <a:ext uri="{FF2B5EF4-FFF2-40B4-BE49-F238E27FC236}">
                <a16:creationId xmlns:a16="http://schemas.microsoft.com/office/drawing/2014/main" id="{EBDB9CD4-0213-6926-D103-22D88235602E}"/>
              </a:ext>
            </a:extLst>
          </p:cNvPr>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6" name="Google Shape;436;g36add0d6f41_1_409:notes">
            <a:extLst>
              <a:ext uri="{FF2B5EF4-FFF2-40B4-BE49-F238E27FC236}">
                <a16:creationId xmlns:a16="http://schemas.microsoft.com/office/drawing/2014/main" id="{08400F8C-0A0A-84DF-820C-6984A5BE565B}"/>
              </a:ext>
            </a:extLst>
          </p:cNvPr>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9889792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a:extLst>
            <a:ext uri="{FF2B5EF4-FFF2-40B4-BE49-F238E27FC236}">
              <a16:creationId xmlns:a16="http://schemas.microsoft.com/office/drawing/2014/main" id="{98D33BE1-FD34-CF2F-9090-6391BC67D791}"/>
            </a:ext>
          </a:extLst>
        </p:cNvPr>
        <p:cNvGrpSpPr/>
        <p:nvPr/>
      </p:nvGrpSpPr>
      <p:grpSpPr>
        <a:xfrm>
          <a:off x="0" y="0"/>
          <a:ext cx="0" cy="0"/>
          <a:chOff x="0" y="0"/>
          <a:chExt cx="0" cy="0"/>
        </a:xfrm>
      </p:grpSpPr>
      <p:sp>
        <p:nvSpPr>
          <p:cNvPr id="435" name="Google Shape;435;g36add0d6f41_1_409:notes">
            <a:extLst>
              <a:ext uri="{FF2B5EF4-FFF2-40B4-BE49-F238E27FC236}">
                <a16:creationId xmlns:a16="http://schemas.microsoft.com/office/drawing/2014/main" id="{CF042AA1-20DC-24D9-6ECE-50054739CBB7}"/>
              </a:ext>
            </a:extLst>
          </p:cNvPr>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6" name="Google Shape;436;g36add0d6f41_1_409:notes">
            <a:extLst>
              <a:ext uri="{FF2B5EF4-FFF2-40B4-BE49-F238E27FC236}">
                <a16:creationId xmlns:a16="http://schemas.microsoft.com/office/drawing/2014/main" id="{6354E613-377C-C31A-609D-F36CA21CA71D}"/>
              </a:ext>
            </a:extLst>
          </p:cNvPr>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3582729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a:extLst>
            <a:ext uri="{FF2B5EF4-FFF2-40B4-BE49-F238E27FC236}">
              <a16:creationId xmlns:a16="http://schemas.microsoft.com/office/drawing/2014/main" id="{DFB00CFF-982A-4983-3F06-3B4E60E2737E}"/>
            </a:ext>
          </a:extLst>
        </p:cNvPr>
        <p:cNvGrpSpPr/>
        <p:nvPr/>
      </p:nvGrpSpPr>
      <p:grpSpPr>
        <a:xfrm>
          <a:off x="0" y="0"/>
          <a:ext cx="0" cy="0"/>
          <a:chOff x="0" y="0"/>
          <a:chExt cx="0" cy="0"/>
        </a:xfrm>
      </p:grpSpPr>
      <p:sp>
        <p:nvSpPr>
          <p:cNvPr id="435" name="Google Shape;435;g36add0d6f41_1_409:notes">
            <a:extLst>
              <a:ext uri="{FF2B5EF4-FFF2-40B4-BE49-F238E27FC236}">
                <a16:creationId xmlns:a16="http://schemas.microsoft.com/office/drawing/2014/main" id="{86D2DC0F-C0B9-B273-69D7-E1DA1B044BF2}"/>
              </a:ext>
            </a:extLst>
          </p:cNvPr>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6" name="Google Shape;436;g36add0d6f41_1_409:notes">
            <a:extLst>
              <a:ext uri="{FF2B5EF4-FFF2-40B4-BE49-F238E27FC236}">
                <a16:creationId xmlns:a16="http://schemas.microsoft.com/office/drawing/2014/main" id="{FE84DE38-3245-AA8F-5F1C-E999BB1E53AA}"/>
              </a:ext>
            </a:extLst>
          </p:cNvPr>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0204412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a:extLst>
            <a:ext uri="{FF2B5EF4-FFF2-40B4-BE49-F238E27FC236}">
              <a16:creationId xmlns:a16="http://schemas.microsoft.com/office/drawing/2014/main" id="{33E4F047-1462-6420-BB83-9B1068EC2567}"/>
            </a:ext>
          </a:extLst>
        </p:cNvPr>
        <p:cNvGrpSpPr/>
        <p:nvPr/>
      </p:nvGrpSpPr>
      <p:grpSpPr>
        <a:xfrm>
          <a:off x="0" y="0"/>
          <a:ext cx="0" cy="0"/>
          <a:chOff x="0" y="0"/>
          <a:chExt cx="0" cy="0"/>
        </a:xfrm>
      </p:grpSpPr>
      <p:sp>
        <p:nvSpPr>
          <p:cNvPr id="435" name="Google Shape;435;g36add0d6f41_1_409:notes">
            <a:extLst>
              <a:ext uri="{FF2B5EF4-FFF2-40B4-BE49-F238E27FC236}">
                <a16:creationId xmlns:a16="http://schemas.microsoft.com/office/drawing/2014/main" id="{16AF18B8-753F-62D3-71C2-7A844B42F923}"/>
              </a:ext>
            </a:extLst>
          </p:cNvPr>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6" name="Google Shape;436;g36add0d6f41_1_409:notes">
            <a:extLst>
              <a:ext uri="{FF2B5EF4-FFF2-40B4-BE49-F238E27FC236}">
                <a16:creationId xmlns:a16="http://schemas.microsoft.com/office/drawing/2014/main" id="{3D9FCC50-C9CB-8CAF-D135-4CFBEA6BA30A}"/>
              </a:ext>
            </a:extLst>
          </p:cNvPr>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2319371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p27: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3" name="Google Shape;333;p27: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p28: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1" name="Google Shape;351;p28: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p29: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65" name="Google Shape;365;p29: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p30: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2" name="Google Shape;382;p30: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a:extLst>
            <a:ext uri="{FF2B5EF4-FFF2-40B4-BE49-F238E27FC236}">
              <a16:creationId xmlns:a16="http://schemas.microsoft.com/office/drawing/2014/main" id="{97F57253-CD95-A8EF-C554-A37EA7630DCB}"/>
            </a:ext>
          </a:extLst>
        </p:cNvPr>
        <p:cNvGrpSpPr/>
        <p:nvPr/>
      </p:nvGrpSpPr>
      <p:grpSpPr>
        <a:xfrm>
          <a:off x="0" y="0"/>
          <a:ext cx="0" cy="0"/>
          <a:chOff x="0" y="0"/>
          <a:chExt cx="0" cy="0"/>
        </a:xfrm>
      </p:grpSpPr>
      <p:sp>
        <p:nvSpPr>
          <p:cNvPr id="381" name="Google Shape;381;p30:notes">
            <a:extLst>
              <a:ext uri="{FF2B5EF4-FFF2-40B4-BE49-F238E27FC236}">
                <a16:creationId xmlns:a16="http://schemas.microsoft.com/office/drawing/2014/main" id="{EE1F3EA0-FAE7-11F2-144F-6A1F652040CB}"/>
              </a:ext>
            </a:extLst>
          </p:cNvPr>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2" name="Google Shape;382;p30:notes">
            <a:extLst>
              <a:ext uri="{FF2B5EF4-FFF2-40B4-BE49-F238E27FC236}">
                <a16:creationId xmlns:a16="http://schemas.microsoft.com/office/drawing/2014/main" id="{28EE6AE1-965F-F770-94B9-5DABF4CD56E6}"/>
              </a:ext>
            </a:extLst>
          </p:cNvPr>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93698673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p:cNvGrpSpPr/>
        <p:nvPr/>
      </p:nvGrpSpPr>
      <p:grpSpPr>
        <a:xfrm>
          <a:off x="0" y="0"/>
          <a:ext cx="0" cy="0"/>
          <a:chOff x="0" y="0"/>
          <a:chExt cx="0" cy="0"/>
        </a:xfrm>
      </p:grpSpPr>
      <p:sp>
        <p:nvSpPr>
          <p:cNvPr id="388" name="Google Shape;388;p31: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9" name="Google Shape;389;p31: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p32: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6" name="Google Shape;406;p32: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p:cNvGrpSpPr/>
        <p:nvPr/>
      </p:nvGrpSpPr>
      <p:grpSpPr>
        <a:xfrm>
          <a:off x="0" y="0"/>
          <a:ext cx="0" cy="0"/>
          <a:chOff x="0" y="0"/>
          <a:chExt cx="0" cy="0"/>
        </a:xfrm>
      </p:grpSpPr>
      <p:sp>
        <p:nvSpPr>
          <p:cNvPr id="423" name="Google Shape;423;p33: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24" name="Google Shape;424;p33: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7"/>
        <p:cNvGrpSpPr/>
        <p:nvPr/>
      </p:nvGrpSpPr>
      <p:grpSpPr>
        <a:xfrm>
          <a:off x="0" y="0"/>
          <a:ext cx="0" cy="0"/>
          <a:chOff x="0" y="0"/>
          <a:chExt cx="0" cy="0"/>
        </a:xfrm>
      </p:grpSpPr>
      <p:sp>
        <p:nvSpPr>
          <p:cNvPr id="448" name="Google Shape;448;p34: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49" name="Google Shape;449;p34: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3"/>
        <p:cNvGrpSpPr/>
        <p:nvPr/>
      </p:nvGrpSpPr>
      <p:grpSpPr>
        <a:xfrm>
          <a:off x="0" y="0"/>
          <a:ext cx="0" cy="0"/>
          <a:chOff x="0" y="0"/>
          <a:chExt cx="0" cy="0"/>
        </a:xfrm>
      </p:grpSpPr>
      <p:sp>
        <p:nvSpPr>
          <p:cNvPr id="454" name="Google Shape;454;p35: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55" name="Google Shape;455;p35: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36: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62" name="Google Shape;462;p36: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7"/>
        <p:cNvGrpSpPr/>
        <p:nvPr/>
      </p:nvGrpSpPr>
      <p:grpSpPr>
        <a:xfrm>
          <a:off x="0" y="0"/>
          <a:ext cx="0" cy="0"/>
          <a:chOff x="0" y="0"/>
          <a:chExt cx="0" cy="0"/>
        </a:xfrm>
      </p:grpSpPr>
      <p:sp>
        <p:nvSpPr>
          <p:cNvPr id="478" name="Google Shape;478;p37: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79" name="Google Shape;479;p37: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p:cNvGrpSpPr/>
        <p:nvPr/>
      </p:nvGrpSpPr>
      <p:grpSpPr>
        <a:xfrm>
          <a:off x="0" y="0"/>
          <a:ext cx="0" cy="0"/>
          <a:chOff x="0" y="0"/>
          <a:chExt cx="0" cy="0"/>
        </a:xfrm>
      </p:grpSpPr>
      <p:sp>
        <p:nvSpPr>
          <p:cNvPr id="492" name="Google Shape;492;p38: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93" name="Google Shape;493;p38: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8"/>
        <p:cNvGrpSpPr/>
        <p:nvPr/>
      </p:nvGrpSpPr>
      <p:grpSpPr>
        <a:xfrm>
          <a:off x="0" y="0"/>
          <a:ext cx="0" cy="0"/>
          <a:chOff x="0" y="0"/>
          <a:chExt cx="0" cy="0"/>
        </a:xfrm>
      </p:grpSpPr>
      <p:sp>
        <p:nvSpPr>
          <p:cNvPr id="509" name="Google Shape;509;p39: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10" name="Google Shape;510;p39: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6"/>
        <p:cNvGrpSpPr/>
        <p:nvPr/>
      </p:nvGrpSpPr>
      <p:grpSpPr>
        <a:xfrm>
          <a:off x="0" y="0"/>
          <a:ext cx="0" cy="0"/>
          <a:chOff x="0" y="0"/>
          <a:chExt cx="0" cy="0"/>
        </a:xfrm>
      </p:grpSpPr>
      <p:sp>
        <p:nvSpPr>
          <p:cNvPr id="527" name="Google Shape;527;p40: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28" name="Google Shape;528;p40: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2"/>
        <p:cNvGrpSpPr/>
        <p:nvPr/>
      </p:nvGrpSpPr>
      <p:grpSpPr>
        <a:xfrm>
          <a:off x="0" y="0"/>
          <a:ext cx="0" cy="0"/>
          <a:chOff x="0" y="0"/>
          <a:chExt cx="0" cy="0"/>
        </a:xfrm>
      </p:grpSpPr>
      <p:sp>
        <p:nvSpPr>
          <p:cNvPr id="543" name="Google Shape;543;p41: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44" name="Google Shape;544;p41: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8"/>
        <p:cNvGrpSpPr/>
        <p:nvPr/>
      </p:nvGrpSpPr>
      <p:grpSpPr>
        <a:xfrm>
          <a:off x="0" y="0"/>
          <a:ext cx="0" cy="0"/>
          <a:chOff x="0" y="0"/>
          <a:chExt cx="0" cy="0"/>
        </a:xfrm>
      </p:grpSpPr>
      <p:sp>
        <p:nvSpPr>
          <p:cNvPr id="549" name="Google Shape;549;p42: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50" name="Google Shape;550;p42: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6"/>
        <p:cNvGrpSpPr/>
        <p:nvPr/>
      </p:nvGrpSpPr>
      <p:grpSpPr>
        <a:xfrm>
          <a:off x="0" y="0"/>
          <a:ext cx="0" cy="0"/>
          <a:chOff x="0" y="0"/>
          <a:chExt cx="0" cy="0"/>
        </a:xfrm>
      </p:grpSpPr>
      <p:sp>
        <p:nvSpPr>
          <p:cNvPr id="557" name="Google Shape;557;p43: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58" name="Google Shape;558;p43: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4"/>
        <p:cNvGrpSpPr/>
        <p:nvPr/>
      </p:nvGrpSpPr>
      <p:grpSpPr>
        <a:xfrm>
          <a:off x="0" y="0"/>
          <a:ext cx="0" cy="0"/>
          <a:chOff x="0" y="0"/>
          <a:chExt cx="0" cy="0"/>
        </a:xfrm>
      </p:grpSpPr>
      <p:sp>
        <p:nvSpPr>
          <p:cNvPr id="575" name="Google Shape;575;p44: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76" name="Google Shape;576;p44: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1"/>
        <p:cNvGrpSpPr/>
        <p:nvPr/>
      </p:nvGrpSpPr>
      <p:grpSpPr>
        <a:xfrm>
          <a:off x="0" y="0"/>
          <a:ext cx="0" cy="0"/>
          <a:chOff x="0" y="0"/>
          <a:chExt cx="0" cy="0"/>
        </a:xfrm>
      </p:grpSpPr>
      <p:sp>
        <p:nvSpPr>
          <p:cNvPr id="592" name="Google Shape;592;p45: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93" name="Google Shape;593;p45: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2"/>
        <p:cNvGrpSpPr/>
        <p:nvPr/>
      </p:nvGrpSpPr>
      <p:grpSpPr>
        <a:xfrm>
          <a:off x="0" y="0"/>
          <a:ext cx="0" cy="0"/>
          <a:chOff x="0" y="0"/>
          <a:chExt cx="0" cy="0"/>
        </a:xfrm>
      </p:grpSpPr>
      <p:sp>
        <p:nvSpPr>
          <p:cNvPr id="613" name="Google Shape;613;p46: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14" name="Google Shape;614;p46: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4"/>
        <p:cNvGrpSpPr/>
        <p:nvPr/>
      </p:nvGrpSpPr>
      <p:grpSpPr>
        <a:xfrm>
          <a:off x="0" y="0"/>
          <a:ext cx="0" cy="0"/>
          <a:chOff x="0" y="0"/>
          <a:chExt cx="0" cy="0"/>
        </a:xfrm>
      </p:grpSpPr>
      <p:sp>
        <p:nvSpPr>
          <p:cNvPr id="635" name="Google Shape;635;p47: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36" name="Google Shape;636;p47: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0"/>
        <p:cNvGrpSpPr/>
        <p:nvPr/>
      </p:nvGrpSpPr>
      <p:grpSpPr>
        <a:xfrm>
          <a:off x="0" y="0"/>
          <a:ext cx="0" cy="0"/>
          <a:chOff x="0" y="0"/>
          <a:chExt cx="0" cy="0"/>
        </a:xfrm>
      </p:grpSpPr>
      <p:sp>
        <p:nvSpPr>
          <p:cNvPr id="641" name="Google Shape;641;p48: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42" name="Google Shape;642;p48: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8"/>
        <p:cNvGrpSpPr/>
        <p:nvPr/>
      </p:nvGrpSpPr>
      <p:grpSpPr>
        <a:xfrm>
          <a:off x="0" y="0"/>
          <a:ext cx="0" cy="0"/>
          <a:chOff x="0" y="0"/>
          <a:chExt cx="0" cy="0"/>
        </a:xfrm>
      </p:grpSpPr>
      <p:sp>
        <p:nvSpPr>
          <p:cNvPr id="649" name="Google Shape;649;p49: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0" name="Google Shape;650;p49: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6"/>
        <p:cNvGrpSpPr/>
        <p:nvPr/>
      </p:nvGrpSpPr>
      <p:grpSpPr>
        <a:xfrm>
          <a:off x="0" y="0"/>
          <a:ext cx="0" cy="0"/>
          <a:chOff x="0" y="0"/>
          <a:chExt cx="0" cy="0"/>
        </a:xfrm>
      </p:grpSpPr>
      <p:sp>
        <p:nvSpPr>
          <p:cNvPr id="667" name="Google Shape;667;p50: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68" name="Google Shape;668;p50: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3"/>
        <p:cNvGrpSpPr/>
        <p:nvPr/>
      </p:nvGrpSpPr>
      <p:grpSpPr>
        <a:xfrm>
          <a:off x="0" y="0"/>
          <a:ext cx="0" cy="0"/>
          <a:chOff x="0" y="0"/>
          <a:chExt cx="0" cy="0"/>
        </a:xfrm>
      </p:grpSpPr>
      <p:sp>
        <p:nvSpPr>
          <p:cNvPr id="684" name="Google Shape;684;p51: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5" name="Google Shape;685;p51: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5"/>
        <p:cNvGrpSpPr/>
        <p:nvPr/>
      </p:nvGrpSpPr>
      <p:grpSpPr>
        <a:xfrm>
          <a:off x="0" y="0"/>
          <a:ext cx="0" cy="0"/>
          <a:chOff x="0" y="0"/>
          <a:chExt cx="0" cy="0"/>
        </a:xfrm>
      </p:grpSpPr>
      <p:sp>
        <p:nvSpPr>
          <p:cNvPr id="706" name="Google Shape;706;p52: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7" name="Google Shape;707;p52: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7"/>
        <p:cNvGrpSpPr/>
        <p:nvPr/>
      </p:nvGrpSpPr>
      <p:grpSpPr>
        <a:xfrm>
          <a:off x="0" y="0"/>
          <a:ext cx="0" cy="0"/>
          <a:chOff x="0" y="0"/>
          <a:chExt cx="0" cy="0"/>
        </a:xfrm>
      </p:grpSpPr>
      <p:sp>
        <p:nvSpPr>
          <p:cNvPr id="728" name="Google Shape;728;p53: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9" name="Google Shape;729;p53: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3"/>
        <p:cNvGrpSpPr/>
        <p:nvPr/>
      </p:nvGrpSpPr>
      <p:grpSpPr>
        <a:xfrm>
          <a:off x="0" y="0"/>
          <a:ext cx="0" cy="0"/>
          <a:chOff x="0" y="0"/>
          <a:chExt cx="0" cy="0"/>
        </a:xfrm>
      </p:grpSpPr>
      <p:sp>
        <p:nvSpPr>
          <p:cNvPr id="734" name="Google Shape;734;p54: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35" name="Google Shape;735;p54: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1"/>
        <p:cNvGrpSpPr/>
        <p:nvPr/>
      </p:nvGrpSpPr>
      <p:grpSpPr>
        <a:xfrm>
          <a:off x="0" y="0"/>
          <a:ext cx="0" cy="0"/>
          <a:chOff x="0" y="0"/>
          <a:chExt cx="0" cy="0"/>
        </a:xfrm>
      </p:grpSpPr>
      <p:sp>
        <p:nvSpPr>
          <p:cNvPr id="742" name="Google Shape;742;p55: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3" name="Google Shape;743;p55: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6"/>
        <p:cNvGrpSpPr/>
        <p:nvPr/>
      </p:nvGrpSpPr>
      <p:grpSpPr>
        <a:xfrm>
          <a:off x="0" y="0"/>
          <a:ext cx="0" cy="0"/>
          <a:chOff x="0" y="0"/>
          <a:chExt cx="0" cy="0"/>
        </a:xfrm>
      </p:grpSpPr>
      <p:sp>
        <p:nvSpPr>
          <p:cNvPr id="747" name="Google Shape;747;g36a222053df_0_0: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8" name="Google Shape;748;g36a222053df_0_0: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8"/>
        <p:cNvGrpSpPr/>
        <p:nvPr/>
      </p:nvGrpSpPr>
      <p:grpSpPr>
        <a:xfrm>
          <a:off x="0" y="0"/>
          <a:ext cx="0" cy="0"/>
          <a:chOff x="0" y="0"/>
          <a:chExt cx="0" cy="0"/>
        </a:xfrm>
      </p:grpSpPr>
      <p:pic>
        <p:nvPicPr>
          <p:cNvPr id="19" name="Google Shape;19;p7"/>
          <p:cNvPicPr preferRelativeResize="0"/>
          <p:nvPr/>
        </p:nvPicPr>
        <p:blipFill rotWithShape="1">
          <a:blip r:embed="rId2">
            <a:alphaModFix/>
          </a:blip>
          <a:srcRect l="-1" r="49658"/>
          <a:stretch/>
        </p:blipFill>
        <p:spPr>
          <a:xfrm>
            <a:off x="1" y="1"/>
            <a:ext cx="12191999" cy="1362268"/>
          </a:xfrm>
          <a:prstGeom prst="rect">
            <a:avLst/>
          </a:prstGeom>
          <a:noFill/>
          <a:ln>
            <a:noFill/>
          </a:ln>
        </p:spPr>
      </p:pic>
      <p:cxnSp>
        <p:nvCxnSpPr>
          <p:cNvPr id="20" name="Google Shape;20;p7"/>
          <p:cNvCxnSpPr/>
          <p:nvPr/>
        </p:nvCxnSpPr>
        <p:spPr>
          <a:xfrm>
            <a:off x="0" y="1362269"/>
            <a:ext cx="12192000" cy="0"/>
          </a:xfrm>
          <a:prstGeom prst="straightConnector1">
            <a:avLst/>
          </a:prstGeom>
          <a:noFill/>
          <a:ln w="9525" cap="flat" cmpd="sng">
            <a:solidFill>
              <a:srgbClr val="D5A10F"/>
            </a:solidFill>
            <a:prstDash val="solid"/>
            <a:miter lim="800000"/>
            <a:headEnd type="none" w="sm" len="sm"/>
            <a:tailEnd type="none" w="sm" len="sm"/>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9"/>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Arial"/>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4" name="Google Shape;24;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27" name="Google Shape;27;p9"/>
          <p:cNvCxnSpPr/>
          <p:nvPr/>
        </p:nvCxnSpPr>
        <p:spPr>
          <a:xfrm>
            <a:off x="0" y="1250297"/>
            <a:ext cx="12192000" cy="0"/>
          </a:xfrm>
          <a:prstGeom prst="straightConnector1">
            <a:avLst/>
          </a:prstGeom>
          <a:noFill/>
          <a:ln w="9525" cap="flat" cmpd="sng">
            <a:solidFill>
              <a:srgbClr val="D5A10F"/>
            </a:solidFill>
            <a:prstDash val="solid"/>
            <a:miter lim="800000"/>
            <a:headEnd type="none" w="sm" len="sm"/>
            <a:tailEnd type="none" w="sm" len="sm"/>
          </a:ln>
        </p:spPr>
      </p:cxnSp>
      <p:pic>
        <p:nvPicPr>
          <p:cNvPr id="28" name="Google Shape;28;p9"/>
          <p:cNvPicPr preferRelativeResize="0"/>
          <p:nvPr/>
        </p:nvPicPr>
        <p:blipFill rotWithShape="1">
          <a:blip r:embed="rId2">
            <a:alphaModFix/>
          </a:blip>
          <a:srcRect/>
          <a:stretch/>
        </p:blipFill>
        <p:spPr>
          <a:xfrm>
            <a:off x="0" y="-4761"/>
            <a:ext cx="12192000" cy="685800"/>
          </a:xfrm>
          <a:prstGeom prst="rect">
            <a:avLst/>
          </a:prstGeom>
          <a:noFill/>
          <a:ln>
            <a:noFill/>
          </a:ln>
        </p:spPr>
      </p:pic>
    </p:spTree>
  </p:cSld>
  <p:clrMapOvr>
    <a:masterClrMapping/>
  </p:clrMapOvr>
  <p:extLst>
    <p:ext uri="{DCECCB84-F9BA-43D5-87BE-67443E8EF086}">
      <p15:sldGuideLst xmlns:p15="http://schemas.microsoft.com/office/powerpoint/2012/main">
        <p15:guide id="1" pos="211">
          <p15:clr>
            <a:srgbClr val="5ACBF0"/>
          </p15:clr>
        </p15:guide>
        <p15:guide id="2" orient="horz" pos="686">
          <p15:clr>
            <a:srgbClr val="5ACBF0"/>
          </p15:clr>
        </p15:guide>
        <p15:guide id="3" orient="horz" pos="1049">
          <p15:clr>
            <a:srgbClr val="5ACBF0"/>
          </p15:clr>
        </p15:guide>
        <p15:guide id="4" orient="horz" pos="1321">
          <p15:clr>
            <a:srgbClr val="5ACBF0"/>
          </p15:clr>
        </p15:guide>
        <p15:guide id="5" orient="horz" pos="1842">
          <p15:clr>
            <a:srgbClr val="5ACBF0"/>
          </p15:clr>
        </p15:guide>
        <p15:guide id="6" pos="4067">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29"/>
        <p:cNvGrpSpPr/>
        <p:nvPr/>
      </p:nvGrpSpPr>
      <p:grpSpPr>
        <a:xfrm>
          <a:off x="0" y="0"/>
          <a:ext cx="0" cy="0"/>
          <a:chOff x="0" y="0"/>
          <a:chExt cx="0" cy="0"/>
        </a:xfrm>
      </p:grpSpPr>
      <p:sp>
        <p:nvSpPr>
          <p:cNvPr id="30" name="Google Shape;30;p10"/>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1" name="Google Shape;31;p10"/>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10"/>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3" name="Google Shape;33;p10"/>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 name="Google Shape;34;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37" name="Google Shape;37;p10"/>
          <p:cNvPicPr preferRelativeResize="0"/>
          <p:nvPr/>
        </p:nvPicPr>
        <p:blipFill rotWithShape="1">
          <a:blip r:embed="rId2">
            <a:alphaModFix/>
          </a:blip>
          <a:srcRect/>
          <a:stretch/>
        </p:blipFill>
        <p:spPr>
          <a:xfrm>
            <a:off x="0" y="-4761"/>
            <a:ext cx="12192000" cy="68580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8"/>
        <p:cNvGrpSpPr/>
        <p:nvPr/>
      </p:nvGrpSpPr>
      <p:grpSpPr>
        <a:xfrm>
          <a:off x="0" y="0"/>
          <a:ext cx="0" cy="0"/>
          <a:chOff x="0" y="0"/>
          <a:chExt cx="0" cy="0"/>
        </a:xfrm>
      </p:grpSpPr>
      <p:sp>
        <p:nvSpPr>
          <p:cNvPr id="39" name="Google Shape;39;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3"/>
        <p:cNvGrpSpPr/>
        <p:nvPr/>
      </p:nvGrpSpPr>
      <p:grpSpPr>
        <a:xfrm>
          <a:off x="0" y="0"/>
          <a:ext cx="0" cy="0"/>
          <a:chOff x="0" y="0"/>
          <a:chExt cx="0" cy="0"/>
        </a:xfrm>
      </p:grpSpPr>
      <p:sp>
        <p:nvSpPr>
          <p:cNvPr id="44" name="Google Shape;44;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7"/>
        <p:cNvGrpSpPr/>
        <p:nvPr/>
      </p:nvGrpSpPr>
      <p:grpSpPr>
        <a:xfrm>
          <a:off x="0" y="0"/>
          <a:ext cx="0" cy="0"/>
          <a:chOff x="0" y="0"/>
          <a:chExt cx="0" cy="0"/>
        </a:xfrm>
      </p:grpSpPr>
      <p:sp>
        <p:nvSpPr>
          <p:cNvPr id="48" name="Google Shape;48;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0" name="Google Shape;50;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1" name="Google Shape;51;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4"/>
        <p:cNvGrpSpPr/>
        <p:nvPr/>
      </p:nvGrpSpPr>
      <p:grpSpPr>
        <a:xfrm>
          <a:off x="0" y="0"/>
          <a:ext cx="0" cy="0"/>
          <a:chOff x="0" y="0"/>
          <a:chExt cx="0" cy="0"/>
        </a:xfrm>
      </p:grpSpPr>
      <p:sp>
        <p:nvSpPr>
          <p:cNvPr id="55" name="Google Shape;55;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5"/>
          <p:cNvSpPr>
            <a:spLocks noGrp="1"/>
          </p:cNvSpPr>
          <p:nvPr>
            <p:ph type="pic" idx="2"/>
          </p:nvPr>
        </p:nvSpPr>
        <p:spPr>
          <a:xfrm>
            <a:off x="5183188" y="987425"/>
            <a:ext cx="6172200" cy="4873625"/>
          </a:xfrm>
          <a:prstGeom prst="rect">
            <a:avLst/>
          </a:prstGeom>
          <a:noFill/>
          <a:ln>
            <a:noFill/>
          </a:ln>
        </p:spPr>
      </p:sp>
      <p:sp>
        <p:nvSpPr>
          <p:cNvPr id="57" name="Google Shape;57;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61"/>
        <p:cNvGrpSpPr/>
        <p:nvPr/>
      </p:nvGrpSpPr>
      <p:grpSpPr>
        <a:xfrm>
          <a:off x="0" y="0"/>
          <a:ext cx="0" cy="0"/>
          <a:chOff x="0" y="0"/>
          <a:chExt cx="0" cy="0"/>
        </a:xfrm>
      </p:grpSpPr>
      <p:sp>
        <p:nvSpPr>
          <p:cNvPr id="62" name="Google Shape;62;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4" name="Google Shape;64;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5" name="Google Shape;15;p6"/>
          <p:cNvSpPr txBox="1"/>
          <p:nvPr/>
        </p:nvSpPr>
        <p:spPr>
          <a:xfrm>
            <a:off x="5480050" y="63500"/>
            <a:ext cx="1254125" cy="12192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n-US" sz="800" b="0" i="0" u="none" strike="noStrike" cap="none">
                <a:solidFill>
                  <a:srgbClr val="000000"/>
                </a:solidFill>
                <a:latin typeface="Calibri"/>
                <a:ea typeface="Calibri"/>
                <a:cs typeface="Calibri"/>
                <a:sym typeface="Calibri"/>
              </a:rPr>
              <a:t>SMU Classification: Restricted</a:t>
            </a:r>
            <a:endParaRPr sz="1400" b="0" i="0" u="none" strike="noStrike" cap="none">
              <a:solidFill>
                <a:srgbClr val="000000"/>
              </a:solidFill>
              <a:latin typeface="Arial"/>
              <a:ea typeface="Arial"/>
              <a:cs typeface="Arial"/>
              <a:sym typeface="Arial"/>
            </a:endParaRPr>
          </a:p>
        </p:txBody>
      </p:sp>
      <p:sp>
        <p:nvSpPr>
          <p:cNvPr id="16" name="Google Shape;16;p6"/>
          <p:cNvSpPr txBox="1"/>
          <p:nvPr/>
        </p:nvSpPr>
        <p:spPr>
          <a:xfrm>
            <a:off x="5480050" y="63500"/>
            <a:ext cx="1254125" cy="12192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n-US" sz="800" b="0" i="0" u="none" strike="noStrike" cap="none">
                <a:solidFill>
                  <a:srgbClr val="000000"/>
                </a:solidFill>
                <a:latin typeface="Calibri"/>
                <a:ea typeface="Calibri"/>
                <a:cs typeface="Calibri"/>
                <a:sym typeface="Calibri"/>
              </a:rPr>
              <a:t>SMU Classification: Restricted</a:t>
            </a:r>
            <a:endParaRPr sz="1400" b="0" i="0" u="none" strike="noStrike" cap="none">
              <a:solidFill>
                <a:srgbClr val="000000"/>
              </a:solidFill>
              <a:latin typeface="Arial"/>
              <a:ea typeface="Arial"/>
              <a:cs typeface="Arial"/>
              <a:sym typeface="Arial"/>
            </a:endParaRPr>
          </a:p>
        </p:txBody>
      </p:sp>
      <p:sp>
        <p:nvSpPr>
          <p:cNvPr id="17" name="Google Shape;17;p6"/>
          <p:cNvSpPr txBox="1"/>
          <p:nvPr/>
        </p:nvSpPr>
        <p:spPr>
          <a:xfrm>
            <a:off x="5428425" y="63500"/>
            <a:ext cx="1355725" cy="12192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800" b="0" i="0" u="none" strike="noStrike" cap="none">
                <a:solidFill>
                  <a:srgbClr val="000000"/>
                </a:solidFill>
                <a:latin typeface="Arial"/>
                <a:ea typeface="Arial"/>
                <a:cs typeface="Arial"/>
                <a:sym typeface="Arial"/>
              </a:rPr>
              <a:t>SMU Classification: Restricted</a:t>
            </a:r>
            <a:endParaRPr/>
          </a:p>
        </p:txBody>
      </p:sp>
      <p:sp>
        <p:nvSpPr>
          <p:cNvPr id="3" name="TextBox 2">
            <a:extLst>
              <a:ext uri="{FF2B5EF4-FFF2-40B4-BE49-F238E27FC236}">
                <a16:creationId xmlns:a16="http://schemas.microsoft.com/office/drawing/2014/main" id="{FF8491DD-1145-7DD1-2466-EBAD61BF84EC}"/>
              </a:ext>
            </a:extLst>
          </p:cNvPr>
          <p:cNvSpPr txBox="1"/>
          <p:nvPr userDrawn="1">
            <p:extLst>
              <p:ext uri="{1162E1C5-73C7-4A58-AE30-91384D911F3F}">
                <p184:classification xmlns:p184="http://schemas.microsoft.com/office/powerpoint/2018/4/main" val="hdr"/>
              </p:ext>
            </p:extLst>
          </p:nvPr>
        </p:nvSpPr>
        <p:spPr>
          <a:xfrm>
            <a:off x="5428425" y="63500"/>
            <a:ext cx="1355725" cy="121920"/>
          </a:xfrm>
          <a:prstGeom prst="rect">
            <a:avLst/>
          </a:prstGeom>
        </p:spPr>
        <p:txBody>
          <a:bodyPr horzOverflow="overflow" lIns="0" tIns="0" rIns="0" bIns="0">
            <a:spAutoFit/>
          </a:bodyPr>
          <a:lstStyle/>
          <a:p>
            <a:pPr algn="l"/>
            <a:r>
              <a:rPr lang="en-US" sz="800">
                <a:solidFill>
                  <a:srgbClr val="000000">
                    <a:alpha val="50000"/>
                  </a:srgbClr>
                </a:solidFill>
                <a:latin typeface="Aptos" panose="020B0004020202020204" pitchFamily="34" charset="0"/>
              </a:rPr>
              <a:t>SMU Classification: Restricted</a:t>
            </a: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hyperlink" Target="https://mongoosejs.com/docs/api/model.html#Model.find()," TargetMode="External"/><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hyperlink" Target="https://mongoosejs.com/docs/api/model.html#Model.findOne()" TargetMode="External"/><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8.xml"/><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32.png"/></Relationships>
</file>

<file path=ppt/slides/_rels/slide5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hyperlink" Target="https://mongoosejs.com/docs/api/model.html#Model.findOne()" TargetMode="External"/><Relationship Id="rId2" Type="http://schemas.openxmlformats.org/officeDocument/2006/relationships/notesSlide" Target="../notesSlides/notesSlide52.xml"/><Relationship Id="rId1" Type="http://schemas.openxmlformats.org/officeDocument/2006/relationships/slideLayout" Target="../slideLayouts/slideLayout2.xml"/><Relationship Id="rId4" Type="http://schemas.openxmlformats.org/officeDocument/2006/relationships/hyperlink" Target="https://mongoosejs.com/docs/api/model.html#Model.updateOne()" TargetMode="Externa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5.xml"/><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image" Target="../media/image36.png"/></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hyperlink" Target="https://mongoosejs.com/docs/api/model.html#Model.findOne()" TargetMode="External"/><Relationship Id="rId2" Type="http://schemas.openxmlformats.org/officeDocument/2006/relationships/notesSlide" Target="../notesSlides/notesSlide58.xml"/><Relationship Id="rId1" Type="http://schemas.openxmlformats.org/officeDocument/2006/relationships/slideLayout" Target="../slideLayouts/slideLayout2.xml"/><Relationship Id="rId4" Type="http://schemas.openxmlformats.org/officeDocument/2006/relationships/hyperlink" Target="https://mongoosejs.com/docs/api/model.html#Model.deleteOne()" TargetMode="Externa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61.xml"/><Relationship Id="rId1" Type="http://schemas.openxmlformats.org/officeDocument/2006/relationships/slideLayout" Target="../slideLayouts/slideLayout2.xml"/><Relationship Id="rId5" Type="http://schemas.openxmlformats.org/officeDocument/2006/relationships/image" Target="../media/image40.png"/><Relationship Id="rId4" Type="http://schemas.openxmlformats.org/officeDocument/2006/relationships/image" Target="../media/image39.png"/></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
          <p:cNvSpPr/>
          <p:nvPr/>
        </p:nvSpPr>
        <p:spPr>
          <a:xfrm>
            <a:off x="319075" y="2259075"/>
            <a:ext cx="11516700" cy="1253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ctr" rtl="0">
              <a:lnSpc>
                <a:spcPct val="90000"/>
              </a:lnSpc>
              <a:spcBef>
                <a:spcPts val="0"/>
              </a:spcBef>
              <a:spcAft>
                <a:spcPts val="0"/>
              </a:spcAft>
              <a:buClr>
                <a:srgbClr val="000000"/>
              </a:buClr>
              <a:buSzPts val="4200"/>
              <a:buFont typeface="Arial"/>
              <a:buNone/>
            </a:pPr>
            <a:r>
              <a:rPr lang="en-US" sz="4200" b="1" i="0" u="none" strike="noStrike" cap="none">
                <a:solidFill>
                  <a:srgbClr val="11175E"/>
                </a:solidFill>
                <a:latin typeface="Arial"/>
                <a:ea typeface="Arial"/>
                <a:cs typeface="Arial"/>
                <a:sym typeface="Arial"/>
              </a:rPr>
              <a:t>IS113</a:t>
            </a:r>
            <a:endParaRPr sz="4200" b="1" i="0" u="none" strike="noStrike" cap="none">
              <a:solidFill>
                <a:srgbClr val="11175E"/>
              </a:solidFill>
              <a:latin typeface="Arial"/>
              <a:ea typeface="Arial"/>
              <a:cs typeface="Arial"/>
              <a:sym typeface="Arial"/>
            </a:endParaRPr>
          </a:p>
          <a:p>
            <a:pPr marL="0" marR="0" lvl="0" indent="0" algn="ctr" rtl="0">
              <a:lnSpc>
                <a:spcPct val="90000"/>
              </a:lnSpc>
              <a:spcBef>
                <a:spcPts val="0"/>
              </a:spcBef>
              <a:spcAft>
                <a:spcPts val="0"/>
              </a:spcAft>
              <a:buClr>
                <a:srgbClr val="000000"/>
              </a:buClr>
              <a:buSzPts val="4200"/>
              <a:buFont typeface="Arial"/>
              <a:buNone/>
            </a:pPr>
            <a:r>
              <a:rPr lang="en-US" sz="4200" b="1" i="0" u="none" strike="noStrike" cap="none">
                <a:solidFill>
                  <a:srgbClr val="11175E"/>
                </a:solidFill>
                <a:latin typeface="Arial"/>
                <a:ea typeface="Arial"/>
                <a:cs typeface="Arial"/>
                <a:sym typeface="Arial"/>
              </a:rPr>
              <a:t>Web Application Development I</a:t>
            </a:r>
            <a:endParaRPr sz="4200" b="1" i="0" u="none" strike="noStrike" cap="none">
              <a:solidFill>
                <a:srgbClr val="11175E"/>
              </a:solidFill>
              <a:latin typeface="Arial"/>
              <a:ea typeface="Arial"/>
              <a:cs typeface="Arial"/>
              <a:sym typeface="Arial"/>
            </a:endParaRPr>
          </a:p>
        </p:txBody>
      </p:sp>
      <p:sp>
        <p:nvSpPr>
          <p:cNvPr id="72" name="Google Shape;72;p1"/>
          <p:cNvSpPr txBox="1"/>
          <p:nvPr/>
        </p:nvSpPr>
        <p:spPr>
          <a:xfrm>
            <a:off x="369450" y="4119775"/>
            <a:ext cx="11453100" cy="1715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800"/>
              <a:buFont typeface="Arial"/>
              <a:buNone/>
            </a:pPr>
            <a:r>
              <a:rPr lang="en-US" sz="2800" b="1" i="0" u="none" strike="noStrike" cap="none">
                <a:solidFill>
                  <a:srgbClr val="000000"/>
                </a:solidFill>
                <a:latin typeface="Arial"/>
                <a:ea typeface="Arial"/>
                <a:cs typeface="Arial"/>
                <a:sym typeface="Arial"/>
              </a:rPr>
              <a:t>Week 10</a:t>
            </a:r>
            <a:endParaRPr sz="2800" b="1"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800"/>
              <a:buFont typeface="Arial"/>
              <a:buNone/>
            </a:pPr>
            <a:endParaRPr sz="2800" b="1"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a:solidFill>
                  <a:srgbClr val="000000"/>
                </a:solidFill>
                <a:latin typeface="Arial"/>
                <a:ea typeface="Arial"/>
                <a:cs typeface="Arial"/>
                <a:sym typeface="Arial"/>
              </a:rPr>
              <a:t>Database Interactions: MongoDB with Mongoose</a:t>
            </a:r>
            <a:endParaRPr sz="22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endParaRPr sz="2200" b="0" i="0" u="none" strike="noStrike" cap="non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g36a222053df_0_5"/>
          <p:cNvSpPr txBox="1"/>
          <p:nvPr/>
        </p:nvSpPr>
        <p:spPr>
          <a:xfrm>
            <a:off x="135242" y="1381451"/>
            <a:ext cx="11672100" cy="5401200"/>
          </a:xfrm>
          <a:prstGeom prst="rect">
            <a:avLst/>
          </a:prstGeom>
          <a:noFill/>
          <a:ln>
            <a:noFill/>
          </a:ln>
        </p:spPr>
        <p:txBody>
          <a:bodyPr spcFirstLastPara="1" wrap="square" lIns="91425" tIns="91425" rIns="91425" bIns="91425" anchor="t" anchorCtr="0">
            <a:noAutofit/>
          </a:bodyPr>
          <a:lstStyle/>
          <a:p>
            <a:pPr marL="457200" marR="0" lvl="0" indent="-330200" algn="l" rtl="0">
              <a:lnSpc>
                <a:spcPct val="100000"/>
              </a:lnSpc>
              <a:spcBef>
                <a:spcPts val="0"/>
              </a:spcBef>
              <a:spcAft>
                <a:spcPts val="0"/>
              </a:spcAft>
              <a:buClr>
                <a:srgbClr val="000000"/>
              </a:buClr>
              <a:buSzPts val="1600"/>
              <a:buFont typeface="Arial"/>
              <a:buChar char="●"/>
            </a:pPr>
            <a:r>
              <a:rPr lang="en-US" sz="1800" b="1" i="0" u="none" strike="noStrike" cap="none" dirty="0">
                <a:solidFill>
                  <a:srgbClr val="000000"/>
                </a:solidFill>
                <a:latin typeface="Arial"/>
                <a:ea typeface="Arial"/>
                <a:cs typeface="Arial"/>
                <a:sym typeface="Arial"/>
              </a:rPr>
              <a:t>Introduction to Mongoose</a:t>
            </a:r>
            <a:endParaRPr sz="1400" b="0" i="0" u="none" strike="noStrike" cap="none" dirty="0">
              <a:solidFill>
                <a:srgbClr val="000000"/>
              </a:solidFill>
              <a:latin typeface="Arial"/>
              <a:ea typeface="Arial"/>
              <a:cs typeface="Arial"/>
              <a:sym typeface="Arial"/>
            </a:endParaRPr>
          </a:p>
          <a:p>
            <a:pPr marL="914400" marR="0" lvl="1" indent="-330200" algn="l" rtl="0">
              <a:lnSpc>
                <a:spcPct val="100000"/>
              </a:lnSpc>
              <a:spcBef>
                <a:spcPts val="0"/>
              </a:spcBef>
              <a:spcAft>
                <a:spcPts val="0"/>
              </a:spcAft>
              <a:buClr>
                <a:schemeClr val="dk1"/>
              </a:buClr>
              <a:buSzPts val="1600"/>
              <a:buFont typeface="Arial"/>
              <a:buChar char="○"/>
            </a:pPr>
            <a:r>
              <a:rPr lang="en-US" sz="1600" b="0" i="0" u="none" strike="noStrike" cap="none" dirty="0">
                <a:solidFill>
                  <a:schemeClr val="dk1"/>
                </a:solidFill>
                <a:latin typeface="Arial"/>
                <a:ea typeface="Arial"/>
                <a:cs typeface="Arial"/>
                <a:sym typeface="Arial"/>
              </a:rPr>
              <a:t>What is Mongoose?</a:t>
            </a:r>
            <a:endParaRPr sz="1600" b="0" i="0" u="none" strike="noStrike" cap="none" dirty="0">
              <a:solidFill>
                <a:srgbClr val="000000"/>
              </a:solidFill>
              <a:latin typeface="Arial"/>
              <a:ea typeface="Arial"/>
              <a:cs typeface="Arial"/>
              <a:sym typeface="Arial"/>
            </a:endParaRPr>
          </a:p>
          <a:p>
            <a:pPr marL="914400" marR="0" lvl="1" indent="-330200" algn="l" rtl="0">
              <a:lnSpc>
                <a:spcPct val="100000"/>
              </a:lnSpc>
              <a:spcBef>
                <a:spcPts val="0"/>
              </a:spcBef>
              <a:spcAft>
                <a:spcPts val="0"/>
              </a:spcAft>
              <a:buClr>
                <a:schemeClr val="dk1"/>
              </a:buClr>
              <a:buSzPts val="1600"/>
              <a:buFont typeface="Arial"/>
              <a:buChar char="○"/>
            </a:pPr>
            <a:r>
              <a:rPr lang="en-US" sz="1600" b="0" i="0" u="none" strike="noStrike" cap="none" dirty="0">
                <a:solidFill>
                  <a:schemeClr val="dk1"/>
                </a:solidFill>
                <a:latin typeface="Arial"/>
                <a:ea typeface="Arial"/>
                <a:cs typeface="Arial"/>
                <a:sym typeface="Arial"/>
              </a:rPr>
              <a:t>Create a </a:t>
            </a:r>
            <a:r>
              <a:rPr lang="en-US" sz="1600" b="1" i="0" u="none" strike="noStrike" cap="none" dirty="0">
                <a:solidFill>
                  <a:schemeClr val="dk1"/>
                </a:solidFill>
                <a:latin typeface="Consolas"/>
                <a:ea typeface="Consolas"/>
                <a:cs typeface="Consolas"/>
                <a:sym typeface="Consolas"/>
              </a:rPr>
              <a:t>.ENV</a:t>
            </a:r>
            <a:r>
              <a:rPr lang="en-US" sz="1600" b="0" i="0" u="none" strike="noStrike" cap="none" dirty="0">
                <a:solidFill>
                  <a:schemeClr val="dk1"/>
                </a:solidFill>
                <a:latin typeface="Arial"/>
                <a:ea typeface="Arial"/>
                <a:cs typeface="Arial"/>
                <a:sym typeface="Arial"/>
              </a:rPr>
              <a:t> file  </a:t>
            </a:r>
            <a:endParaRPr sz="1600" b="0" i="0" u="none" strike="noStrike" cap="none" dirty="0">
              <a:solidFill>
                <a:srgbClr val="000000"/>
              </a:solidFill>
              <a:latin typeface="Arial"/>
              <a:ea typeface="Arial"/>
              <a:cs typeface="Arial"/>
              <a:sym typeface="Arial"/>
            </a:endParaRPr>
          </a:p>
          <a:p>
            <a:pPr marL="914400" marR="0" lvl="1" indent="-330200" algn="l" rtl="0">
              <a:lnSpc>
                <a:spcPct val="100000"/>
              </a:lnSpc>
              <a:spcBef>
                <a:spcPts val="0"/>
              </a:spcBef>
              <a:spcAft>
                <a:spcPts val="0"/>
              </a:spcAft>
              <a:buClr>
                <a:schemeClr val="dk1"/>
              </a:buClr>
              <a:buSzPts val="1600"/>
              <a:buFont typeface="Arial"/>
              <a:buChar char="○"/>
            </a:pPr>
            <a:r>
              <a:rPr lang="en-US" sz="1600" b="0" i="0" u="none" strike="noStrike" cap="none" dirty="0">
                <a:solidFill>
                  <a:schemeClr val="dk1"/>
                </a:solidFill>
                <a:latin typeface="Arial"/>
                <a:ea typeface="Arial"/>
                <a:cs typeface="Arial"/>
                <a:sym typeface="Arial"/>
              </a:rPr>
              <a:t>ENV: What is </a:t>
            </a:r>
            <a:r>
              <a:rPr lang="en-US" sz="1600" b="1" i="0" u="none" strike="noStrike" cap="none" dirty="0">
                <a:solidFill>
                  <a:schemeClr val="dk1"/>
                </a:solidFill>
                <a:latin typeface="Consolas"/>
                <a:ea typeface="Consolas"/>
                <a:cs typeface="Consolas"/>
                <a:sym typeface="Consolas"/>
              </a:rPr>
              <a:t>ENV?</a:t>
            </a:r>
            <a:endParaRPr sz="1600" b="1" i="0" u="none" strike="noStrike" cap="none" dirty="0">
              <a:solidFill>
                <a:schemeClr val="dk1"/>
              </a:solidFill>
              <a:latin typeface="Consolas"/>
              <a:ea typeface="Consolas"/>
              <a:cs typeface="Consolas"/>
              <a:sym typeface="Consolas"/>
            </a:endParaRPr>
          </a:p>
          <a:p>
            <a:pPr marL="914400" marR="0" lvl="1" indent="-330200" algn="l" rtl="0">
              <a:lnSpc>
                <a:spcPct val="100000"/>
              </a:lnSpc>
              <a:spcBef>
                <a:spcPts val="0"/>
              </a:spcBef>
              <a:spcAft>
                <a:spcPts val="0"/>
              </a:spcAft>
              <a:buClr>
                <a:schemeClr val="dk1"/>
              </a:buClr>
              <a:buSzPts val="1600"/>
              <a:buFont typeface="Arial"/>
              <a:buChar char="○"/>
            </a:pPr>
            <a:r>
              <a:rPr lang="en-US" sz="1600" b="0" i="0" u="none" strike="noStrike" cap="none" dirty="0">
                <a:solidFill>
                  <a:schemeClr val="dk1"/>
                </a:solidFill>
                <a:latin typeface="Arial"/>
                <a:ea typeface="Arial"/>
                <a:cs typeface="Arial"/>
                <a:sym typeface="Arial"/>
              </a:rPr>
              <a:t>Install Mongoose and </a:t>
            </a:r>
            <a:r>
              <a:rPr lang="en-US" sz="1600" b="1" i="0" u="none" strike="noStrike" cap="none" dirty="0" err="1">
                <a:solidFill>
                  <a:schemeClr val="dk1"/>
                </a:solidFill>
                <a:latin typeface="Consolas"/>
                <a:ea typeface="Consolas"/>
                <a:cs typeface="Consolas"/>
                <a:sym typeface="Consolas"/>
              </a:rPr>
              <a:t>dotenv</a:t>
            </a:r>
            <a:r>
              <a:rPr lang="en-US" sz="1600" b="0" i="0" u="none" strike="noStrike" cap="none" dirty="0">
                <a:solidFill>
                  <a:schemeClr val="dk1"/>
                </a:solidFill>
                <a:latin typeface="Arial"/>
                <a:ea typeface="Arial"/>
                <a:cs typeface="Arial"/>
                <a:sym typeface="Arial"/>
              </a:rPr>
              <a:t> and connect to the database</a:t>
            </a:r>
            <a:endParaRPr sz="1600" b="0" i="0" u="none" strike="noStrike" cap="none" dirty="0">
              <a:solidFill>
                <a:srgbClr val="000000"/>
              </a:solidFill>
              <a:latin typeface="Arial"/>
              <a:ea typeface="Arial"/>
              <a:cs typeface="Arial"/>
              <a:sym typeface="Arial"/>
            </a:endParaRPr>
          </a:p>
          <a:p>
            <a:pPr marL="914400" marR="0" lvl="1" indent="-330200" algn="l" rtl="0">
              <a:lnSpc>
                <a:spcPct val="100000"/>
              </a:lnSpc>
              <a:spcBef>
                <a:spcPts val="0"/>
              </a:spcBef>
              <a:spcAft>
                <a:spcPts val="0"/>
              </a:spcAft>
              <a:buClr>
                <a:schemeClr val="dk1"/>
              </a:buClr>
              <a:buSzPts val="1600"/>
              <a:buFont typeface="Arial"/>
              <a:buChar char="○"/>
            </a:pPr>
            <a:r>
              <a:rPr lang="en-US" sz="1600" b="0" i="0" u="none" strike="noStrike" cap="none" dirty="0">
                <a:solidFill>
                  <a:schemeClr val="dk1"/>
                </a:solidFill>
                <a:latin typeface="Arial"/>
                <a:ea typeface="Arial"/>
                <a:cs typeface="Arial"/>
                <a:sym typeface="Arial"/>
              </a:rPr>
              <a:t>Creating a Schema</a:t>
            </a:r>
            <a:endParaRPr sz="1600" b="0" i="0" u="none" strike="noStrike" cap="none" dirty="0">
              <a:solidFill>
                <a:srgbClr val="000000"/>
              </a:solidFill>
              <a:latin typeface="Arial"/>
              <a:ea typeface="Arial"/>
              <a:cs typeface="Arial"/>
              <a:sym typeface="Arial"/>
            </a:endParaRPr>
          </a:p>
          <a:p>
            <a:pPr marL="914400" marR="0" lvl="1" indent="-330200" algn="l" rtl="0">
              <a:lnSpc>
                <a:spcPct val="100000"/>
              </a:lnSpc>
              <a:spcBef>
                <a:spcPts val="0"/>
              </a:spcBef>
              <a:spcAft>
                <a:spcPts val="0"/>
              </a:spcAft>
              <a:buClr>
                <a:schemeClr val="dk1"/>
              </a:buClr>
              <a:buSzPts val="1600"/>
              <a:buFont typeface="Arial"/>
              <a:buChar char="○"/>
            </a:pPr>
            <a:r>
              <a:rPr lang="en-US" sz="1600" b="0" i="0" u="none" strike="noStrike" cap="none" dirty="0">
                <a:solidFill>
                  <a:schemeClr val="dk1"/>
                </a:solidFill>
                <a:latin typeface="Arial"/>
                <a:ea typeface="Arial"/>
                <a:cs typeface="Arial"/>
                <a:sym typeface="Arial"/>
              </a:rPr>
              <a:t>How to create new document using script  (for testing)</a:t>
            </a:r>
            <a:endParaRPr sz="1600" b="0" i="0" u="none" strike="noStrike" cap="none" dirty="0">
              <a:solidFill>
                <a:srgbClr val="000000"/>
              </a:solidFill>
              <a:latin typeface="Arial"/>
              <a:ea typeface="Arial"/>
              <a:cs typeface="Arial"/>
              <a:sym typeface="Arial"/>
            </a:endParaRPr>
          </a:p>
          <a:p>
            <a:pPr marL="914400" marR="0" lvl="1" indent="-330200" algn="l" rtl="0">
              <a:lnSpc>
                <a:spcPct val="100000"/>
              </a:lnSpc>
              <a:spcBef>
                <a:spcPts val="0"/>
              </a:spcBef>
              <a:spcAft>
                <a:spcPts val="0"/>
              </a:spcAft>
              <a:buClr>
                <a:schemeClr val="dk1"/>
              </a:buClr>
              <a:buSzPts val="1600"/>
              <a:buFont typeface="Arial"/>
              <a:buChar char="○"/>
            </a:pPr>
            <a:r>
              <a:rPr lang="en-US" sz="1600" b="0" i="0" u="none" strike="noStrike" cap="none" dirty="0">
                <a:solidFill>
                  <a:schemeClr val="dk1"/>
                </a:solidFill>
                <a:latin typeface="Arial"/>
                <a:ea typeface="Arial"/>
                <a:cs typeface="Arial"/>
                <a:sym typeface="Arial"/>
              </a:rPr>
              <a:t>How to import bulk data using </a:t>
            </a:r>
            <a:r>
              <a:rPr lang="en-US" sz="1600" b="1" i="0" u="none" strike="noStrike" cap="none" dirty="0">
                <a:solidFill>
                  <a:schemeClr val="dk1"/>
                </a:solidFill>
                <a:latin typeface="Arial"/>
                <a:ea typeface="Arial"/>
                <a:cs typeface="Arial"/>
                <a:sym typeface="Arial"/>
              </a:rPr>
              <a:t>Compass</a:t>
            </a:r>
            <a:r>
              <a:rPr lang="en-US" sz="1600" b="0" i="0" u="none" strike="noStrike" cap="none" dirty="0">
                <a:solidFill>
                  <a:schemeClr val="dk1"/>
                </a:solidFill>
                <a:latin typeface="Arial"/>
                <a:ea typeface="Arial"/>
                <a:cs typeface="Arial"/>
                <a:sym typeface="Arial"/>
              </a:rPr>
              <a:t> app</a:t>
            </a:r>
            <a:endParaRPr sz="1600" b="0" i="0" u="none" strike="noStrike" cap="none" dirty="0">
              <a:solidFill>
                <a:srgbClr val="000000"/>
              </a:solidFill>
              <a:latin typeface="Arial"/>
              <a:ea typeface="Arial"/>
              <a:cs typeface="Arial"/>
              <a:sym typeface="Arial"/>
            </a:endParaRPr>
          </a:p>
          <a:p>
            <a:pPr marL="914400" marR="0" lvl="2" indent="-228600" algn="l" rtl="0">
              <a:lnSpc>
                <a:spcPct val="100000"/>
              </a:lnSpc>
              <a:spcBef>
                <a:spcPts val="0"/>
              </a:spcBef>
              <a:spcAft>
                <a:spcPts val="0"/>
              </a:spcAft>
              <a:buClr>
                <a:schemeClr val="dk1"/>
              </a:buClr>
              <a:buSzPts val="1600"/>
              <a:buFont typeface="Arial"/>
              <a:buNone/>
            </a:pPr>
            <a:endParaRPr sz="800" b="0" i="0" u="none" strike="noStrike" cap="none" dirty="0">
              <a:solidFill>
                <a:schemeClr val="dk1"/>
              </a:solidFill>
              <a:latin typeface="Arial"/>
              <a:ea typeface="Arial"/>
              <a:cs typeface="Arial"/>
              <a:sym typeface="Arial"/>
            </a:endParaRPr>
          </a:p>
          <a:p>
            <a:pPr marL="457200" marR="0" lvl="0" indent="-330200" algn="l" rtl="0">
              <a:lnSpc>
                <a:spcPct val="100000"/>
              </a:lnSpc>
              <a:spcBef>
                <a:spcPts val="0"/>
              </a:spcBef>
              <a:spcAft>
                <a:spcPts val="0"/>
              </a:spcAft>
              <a:buClr>
                <a:srgbClr val="000000"/>
              </a:buClr>
              <a:buSzPts val="1600"/>
              <a:buFont typeface="Arial"/>
              <a:buChar char="●"/>
            </a:pPr>
            <a:r>
              <a:rPr lang="en-US" sz="1800" b="1" i="0" u="none" strike="noStrike" cap="none" dirty="0">
                <a:solidFill>
                  <a:srgbClr val="C00000"/>
                </a:solidFill>
                <a:latin typeface="Arial"/>
                <a:ea typeface="Arial"/>
                <a:cs typeface="Arial"/>
                <a:sym typeface="Arial"/>
              </a:rPr>
              <a:t>CRUD</a:t>
            </a:r>
            <a:r>
              <a:rPr lang="en-US" sz="1800" b="1" i="0" u="none" strike="noStrike" cap="none" dirty="0">
                <a:solidFill>
                  <a:schemeClr val="dk1"/>
                </a:solidFill>
                <a:latin typeface="Arial"/>
                <a:ea typeface="Arial"/>
                <a:cs typeface="Arial"/>
                <a:sym typeface="Arial"/>
              </a:rPr>
              <a:t> using Mongoose</a:t>
            </a:r>
            <a:endParaRPr sz="1400" b="0" i="0" u="none" strike="noStrike" cap="none" dirty="0">
              <a:solidFill>
                <a:srgbClr val="000000"/>
              </a:solidFill>
              <a:latin typeface="Arial"/>
              <a:ea typeface="Arial"/>
              <a:cs typeface="Arial"/>
              <a:sym typeface="Arial"/>
            </a:endParaRPr>
          </a:p>
          <a:p>
            <a:pPr marL="457200" marR="0" lvl="0" indent="-228600" algn="l" rtl="0">
              <a:lnSpc>
                <a:spcPct val="100000"/>
              </a:lnSpc>
              <a:spcBef>
                <a:spcPts val="0"/>
              </a:spcBef>
              <a:spcAft>
                <a:spcPts val="0"/>
              </a:spcAft>
              <a:buClr>
                <a:srgbClr val="000000"/>
              </a:buClr>
              <a:buSzPts val="1600"/>
              <a:buFont typeface="Arial"/>
              <a:buNone/>
            </a:pPr>
            <a:endParaRPr sz="1600" b="0" i="0" u="none" strike="noStrike" cap="none" dirty="0">
              <a:solidFill>
                <a:srgbClr val="000000"/>
              </a:solidFill>
              <a:latin typeface="Arial"/>
              <a:ea typeface="Arial"/>
              <a:cs typeface="Arial"/>
              <a:sym typeface="Arial"/>
            </a:endParaRPr>
          </a:p>
          <a:p>
            <a:pPr marL="457200" marR="0" lvl="0" indent="-228600" algn="l" rtl="0">
              <a:lnSpc>
                <a:spcPct val="100000"/>
              </a:lnSpc>
              <a:spcBef>
                <a:spcPts val="0"/>
              </a:spcBef>
              <a:spcAft>
                <a:spcPts val="0"/>
              </a:spcAft>
              <a:buClr>
                <a:srgbClr val="000000"/>
              </a:buClr>
              <a:buSzPts val="1600"/>
              <a:buFont typeface="Arial"/>
              <a:buNone/>
            </a:pPr>
            <a:endParaRPr sz="1600" b="0" i="0" u="none" strike="noStrike" cap="none" dirty="0">
              <a:solidFill>
                <a:srgbClr val="000000"/>
              </a:solidFill>
              <a:latin typeface="Arial"/>
              <a:ea typeface="Arial"/>
              <a:cs typeface="Arial"/>
              <a:sym typeface="Arial"/>
            </a:endParaRPr>
          </a:p>
          <a:p>
            <a:pPr marL="457200" marR="0" lvl="0" indent="-228600" algn="l" rtl="0">
              <a:lnSpc>
                <a:spcPct val="100000"/>
              </a:lnSpc>
              <a:spcBef>
                <a:spcPts val="0"/>
              </a:spcBef>
              <a:spcAft>
                <a:spcPts val="0"/>
              </a:spcAft>
              <a:buClr>
                <a:srgbClr val="000000"/>
              </a:buClr>
              <a:buSzPts val="1600"/>
              <a:buFont typeface="Arial"/>
              <a:buNone/>
            </a:pPr>
            <a:endParaRPr sz="1600" b="0" i="0" u="none" strike="noStrike" cap="none" dirty="0">
              <a:solidFill>
                <a:srgbClr val="000000"/>
              </a:solidFill>
              <a:latin typeface="Arial"/>
              <a:ea typeface="Arial"/>
              <a:cs typeface="Arial"/>
              <a:sym typeface="Arial"/>
            </a:endParaRPr>
          </a:p>
          <a:p>
            <a:pPr marL="457200" marR="0" lvl="0" indent="-228600" algn="l" rtl="0">
              <a:lnSpc>
                <a:spcPct val="100000"/>
              </a:lnSpc>
              <a:spcBef>
                <a:spcPts val="0"/>
              </a:spcBef>
              <a:spcAft>
                <a:spcPts val="0"/>
              </a:spcAft>
              <a:buClr>
                <a:srgbClr val="000000"/>
              </a:buClr>
              <a:buSzPts val="1600"/>
              <a:buFont typeface="Arial"/>
              <a:buNone/>
            </a:pPr>
            <a:endParaRPr sz="1600" b="0" i="0" u="none" strike="noStrike" cap="none" dirty="0">
              <a:solidFill>
                <a:srgbClr val="000000"/>
              </a:solidFill>
              <a:latin typeface="Arial"/>
              <a:ea typeface="Arial"/>
              <a:cs typeface="Arial"/>
              <a:sym typeface="Arial"/>
            </a:endParaRPr>
          </a:p>
          <a:p>
            <a:pPr marL="457200" marR="0" lvl="0" indent="-228600" algn="l" rtl="0">
              <a:lnSpc>
                <a:spcPct val="100000"/>
              </a:lnSpc>
              <a:spcBef>
                <a:spcPts val="0"/>
              </a:spcBef>
              <a:spcAft>
                <a:spcPts val="0"/>
              </a:spcAft>
              <a:buClr>
                <a:srgbClr val="000000"/>
              </a:buClr>
              <a:buSzPts val="1600"/>
              <a:buFont typeface="Arial"/>
              <a:buNone/>
            </a:pPr>
            <a:endParaRPr sz="1600" b="0" i="0" u="none" strike="noStrike" cap="none" dirty="0">
              <a:solidFill>
                <a:srgbClr val="000000"/>
              </a:solidFill>
              <a:latin typeface="Arial"/>
              <a:ea typeface="Arial"/>
              <a:cs typeface="Arial"/>
              <a:sym typeface="Arial"/>
            </a:endParaRPr>
          </a:p>
          <a:p>
            <a:pPr marL="457200" marR="0" lvl="0" indent="-228600" algn="l" rtl="0">
              <a:lnSpc>
                <a:spcPct val="100000"/>
              </a:lnSpc>
              <a:spcBef>
                <a:spcPts val="0"/>
              </a:spcBef>
              <a:spcAft>
                <a:spcPts val="0"/>
              </a:spcAft>
              <a:buClr>
                <a:srgbClr val="000000"/>
              </a:buClr>
              <a:buSzPts val="1600"/>
              <a:buFont typeface="Arial"/>
              <a:buNone/>
            </a:pPr>
            <a:endParaRPr sz="1600" b="0" i="0" u="none" strike="noStrike" cap="none" dirty="0">
              <a:solidFill>
                <a:srgbClr val="000000"/>
              </a:solidFill>
              <a:latin typeface="Arial"/>
              <a:ea typeface="Arial"/>
              <a:cs typeface="Arial"/>
              <a:sym typeface="Arial"/>
            </a:endParaRPr>
          </a:p>
          <a:p>
            <a:pPr marL="457200" marR="0" lvl="0" indent="-228600" algn="l" rtl="0">
              <a:lnSpc>
                <a:spcPct val="100000"/>
              </a:lnSpc>
              <a:spcBef>
                <a:spcPts val="0"/>
              </a:spcBef>
              <a:spcAft>
                <a:spcPts val="0"/>
              </a:spcAft>
              <a:buClr>
                <a:srgbClr val="000000"/>
              </a:buClr>
              <a:buSzPts val="1600"/>
              <a:buFont typeface="Arial"/>
              <a:buNone/>
            </a:pPr>
            <a:endParaRPr sz="1600" b="0" i="0" u="none" strike="noStrike" cap="none" dirty="0">
              <a:solidFill>
                <a:srgbClr val="000000"/>
              </a:solidFill>
              <a:latin typeface="Arial"/>
              <a:ea typeface="Arial"/>
              <a:cs typeface="Arial"/>
              <a:sym typeface="Arial"/>
            </a:endParaRPr>
          </a:p>
          <a:p>
            <a:pPr marL="457200" marR="0" lvl="0" indent="-228600" algn="l" rtl="0">
              <a:lnSpc>
                <a:spcPct val="100000"/>
              </a:lnSpc>
              <a:spcBef>
                <a:spcPts val="0"/>
              </a:spcBef>
              <a:spcAft>
                <a:spcPts val="0"/>
              </a:spcAft>
              <a:buClr>
                <a:srgbClr val="000000"/>
              </a:buClr>
              <a:buSzPts val="1600"/>
              <a:buFont typeface="Arial"/>
              <a:buNone/>
            </a:pPr>
            <a:endParaRPr sz="1600" b="0" i="0" u="none" strike="noStrike" cap="none" dirty="0">
              <a:solidFill>
                <a:srgbClr val="000000"/>
              </a:solidFill>
              <a:latin typeface="Arial"/>
              <a:ea typeface="Arial"/>
              <a:cs typeface="Arial"/>
              <a:sym typeface="Arial"/>
            </a:endParaRPr>
          </a:p>
          <a:p>
            <a:pPr marL="457200" marR="0" lvl="0" indent="-228600" algn="l" rtl="0">
              <a:lnSpc>
                <a:spcPct val="100000"/>
              </a:lnSpc>
              <a:spcBef>
                <a:spcPts val="0"/>
              </a:spcBef>
              <a:spcAft>
                <a:spcPts val="0"/>
              </a:spcAft>
              <a:buClr>
                <a:srgbClr val="000000"/>
              </a:buClr>
              <a:buSzPts val="1600"/>
              <a:buFont typeface="Arial"/>
              <a:buNone/>
            </a:pPr>
            <a:endParaRPr sz="1600" b="0" i="0" u="none" strike="noStrike" cap="none" dirty="0">
              <a:solidFill>
                <a:srgbClr val="000000"/>
              </a:solidFill>
              <a:latin typeface="Arial"/>
              <a:ea typeface="Arial"/>
              <a:cs typeface="Arial"/>
              <a:sym typeface="Arial"/>
            </a:endParaRPr>
          </a:p>
          <a:p>
            <a:pPr marL="457200" marR="0" lvl="0" indent="-228600" algn="ctr" rtl="0">
              <a:lnSpc>
                <a:spcPct val="100000"/>
              </a:lnSpc>
              <a:spcBef>
                <a:spcPts val="0"/>
              </a:spcBef>
              <a:spcAft>
                <a:spcPts val="0"/>
              </a:spcAft>
              <a:buClr>
                <a:srgbClr val="000000"/>
              </a:buClr>
              <a:buSzPts val="1600"/>
              <a:buFont typeface="Arial"/>
              <a:buNone/>
            </a:pPr>
            <a:endParaRPr lang="en-US" sz="1600" b="1" i="0" u="none" strike="noStrike" cap="none" dirty="0">
              <a:solidFill>
                <a:srgbClr val="000000"/>
              </a:solidFill>
              <a:latin typeface="Arial"/>
              <a:ea typeface="Arial"/>
              <a:cs typeface="Arial"/>
              <a:sym typeface="Arial"/>
            </a:endParaRPr>
          </a:p>
          <a:p>
            <a:pPr marL="457200" marR="0" lvl="0" indent="-228600" algn="ctr" rtl="0">
              <a:lnSpc>
                <a:spcPct val="100000"/>
              </a:lnSpc>
              <a:spcBef>
                <a:spcPts val="0"/>
              </a:spcBef>
              <a:spcAft>
                <a:spcPts val="0"/>
              </a:spcAft>
              <a:buClr>
                <a:srgbClr val="000000"/>
              </a:buClr>
              <a:buSzPts val="1600"/>
              <a:buFont typeface="Arial"/>
              <a:buNone/>
            </a:pPr>
            <a:r>
              <a:rPr lang="en-US" sz="1600" b="1" i="0" u="none" strike="noStrike" cap="none" dirty="0">
                <a:solidFill>
                  <a:srgbClr val="000000"/>
                </a:solidFill>
                <a:latin typeface="Arial"/>
                <a:ea typeface="Arial"/>
                <a:cs typeface="Arial"/>
                <a:sym typeface="Arial"/>
              </a:rPr>
              <a:t>HTTP</a:t>
            </a:r>
            <a:r>
              <a:rPr lang="en-US" sz="1600" b="0" i="0" u="none" strike="noStrike" cap="none" dirty="0">
                <a:solidFill>
                  <a:srgbClr val="000000"/>
                </a:solidFill>
                <a:latin typeface="Arial"/>
                <a:ea typeface="Arial"/>
                <a:cs typeface="Arial"/>
                <a:sym typeface="Arial"/>
              </a:rPr>
              <a:t> methods (</a:t>
            </a:r>
            <a:r>
              <a:rPr lang="en-US" sz="1600" b="1" i="0" u="none" strike="noStrike" cap="none" dirty="0">
                <a:solidFill>
                  <a:schemeClr val="dk1"/>
                </a:solidFill>
                <a:latin typeface="Consolas"/>
                <a:ea typeface="Consolas"/>
                <a:cs typeface="Consolas"/>
                <a:sym typeface="Consolas"/>
              </a:rPr>
              <a:t>GET</a:t>
            </a:r>
            <a:r>
              <a:rPr lang="en-US" sz="1600" b="0" i="0" u="none" strike="noStrike" cap="none" dirty="0">
                <a:solidFill>
                  <a:srgbClr val="000000"/>
                </a:solidFill>
                <a:latin typeface="Arial"/>
                <a:ea typeface="Arial"/>
                <a:cs typeface="Arial"/>
                <a:sym typeface="Arial"/>
              </a:rPr>
              <a:t>, </a:t>
            </a:r>
            <a:r>
              <a:rPr lang="en-US" sz="1600" b="1" i="0" u="none" strike="noStrike" cap="none" dirty="0">
                <a:solidFill>
                  <a:schemeClr val="dk1"/>
                </a:solidFill>
                <a:latin typeface="Consolas"/>
                <a:ea typeface="Consolas"/>
                <a:cs typeface="Consolas"/>
                <a:sym typeface="Consolas"/>
              </a:rPr>
              <a:t>POST</a:t>
            </a:r>
            <a:r>
              <a:rPr lang="en-US" sz="1600" b="0" i="0" u="none" strike="noStrike" cap="none" dirty="0">
                <a:solidFill>
                  <a:srgbClr val="000000"/>
                </a:solidFill>
                <a:latin typeface="Arial"/>
                <a:ea typeface="Arial"/>
                <a:cs typeface="Arial"/>
                <a:sym typeface="Arial"/>
              </a:rPr>
              <a:t>, </a:t>
            </a:r>
            <a:r>
              <a:rPr lang="en-US" sz="1600" b="1" i="0" u="none" strike="noStrike" cap="none" dirty="0">
                <a:solidFill>
                  <a:schemeClr val="dk1"/>
                </a:solidFill>
                <a:latin typeface="Consolas"/>
                <a:ea typeface="Consolas"/>
                <a:cs typeface="Consolas"/>
                <a:sym typeface="Consolas"/>
              </a:rPr>
              <a:t>PATCH</a:t>
            </a:r>
            <a:r>
              <a:rPr lang="en-US" sz="1600" b="0" i="0" u="none" strike="noStrike" cap="none" dirty="0">
                <a:solidFill>
                  <a:srgbClr val="000000"/>
                </a:solidFill>
                <a:latin typeface="Arial"/>
                <a:ea typeface="Arial"/>
                <a:cs typeface="Arial"/>
                <a:sym typeface="Arial"/>
              </a:rPr>
              <a:t>, </a:t>
            </a:r>
            <a:r>
              <a:rPr lang="en-US" sz="1600" b="1" i="0" u="none" strike="noStrike" cap="none" dirty="0">
                <a:solidFill>
                  <a:schemeClr val="dk1"/>
                </a:solidFill>
                <a:latin typeface="Consolas"/>
                <a:ea typeface="Consolas"/>
                <a:cs typeface="Consolas"/>
                <a:sym typeface="Consolas"/>
              </a:rPr>
              <a:t>DELETE</a:t>
            </a:r>
            <a:r>
              <a:rPr lang="en-US" sz="1600" b="0" i="0" u="none" strike="noStrike" cap="none" dirty="0">
                <a:solidFill>
                  <a:srgbClr val="000000"/>
                </a:solidFill>
                <a:latin typeface="Arial"/>
                <a:ea typeface="Arial"/>
                <a:cs typeface="Arial"/>
                <a:sym typeface="Arial"/>
              </a:rPr>
              <a:t>) trigger these database operations.</a:t>
            </a:r>
            <a:endParaRPr sz="1600" b="0" i="0" u="none" strike="noStrike" cap="none" dirty="0">
              <a:solidFill>
                <a:srgbClr val="000000"/>
              </a:solidFill>
              <a:latin typeface="Arial"/>
              <a:ea typeface="Arial"/>
              <a:cs typeface="Arial"/>
              <a:sym typeface="Arial"/>
            </a:endParaRPr>
          </a:p>
        </p:txBody>
      </p:sp>
      <p:sp>
        <p:nvSpPr>
          <p:cNvPr id="78" name="Google Shape;78;g36a222053df_0_5"/>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Clr>
                <a:srgbClr val="000000"/>
              </a:buClr>
              <a:buSzPts val="2400"/>
              <a:buFont typeface="Arial"/>
              <a:buNone/>
            </a:pPr>
            <a:r>
              <a:rPr lang="en-US" sz="2400" b="1" i="0" u="none" strike="noStrike" cap="none" dirty="0">
                <a:solidFill>
                  <a:srgbClr val="11175E"/>
                </a:solidFill>
                <a:latin typeface="Arial"/>
                <a:ea typeface="Arial"/>
                <a:cs typeface="Arial"/>
                <a:sym typeface="Arial"/>
              </a:rPr>
              <a:t>Topics</a:t>
            </a:r>
            <a:endParaRPr sz="2400" b="1" i="0" u="none" strike="noStrike" cap="none" dirty="0">
              <a:solidFill>
                <a:srgbClr val="11175E"/>
              </a:solidFill>
              <a:latin typeface="Arial"/>
              <a:ea typeface="Arial"/>
              <a:cs typeface="Arial"/>
              <a:sym typeface="Arial"/>
            </a:endParaRPr>
          </a:p>
        </p:txBody>
      </p:sp>
      <p:graphicFrame>
        <p:nvGraphicFramePr>
          <p:cNvPr id="79" name="Google Shape;79;g36a222053df_0_5"/>
          <p:cNvGraphicFramePr/>
          <p:nvPr>
            <p:extLst>
              <p:ext uri="{D42A27DB-BD31-4B8C-83A1-F6EECF244321}">
                <p14:modId xmlns:p14="http://schemas.microsoft.com/office/powerpoint/2010/main" val="3842974958"/>
              </p:ext>
            </p:extLst>
          </p:nvPr>
        </p:nvGraphicFramePr>
        <p:xfrm>
          <a:off x="1176888" y="3970640"/>
          <a:ext cx="9073325" cy="2079185"/>
        </p:xfrm>
        <a:graphic>
          <a:graphicData uri="http://schemas.openxmlformats.org/drawingml/2006/table">
            <a:tbl>
              <a:tblPr firstRow="1" bandRow="1">
                <a:noFill/>
                <a:tableStyleId>{DDC7B16C-F26A-49E3-8EBF-7D6473CE26EF}</a:tableStyleId>
              </a:tblPr>
              <a:tblGrid>
                <a:gridCol w="1923775">
                  <a:extLst>
                    <a:ext uri="{9D8B030D-6E8A-4147-A177-3AD203B41FA5}">
                      <a16:colId xmlns:a16="http://schemas.microsoft.com/office/drawing/2014/main" val="20000"/>
                    </a:ext>
                  </a:extLst>
                </a:gridCol>
                <a:gridCol w="3054625">
                  <a:extLst>
                    <a:ext uri="{9D8B030D-6E8A-4147-A177-3AD203B41FA5}">
                      <a16:colId xmlns:a16="http://schemas.microsoft.com/office/drawing/2014/main" val="20001"/>
                    </a:ext>
                  </a:extLst>
                </a:gridCol>
                <a:gridCol w="4094925">
                  <a:extLst>
                    <a:ext uri="{9D8B030D-6E8A-4147-A177-3AD203B41FA5}">
                      <a16:colId xmlns:a16="http://schemas.microsoft.com/office/drawing/2014/main" val="20002"/>
                    </a:ext>
                  </a:extLst>
                </a:gridCol>
              </a:tblGrid>
              <a:tr h="291675">
                <a:tc>
                  <a:txBody>
                    <a:bodyPr/>
                    <a:lstStyle/>
                    <a:p>
                      <a:pPr marL="0" marR="0" lvl="0" indent="0" algn="l" rtl="0">
                        <a:lnSpc>
                          <a:spcPct val="100000"/>
                        </a:lnSpc>
                        <a:spcBef>
                          <a:spcPts val="0"/>
                        </a:spcBef>
                        <a:spcAft>
                          <a:spcPts val="0"/>
                        </a:spcAft>
                        <a:buClr>
                          <a:srgbClr val="000000"/>
                        </a:buClr>
                        <a:buSzPts val="1400"/>
                        <a:buFont typeface="Arial"/>
                        <a:buNone/>
                      </a:pPr>
                      <a:r>
                        <a:rPr lang="en-US" sz="1400" b="1" u="none" strike="noStrike" cap="none"/>
                        <a:t>CRUD Operation</a:t>
                      </a:r>
                      <a:endParaRPr sz="1400" u="none" strike="noStrike" cap="none"/>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1" u="none" strike="noStrike" cap="none"/>
                        <a:t>What It Does</a:t>
                      </a:r>
                      <a:endParaRPr sz="1400" u="none" strike="noStrike" cap="none"/>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1" u="none" strike="noStrike" cap="none"/>
                        <a:t>Mongoose Method</a:t>
                      </a:r>
                      <a:endParaRPr sz="1400" u="none" strike="noStrike" cap="none"/>
                    </a:p>
                  </a:txBody>
                  <a:tcPr marL="91450" marR="91450" marT="45725" marB="45725" anchor="ctr"/>
                </a:tc>
                <a:extLst>
                  <a:ext uri="{0D108BD9-81ED-4DB2-BD59-A6C34878D82A}">
                    <a16:rowId xmlns:a16="http://schemas.microsoft.com/office/drawing/2014/main" val="10000"/>
                  </a:ext>
                </a:extLst>
              </a:tr>
              <a:tr h="354875">
                <a:tc>
                  <a:txBody>
                    <a:bodyPr/>
                    <a:lstStyle/>
                    <a:p>
                      <a:pPr marL="0" marR="0" lvl="0" indent="0" algn="l" rtl="0">
                        <a:lnSpc>
                          <a:spcPct val="100000"/>
                        </a:lnSpc>
                        <a:spcBef>
                          <a:spcPts val="0"/>
                        </a:spcBef>
                        <a:spcAft>
                          <a:spcPts val="0"/>
                        </a:spcAft>
                        <a:buClr>
                          <a:srgbClr val="000000"/>
                        </a:buClr>
                        <a:buSzPts val="1400"/>
                        <a:buFont typeface="Arial"/>
                        <a:buNone/>
                      </a:pPr>
                      <a:r>
                        <a:rPr lang="en-US" sz="1400" b="1" u="none" strike="noStrike" cap="none" dirty="0">
                          <a:solidFill>
                            <a:srgbClr val="C00000"/>
                          </a:solidFill>
                          <a:highlight>
                            <a:srgbClr val="FFFF00"/>
                          </a:highlight>
                        </a:rPr>
                        <a:t>C</a:t>
                      </a:r>
                      <a:r>
                        <a:rPr lang="en-US" sz="1400" b="1" u="none" strike="noStrike" cap="none" dirty="0">
                          <a:highlight>
                            <a:srgbClr val="FFFF00"/>
                          </a:highlight>
                        </a:rPr>
                        <a:t>reate</a:t>
                      </a:r>
                      <a:endParaRPr sz="1400" u="none" strike="noStrike" cap="none" dirty="0">
                        <a:highlight>
                          <a:srgbClr val="FFFF00"/>
                        </a:highlight>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highlight>
                            <a:srgbClr val="FFFF00"/>
                          </a:highlight>
                        </a:rPr>
                        <a:t>Add a new document</a:t>
                      </a:r>
                      <a:endParaRPr dirty="0">
                        <a:highlight>
                          <a:srgbClr val="FFFF00"/>
                        </a:highlight>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1" u="none" strike="noStrike" cap="none">
                          <a:highlight>
                            <a:srgbClr val="FFFF00"/>
                          </a:highlight>
                          <a:latin typeface="Consolas"/>
                          <a:ea typeface="Consolas"/>
                          <a:cs typeface="Consolas"/>
                          <a:sym typeface="Consolas"/>
                        </a:rPr>
                        <a:t>Model.create(data)</a:t>
                      </a:r>
                      <a:endParaRPr>
                        <a:highlight>
                          <a:srgbClr val="FFFF00"/>
                        </a:highlight>
                      </a:endParaRPr>
                    </a:p>
                  </a:txBody>
                  <a:tcPr marL="91450" marR="91450" marT="45725" marB="45725" anchor="ctr"/>
                </a:tc>
                <a:extLst>
                  <a:ext uri="{0D108BD9-81ED-4DB2-BD59-A6C34878D82A}">
                    <a16:rowId xmlns:a16="http://schemas.microsoft.com/office/drawing/2014/main" val="10001"/>
                  </a:ext>
                </a:extLst>
              </a:tr>
              <a:tr h="354875">
                <a:tc>
                  <a:txBody>
                    <a:bodyPr/>
                    <a:lstStyle/>
                    <a:p>
                      <a:pPr marL="0" marR="0" lvl="0" indent="0" algn="l" rtl="0">
                        <a:lnSpc>
                          <a:spcPct val="100000"/>
                        </a:lnSpc>
                        <a:spcBef>
                          <a:spcPts val="0"/>
                        </a:spcBef>
                        <a:spcAft>
                          <a:spcPts val="0"/>
                        </a:spcAft>
                        <a:buClr>
                          <a:srgbClr val="000000"/>
                        </a:buClr>
                        <a:buSzPts val="1400"/>
                        <a:buFont typeface="Arial"/>
                        <a:buNone/>
                      </a:pPr>
                      <a:r>
                        <a:rPr lang="en-US" sz="1400" b="1" u="none" strike="noStrike" cap="none" dirty="0">
                          <a:solidFill>
                            <a:srgbClr val="C00000"/>
                          </a:solidFill>
                          <a:highlight>
                            <a:srgbClr val="FFFF00"/>
                          </a:highlight>
                        </a:rPr>
                        <a:t>R</a:t>
                      </a:r>
                      <a:r>
                        <a:rPr lang="en-US" sz="1400" b="1" u="none" strike="noStrike" cap="none" dirty="0">
                          <a:highlight>
                            <a:srgbClr val="FFFF00"/>
                          </a:highlight>
                        </a:rPr>
                        <a:t>ead (many)</a:t>
                      </a:r>
                      <a:endParaRPr sz="1400" u="none" strike="noStrike" cap="none" dirty="0">
                        <a:highlight>
                          <a:srgbClr val="FFFF00"/>
                        </a:highlight>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highlight>
                            <a:srgbClr val="FFFF00"/>
                          </a:highlight>
                        </a:rPr>
                        <a:t>Retrieve multiple documents</a:t>
                      </a:r>
                      <a:endParaRPr dirty="0">
                        <a:highlight>
                          <a:srgbClr val="FFFF00"/>
                        </a:highlight>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1" u="none" strike="noStrike" cap="none">
                          <a:highlight>
                            <a:srgbClr val="FFFF00"/>
                          </a:highlight>
                          <a:latin typeface="Consolas"/>
                          <a:ea typeface="Consolas"/>
                          <a:cs typeface="Consolas"/>
                          <a:sym typeface="Consolas"/>
                        </a:rPr>
                        <a:t>Model.find(query)</a:t>
                      </a:r>
                      <a:endParaRPr>
                        <a:highlight>
                          <a:srgbClr val="FFFF00"/>
                        </a:highlight>
                      </a:endParaRPr>
                    </a:p>
                  </a:txBody>
                  <a:tcPr marL="91450" marR="91450" marT="45725" marB="45725" anchor="ctr"/>
                </a:tc>
                <a:extLst>
                  <a:ext uri="{0D108BD9-81ED-4DB2-BD59-A6C34878D82A}">
                    <a16:rowId xmlns:a16="http://schemas.microsoft.com/office/drawing/2014/main" val="10002"/>
                  </a:ext>
                </a:extLst>
              </a:tr>
              <a:tr h="354875">
                <a:tc>
                  <a:txBody>
                    <a:bodyPr/>
                    <a:lstStyle/>
                    <a:p>
                      <a:pPr marL="0" marR="0" lvl="0" indent="0" algn="l" rtl="0">
                        <a:lnSpc>
                          <a:spcPct val="100000"/>
                        </a:lnSpc>
                        <a:spcBef>
                          <a:spcPts val="0"/>
                        </a:spcBef>
                        <a:spcAft>
                          <a:spcPts val="0"/>
                        </a:spcAft>
                        <a:buClr>
                          <a:srgbClr val="000000"/>
                        </a:buClr>
                        <a:buSzPts val="1400"/>
                        <a:buFont typeface="Arial"/>
                        <a:buNone/>
                      </a:pPr>
                      <a:r>
                        <a:rPr lang="en-US" sz="1400" b="1" u="none" strike="noStrike" cap="none">
                          <a:solidFill>
                            <a:srgbClr val="C00000"/>
                          </a:solidFill>
                          <a:highlight>
                            <a:srgbClr val="FFFF00"/>
                          </a:highlight>
                        </a:rPr>
                        <a:t>R</a:t>
                      </a:r>
                      <a:r>
                        <a:rPr lang="en-US" sz="1400" b="1" u="none" strike="noStrike" cap="none">
                          <a:highlight>
                            <a:srgbClr val="FFFF00"/>
                          </a:highlight>
                        </a:rPr>
                        <a:t>ead (one)</a:t>
                      </a:r>
                      <a:endParaRPr sz="1400" u="none" strike="noStrike" cap="none">
                        <a:highlight>
                          <a:srgbClr val="FFFF00"/>
                        </a:highlight>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highlight>
                            <a:srgbClr val="FFFF00"/>
                          </a:highlight>
                        </a:rPr>
                        <a:t>Retrieve a single document</a:t>
                      </a:r>
                      <a:endParaRPr dirty="0">
                        <a:highlight>
                          <a:srgbClr val="FFFF00"/>
                        </a:highlight>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1" u="none" strike="noStrike" cap="none" dirty="0" err="1">
                          <a:highlight>
                            <a:srgbClr val="FFFF00"/>
                          </a:highlight>
                          <a:latin typeface="Consolas"/>
                          <a:ea typeface="Consolas"/>
                          <a:cs typeface="Consolas"/>
                          <a:sym typeface="Consolas"/>
                        </a:rPr>
                        <a:t>Model.findOne</a:t>
                      </a:r>
                      <a:r>
                        <a:rPr lang="en-US" sz="1400" b="1" u="none" strike="noStrike" cap="none" dirty="0">
                          <a:highlight>
                            <a:srgbClr val="FFFF00"/>
                          </a:highlight>
                          <a:latin typeface="Consolas"/>
                          <a:ea typeface="Consolas"/>
                          <a:cs typeface="Consolas"/>
                          <a:sym typeface="Consolas"/>
                        </a:rPr>
                        <a:t>(query)</a:t>
                      </a:r>
                      <a:endParaRPr dirty="0">
                        <a:highlight>
                          <a:srgbClr val="FFFF00"/>
                        </a:highlight>
                      </a:endParaRPr>
                    </a:p>
                  </a:txBody>
                  <a:tcPr marL="91450" marR="91450" marT="45725" marB="45725" anchor="ctr"/>
                </a:tc>
                <a:extLst>
                  <a:ext uri="{0D108BD9-81ED-4DB2-BD59-A6C34878D82A}">
                    <a16:rowId xmlns:a16="http://schemas.microsoft.com/office/drawing/2014/main" val="10003"/>
                  </a:ext>
                </a:extLst>
              </a:tr>
              <a:tr h="354875">
                <a:tc>
                  <a:txBody>
                    <a:bodyPr/>
                    <a:lstStyle/>
                    <a:p>
                      <a:pPr marL="0" marR="0" lvl="0" indent="0" algn="l" rtl="0">
                        <a:lnSpc>
                          <a:spcPct val="100000"/>
                        </a:lnSpc>
                        <a:spcBef>
                          <a:spcPts val="0"/>
                        </a:spcBef>
                        <a:spcAft>
                          <a:spcPts val="0"/>
                        </a:spcAft>
                        <a:buClr>
                          <a:srgbClr val="000000"/>
                        </a:buClr>
                        <a:buSzPts val="1400"/>
                        <a:buFont typeface="Arial"/>
                        <a:buNone/>
                      </a:pPr>
                      <a:r>
                        <a:rPr lang="en-US" sz="1400" b="1" u="none" strike="noStrike" cap="none">
                          <a:solidFill>
                            <a:srgbClr val="C00000"/>
                          </a:solidFill>
                          <a:highlight>
                            <a:srgbClr val="FFFF00"/>
                          </a:highlight>
                        </a:rPr>
                        <a:t>U</a:t>
                      </a:r>
                      <a:r>
                        <a:rPr lang="en-US" sz="1400" b="1" u="none" strike="noStrike" cap="none">
                          <a:highlight>
                            <a:srgbClr val="FFFF00"/>
                          </a:highlight>
                        </a:rPr>
                        <a:t>pdate</a:t>
                      </a:r>
                      <a:endParaRPr sz="1400" u="none" strike="noStrike" cap="none">
                        <a:highlight>
                          <a:srgbClr val="FFFF00"/>
                        </a:highlight>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highlight>
                            <a:srgbClr val="FFFF00"/>
                          </a:highlight>
                        </a:rPr>
                        <a:t>Modify an existing document</a:t>
                      </a:r>
                      <a:endParaRPr>
                        <a:highlight>
                          <a:srgbClr val="FFFF00"/>
                        </a:highlight>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1" u="none" strike="noStrike" cap="none" dirty="0" err="1">
                          <a:highlight>
                            <a:srgbClr val="FFFF00"/>
                          </a:highlight>
                          <a:latin typeface="Consolas"/>
                          <a:ea typeface="Consolas"/>
                          <a:cs typeface="Consolas"/>
                          <a:sym typeface="Consolas"/>
                        </a:rPr>
                        <a:t>Model.updateOne</a:t>
                      </a:r>
                      <a:r>
                        <a:rPr lang="en-US" sz="1400" b="1" u="none" strike="noStrike" cap="none" dirty="0">
                          <a:highlight>
                            <a:srgbClr val="FFFF00"/>
                          </a:highlight>
                          <a:latin typeface="Consolas"/>
                          <a:ea typeface="Consolas"/>
                          <a:cs typeface="Consolas"/>
                          <a:sym typeface="Consolas"/>
                        </a:rPr>
                        <a:t>(filter, update)</a:t>
                      </a:r>
                      <a:endParaRPr dirty="0">
                        <a:highlight>
                          <a:srgbClr val="FFFF00"/>
                        </a:highlight>
                      </a:endParaRPr>
                    </a:p>
                  </a:txBody>
                  <a:tcPr marL="91450" marR="91450" marT="45725" marB="45725" anchor="ctr"/>
                </a:tc>
                <a:extLst>
                  <a:ext uri="{0D108BD9-81ED-4DB2-BD59-A6C34878D82A}">
                    <a16:rowId xmlns:a16="http://schemas.microsoft.com/office/drawing/2014/main" val="10004"/>
                  </a:ext>
                </a:extLst>
              </a:tr>
              <a:tr h="354875">
                <a:tc>
                  <a:txBody>
                    <a:bodyPr/>
                    <a:lstStyle/>
                    <a:p>
                      <a:pPr marL="0" marR="0" lvl="0" indent="0" algn="l" rtl="0">
                        <a:lnSpc>
                          <a:spcPct val="100000"/>
                        </a:lnSpc>
                        <a:spcBef>
                          <a:spcPts val="0"/>
                        </a:spcBef>
                        <a:spcAft>
                          <a:spcPts val="0"/>
                        </a:spcAft>
                        <a:buClr>
                          <a:srgbClr val="000000"/>
                        </a:buClr>
                        <a:buSzPts val="1400"/>
                        <a:buFont typeface="Arial"/>
                        <a:buNone/>
                      </a:pPr>
                      <a:r>
                        <a:rPr lang="en-US" sz="1400" b="1" u="none" strike="noStrike" cap="none">
                          <a:solidFill>
                            <a:srgbClr val="C00000"/>
                          </a:solidFill>
                          <a:highlight>
                            <a:srgbClr val="FFFF00"/>
                          </a:highlight>
                        </a:rPr>
                        <a:t>D</a:t>
                      </a:r>
                      <a:r>
                        <a:rPr lang="en-US" sz="1400" b="1" u="none" strike="noStrike" cap="none">
                          <a:highlight>
                            <a:srgbClr val="FFFF00"/>
                          </a:highlight>
                        </a:rPr>
                        <a:t>elete</a:t>
                      </a:r>
                      <a:endParaRPr sz="1400" u="none" strike="noStrike" cap="none">
                        <a:highlight>
                          <a:srgbClr val="FFFF00"/>
                        </a:highlight>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highlight>
                            <a:srgbClr val="FFFF00"/>
                          </a:highlight>
                        </a:rPr>
                        <a:t>Remove a document</a:t>
                      </a:r>
                      <a:endParaRPr>
                        <a:highlight>
                          <a:srgbClr val="FFFF00"/>
                        </a:highlight>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1" u="none" strike="noStrike" cap="none" dirty="0" err="1">
                          <a:highlight>
                            <a:srgbClr val="FFFF00"/>
                          </a:highlight>
                          <a:latin typeface="Consolas"/>
                          <a:ea typeface="Consolas"/>
                          <a:cs typeface="Consolas"/>
                          <a:sym typeface="Consolas"/>
                        </a:rPr>
                        <a:t>Model.deleteOne</a:t>
                      </a:r>
                      <a:r>
                        <a:rPr lang="en-US" sz="1400" b="1" u="none" strike="noStrike" cap="none" dirty="0">
                          <a:highlight>
                            <a:srgbClr val="FFFF00"/>
                          </a:highlight>
                          <a:latin typeface="Consolas"/>
                          <a:ea typeface="Consolas"/>
                          <a:cs typeface="Consolas"/>
                          <a:sym typeface="Consolas"/>
                        </a:rPr>
                        <a:t>(filter)</a:t>
                      </a:r>
                      <a:endParaRPr dirty="0">
                        <a:highlight>
                          <a:srgbClr val="FFFF00"/>
                        </a:highlight>
                      </a:endParaRPr>
                    </a:p>
                  </a:txBody>
                  <a:tcPr marL="91450" marR="91450" marT="45725" marB="45725" anchor="ctr"/>
                </a:tc>
                <a:extLst>
                  <a:ext uri="{0D108BD9-81ED-4DB2-BD59-A6C34878D82A}">
                    <a16:rowId xmlns:a16="http://schemas.microsoft.com/office/drawing/2014/main" val="10005"/>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g36e7437085d_0_140"/>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Clr>
                <a:srgbClr val="000000"/>
              </a:buClr>
              <a:buSzPts val="2400"/>
              <a:buFont typeface="Arial"/>
              <a:buNone/>
            </a:pPr>
            <a:r>
              <a:rPr lang="en-US" sz="2400" b="1" i="0" u="none" strike="noStrike" cap="none" dirty="0">
                <a:solidFill>
                  <a:srgbClr val="11175E"/>
                </a:solidFill>
                <a:highlight>
                  <a:srgbClr val="FFFF00"/>
                </a:highlight>
                <a:latin typeface="Arial"/>
                <a:ea typeface="Arial"/>
                <a:cs typeface="Arial"/>
                <a:sym typeface="Arial"/>
              </a:rPr>
              <a:t>What is Mongoose?</a:t>
            </a:r>
            <a:endParaRPr sz="2400" b="1" i="0" u="none" strike="noStrike" cap="none" dirty="0">
              <a:solidFill>
                <a:srgbClr val="11175E"/>
              </a:solidFill>
              <a:highlight>
                <a:srgbClr val="FFFF00"/>
              </a:highlight>
              <a:latin typeface="Arial"/>
              <a:ea typeface="Arial"/>
              <a:cs typeface="Arial"/>
              <a:sym typeface="Arial"/>
            </a:endParaRPr>
          </a:p>
        </p:txBody>
      </p:sp>
      <p:sp>
        <p:nvSpPr>
          <p:cNvPr id="85" name="Google Shape;85;g36e7437085d_0_140"/>
          <p:cNvSpPr txBox="1"/>
          <p:nvPr/>
        </p:nvSpPr>
        <p:spPr>
          <a:xfrm>
            <a:off x="255577" y="1378145"/>
            <a:ext cx="11672099" cy="3507114"/>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Clr>
                <a:srgbClr val="000000"/>
              </a:buClr>
              <a:buSzPts val="1800"/>
              <a:buFont typeface="Arial"/>
              <a:buNone/>
            </a:pPr>
            <a:r>
              <a:rPr lang="en-US" sz="1800" b="1" i="0" u="none" strike="noStrike" cap="none" dirty="0">
                <a:solidFill>
                  <a:schemeClr val="dk1"/>
                </a:solidFill>
                <a:latin typeface="Arial"/>
                <a:ea typeface="Arial"/>
                <a:cs typeface="Arial"/>
                <a:sym typeface="Arial"/>
              </a:rPr>
              <a:t>What it is</a:t>
            </a:r>
            <a:r>
              <a:rPr lang="en-US" sz="1800" b="0" i="0" u="none" strike="noStrike" cap="none" dirty="0">
                <a:solidFill>
                  <a:schemeClr val="dk1"/>
                </a:solidFill>
                <a:latin typeface="Arial"/>
                <a:ea typeface="Arial"/>
                <a:cs typeface="Arial"/>
                <a:sym typeface="Arial"/>
              </a:rPr>
              <a:t>:</a:t>
            </a:r>
            <a:endParaRPr sz="1400" b="0" i="0" u="none" strike="noStrike" cap="none" dirty="0">
              <a:solidFill>
                <a:srgbClr val="000000"/>
              </a:solidFill>
              <a:latin typeface="Arial"/>
              <a:ea typeface="Arial"/>
              <a:cs typeface="Arial"/>
              <a:sym typeface="Arial"/>
            </a:endParaRPr>
          </a:p>
          <a:p>
            <a:pPr marL="0" marR="0" lvl="0" indent="0" algn="l" rtl="0">
              <a:lnSpc>
                <a:spcPct val="115000"/>
              </a:lnSpc>
              <a:spcBef>
                <a:spcPts val="1200"/>
              </a:spcBef>
              <a:spcAft>
                <a:spcPts val="0"/>
              </a:spcAft>
              <a:buClr>
                <a:srgbClr val="000000"/>
              </a:buClr>
              <a:buSzPts val="1600"/>
              <a:buFont typeface="Arial"/>
              <a:buNone/>
            </a:pPr>
            <a:r>
              <a:rPr lang="en-US" sz="1600" b="0" i="0" u="none" strike="noStrike" cap="none" dirty="0">
                <a:solidFill>
                  <a:schemeClr val="dk1"/>
                </a:solidFill>
                <a:highlight>
                  <a:srgbClr val="FFFF00"/>
                </a:highlight>
                <a:latin typeface="Arial"/>
                <a:ea typeface="Arial"/>
                <a:cs typeface="Arial"/>
                <a:sym typeface="Arial"/>
              </a:rPr>
              <a:t>A library that helps you interact with </a:t>
            </a:r>
            <a:r>
              <a:rPr lang="en-US" sz="1600" b="1" i="0" u="none" strike="noStrike" cap="none" dirty="0">
                <a:solidFill>
                  <a:schemeClr val="dk1"/>
                </a:solidFill>
                <a:highlight>
                  <a:srgbClr val="FFFF00"/>
                </a:highlight>
                <a:latin typeface="Arial"/>
                <a:ea typeface="Arial"/>
                <a:cs typeface="Arial"/>
                <a:sym typeface="Arial"/>
              </a:rPr>
              <a:t>MongoDB</a:t>
            </a:r>
            <a:r>
              <a:rPr lang="en-US" sz="1600" b="0" i="0" u="none" strike="noStrike" cap="none" dirty="0">
                <a:solidFill>
                  <a:schemeClr val="dk1"/>
                </a:solidFill>
                <a:highlight>
                  <a:srgbClr val="FFFF00"/>
                </a:highlight>
                <a:latin typeface="Arial"/>
                <a:ea typeface="Arial"/>
                <a:cs typeface="Arial"/>
                <a:sym typeface="Arial"/>
              </a:rPr>
              <a:t> from your </a:t>
            </a:r>
            <a:r>
              <a:rPr lang="en-US" sz="1600" b="1" i="0" u="none" strike="noStrike" cap="none" dirty="0">
                <a:solidFill>
                  <a:schemeClr val="dk1"/>
                </a:solidFill>
                <a:highlight>
                  <a:srgbClr val="FFFF00"/>
                </a:highlight>
                <a:latin typeface="Arial"/>
                <a:ea typeface="Arial"/>
                <a:cs typeface="Arial"/>
                <a:sym typeface="Arial"/>
              </a:rPr>
              <a:t>Node.js</a:t>
            </a:r>
            <a:r>
              <a:rPr lang="en-US" sz="1600" b="0" i="0" u="none" strike="noStrike" cap="none" dirty="0">
                <a:solidFill>
                  <a:schemeClr val="dk1"/>
                </a:solidFill>
                <a:highlight>
                  <a:srgbClr val="FFFF00"/>
                </a:highlight>
                <a:latin typeface="Arial"/>
                <a:ea typeface="Arial"/>
                <a:cs typeface="Arial"/>
                <a:sym typeface="Arial"/>
              </a:rPr>
              <a:t> app</a:t>
            </a:r>
            <a:r>
              <a:rPr lang="en-US" sz="1600" b="0" i="0" u="none" strike="noStrike" cap="none" dirty="0">
                <a:solidFill>
                  <a:schemeClr val="dk1"/>
                </a:solidFill>
                <a:latin typeface="Arial"/>
                <a:ea typeface="Arial"/>
                <a:cs typeface="Arial"/>
                <a:sym typeface="Arial"/>
              </a:rPr>
              <a:t>. Mongoose makes it easier and provides a structured  way to work with MongoDB in Node.js.</a:t>
            </a:r>
            <a:endParaRPr sz="1400" b="0" i="0" u="none" strike="noStrike" cap="none" dirty="0">
              <a:solidFill>
                <a:srgbClr val="000000"/>
              </a:solidFill>
              <a:latin typeface="Arial"/>
              <a:ea typeface="Arial"/>
              <a:cs typeface="Arial"/>
              <a:sym typeface="Arial"/>
            </a:endParaRPr>
          </a:p>
          <a:p>
            <a:pPr marL="0" marR="0" lvl="0" indent="0" algn="l" rtl="0">
              <a:lnSpc>
                <a:spcPct val="115000"/>
              </a:lnSpc>
              <a:spcBef>
                <a:spcPts val="1200"/>
              </a:spcBef>
              <a:spcAft>
                <a:spcPts val="0"/>
              </a:spcAft>
              <a:buClr>
                <a:srgbClr val="000000"/>
              </a:buClr>
              <a:buSzPts val="1600"/>
              <a:buFont typeface="Arial"/>
              <a:buNone/>
            </a:pPr>
            <a:r>
              <a:rPr lang="en-US" sz="1600" b="1" i="0" u="none" strike="noStrike" cap="none" dirty="0">
                <a:solidFill>
                  <a:schemeClr val="dk1"/>
                </a:solidFill>
                <a:latin typeface="Arial"/>
                <a:ea typeface="Arial"/>
                <a:cs typeface="Arial"/>
                <a:sym typeface="Arial"/>
              </a:rPr>
              <a:t>Why we use it:</a:t>
            </a:r>
            <a:endParaRPr sz="1400" b="0" i="0" u="none" strike="noStrike" cap="none" dirty="0">
              <a:solidFill>
                <a:srgbClr val="000000"/>
              </a:solidFill>
              <a:latin typeface="Arial"/>
              <a:ea typeface="Arial"/>
              <a:cs typeface="Arial"/>
              <a:sym typeface="Arial"/>
            </a:endParaRPr>
          </a:p>
          <a:p>
            <a:pPr marL="0" marR="0" lvl="0" indent="0" algn="l" rtl="0">
              <a:lnSpc>
                <a:spcPct val="115000"/>
              </a:lnSpc>
              <a:spcBef>
                <a:spcPts val="1200"/>
              </a:spcBef>
              <a:spcAft>
                <a:spcPts val="0"/>
              </a:spcAft>
              <a:buClr>
                <a:srgbClr val="000000"/>
              </a:buClr>
              <a:buSzPts val="1600"/>
              <a:buFont typeface="Arial"/>
              <a:buNone/>
            </a:pPr>
            <a:r>
              <a:rPr lang="en-US" sz="1600" b="0" i="0" u="none" strike="noStrike" cap="none" dirty="0">
                <a:solidFill>
                  <a:schemeClr val="dk1"/>
                </a:solidFill>
                <a:latin typeface="Arial"/>
                <a:ea typeface="Arial"/>
                <a:cs typeface="Arial"/>
                <a:sym typeface="Arial"/>
              </a:rPr>
              <a:t>Instead of writing raw database queries, Mongoose lets you:</a:t>
            </a:r>
            <a:endParaRPr sz="1400" b="0" i="0" u="none" strike="noStrike" cap="none" dirty="0">
              <a:solidFill>
                <a:srgbClr val="000000"/>
              </a:solidFill>
              <a:latin typeface="Arial"/>
              <a:ea typeface="Arial"/>
              <a:cs typeface="Arial"/>
              <a:sym typeface="Arial"/>
            </a:endParaRPr>
          </a:p>
          <a:p>
            <a:pPr marL="457200" marR="0" lvl="0" indent="-330200" algn="l" rtl="0">
              <a:lnSpc>
                <a:spcPct val="115000"/>
              </a:lnSpc>
              <a:spcBef>
                <a:spcPts val="1200"/>
              </a:spcBef>
              <a:spcAft>
                <a:spcPts val="0"/>
              </a:spcAft>
              <a:buClr>
                <a:schemeClr val="dk1"/>
              </a:buClr>
              <a:buSzPts val="1600"/>
              <a:buFont typeface="Arial"/>
              <a:buChar char="●"/>
            </a:pPr>
            <a:r>
              <a:rPr lang="en-US" sz="1600" b="0" i="0" u="none" strike="noStrike" cap="none" dirty="0">
                <a:solidFill>
                  <a:schemeClr val="dk1"/>
                </a:solidFill>
                <a:latin typeface="Arial"/>
                <a:ea typeface="Arial"/>
                <a:cs typeface="Arial"/>
                <a:sym typeface="Arial"/>
              </a:rPr>
              <a:t>Define </a:t>
            </a:r>
            <a:r>
              <a:rPr lang="en-US" sz="1600" b="1" i="0" u="none" strike="noStrike" cap="none" dirty="0">
                <a:solidFill>
                  <a:schemeClr val="dk1"/>
                </a:solidFill>
                <a:latin typeface="Arial"/>
                <a:ea typeface="Arial"/>
                <a:cs typeface="Arial"/>
                <a:sym typeface="Arial"/>
              </a:rPr>
              <a:t>schemas</a:t>
            </a:r>
            <a:r>
              <a:rPr lang="en-US" sz="1600" b="0" i="0" u="none" strike="noStrike" cap="none" dirty="0">
                <a:solidFill>
                  <a:schemeClr val="dk1"/>
                </a:solidFill>
                <a:latin typeface="Arial"/>
                <a:ea typeface="Arial"/>
                <a:cs typeface="Arial"/>
                <a:sym typeface="Arial"/>
              </a:rPr>
              <a:t> (data structure rules)</a:t>
            </a:r>
            <a:endParaRPr sz="1400" b="0" i="0" u="none" strike="noStrike" cap="none" dirty="0">
              <a:solidFill>
                <a:srgbClr val="000000"/>
              </a:solidFill>
              <a:latin typeface="Arial"/>
              <a:ea typeface="Arial"/>
              <a:cs typeface="Arial"/>
              <a:sym typeface="Arial"/>
            </a:endParaRPr>
          </a:p>
          <a:p>
            <a:pPr marL="457200" marR="0" lvl="0" indent="-330200" algn="l" rtl="0">
              <a:lnSpc>
                <a:spcPct val="115000"/>
              </a:lnSpc>
              <a:spcBef>
                <a:spcPts val="0"/>
              </a:spcBef>
              <a:spcAft>
                <a:spcPts val="0"/>
              </a:spcAft>
              <a:buClr>
                <a:schemeClr val="dk1"/>
              </a:buClr>
              <a:buSzPts val="1600"/>
              <a:buFont typeface="Arial"/>
              <a:buChar char="●"/>
            </a:pPr>
            <a:r>
              <a:rPr lang="en-US" sz="1600" b="0" i="0" u="none" strike="noStrike" cap="none" dirty="0">
                <a:solidFill>
                  <a:schemeClr val="dk1"/>
                </a:solidFill>
                <a:latin typeface="Arial"/>
                <a:ea typeface="Arial"/>
                <a:cs typeface="Arial"/>
                <a:sym typeface="Arial"/>
              </a:rPr>
              <a:t>Create </a:t>
            </a:r>
            <a:r>
              <a:rPr lang="en-US" sz="1600" b="1" i="0" u="none" strike="noStrike" cap="none" dirty="0">
                <a:solidFill>
                  <a:schemeClr val="dk1"/>
                </a:solidFill>
                <a:latin typeface="Arial"/>
                <a:ea typeface="Arial"/>
                <a:cs typeface="Arial"/>
                <a:sym typeface="Arial"/>
              </a:rPr>
              <a:t>models</a:t>
            </a:r>
            <a:r>
              <a:rPr lang="en-US" sz="1600" b="0" i="0" u="none" strike="noStrike" cap="none" dirty="0">
                <a:solidFill>
                  <a:schemeClr val="dk1"/>
                </a:solidFill>
                <a:latin typeface="Arial"/>
                <a:ea typeface="Arial"/>
                <a:cs typeface="Arial"/>
                <a:sym typeface="Arial"/>
              </a:rPr>
              <a:t> (representing collections like </a:t>
            </a:r>
            <a:r>
              <a:rPr lang="en-US" sz="1600" b="1" i="0" u="none" strike="noStrike" cap="none" dirty="0">
                <a:solidFill>
                  <a:schemeClr val="dk1"/>
                </a:solidFill>
                <a:latin typeface="Arial"/>
                <a:ea typeface="Arial"/>
                <a:cs typeface="Arial"/>
                <a:sym typeface="Arial"/>
              </a:rPr>
              <a:t>Books</a:t>
            </a:r>
            <a:r>
              <a:rPr lang="en-US" sz="1600" b="0" i="0" u="none" strike="noStrike" cap="none" dirty="0">
                <a:solidFill>
                  <a:schemeClr val="dk1"/>
                </a:solidFill>
                <a:latin typeface="Arial"/>
                <a:ea typeface="Arial"/>
                <a:cs typeface="Arial"/>
                <a:sym typeface="Arial"/>
              </a:rPr>
              <a:t> and </a:t>
            </a:r>
            <a:r>
              <a:rPr lang="en-US" sz="1600" b="1" i="0" u="none" strike="noStrike" cap="none" dirty="0">
                <a:solidFill>
                  <a:schemeClr val="dk1"/>
                </a:solidFill>
                <a:latin typeface="Arial"/>
                <a:ea typeface="Arial"/>
                <a:cs typeface="Arial"/>
                <a:sym typeface="Arial"/>
              </a:rPr>
              <a:t>Users</a:t>
            </a:r>
            <a:r>
              <a:rPr lang="en-US" sz="1600" b="0" i="0" u="none" strike="noStrike" cap="none" dirty="0">
                <a:solidFill>
                  <a:schemeClr val="dk1"/>
                </a:solidFill>
                <a:latin typeface="Arial"/>
                <a:ea typeface="Arial"/>
                <a:cs typeface="Arial"/>
                <a:sym typeface="Arial"/>
              </a:rPr>
              <a:t>)</a:t>
            </a:r>
            <a:endParaRPr sz="1400" b="0" i="0" u="none" strike="noStrike" cap="none" dirty="0">
              <a:solidFill>
                <a:srgbClr val="000000"/>
              </a:solidFill>
              <a:latin typeface="Arial"/>
              <a:ea typeface="Arial"/>
              <a:cs typeface="Arial"/>
              <a:sym typeface="Arial"/>
            </a:endParaRPr>
          </a:p>
          <a:p>
            <a:pPr marL="457200" marR="0" lvl="0" indent="-330200" algn="l" rtl="0">
              <a:lnSpc>
                <a:spcPct val="115000"/>
              </a:lnSpc>
              <a:spcBef>
                <a:spcPts val="0"/>
              </a:spcBef>
              <a:spcAft>
                <a:spcPts val="0"/>
              </a:spcAft>
              <a:buClr>
                <a:schemeClr val="dk1"/>
              </a:buClr>
              <a:buSzPts val="1600"/>
              <a:buFont typeface="Arial"/>
              <a:buChar char="●"/>
            </a:pPr>
            <a:r>
              <a:rPr lang="en-US" sz="1600" b="0" i="0" u="none" strike="noStrike" cap="none" dirty="0">
                <a:solidFill>
                  <a:schemeClr val="dk1"/>
                </a:solidFill>
                <a:latin typeface="Arial"/>
                <a:ea typeface="Arial"/>
                <a:cs typeface="Arial"/>
                <a:sym typeface="Arial"/>
              </a:rPr>
              <a:t>Easily </a:t>
            </a:r>
            <a:r>
              <a:rPr lang="en-US" sz="1600" b="1" i="0" u="none" strike="noStrike" cap="none" dirty="0">
                <a:solidFill>
                  <a:schemeClr val="dk1"/>
                </a:solidFill>
                <a:latin typeface="Arial"/>
                <a:ea typeface="Arial"/>
                <a:cs typeface="Arial"/>
                <a:sym typeface="Arial"/>
              </a:rPr>
              <a:t>read/write/update/delete</a:t>
            </a:r>
            <a:r>
              <a:rPr lang="en-US" sz="1600" b="0" i="0" u="none" strike="noStrike" cap="none" dirty="0">
                <a:solidFill>
                  <a:schemeClr val="dk1"/>
                </a:solidFill>
                <a:latin typeface="Arial"/>
                <a:ea typeface="Arial"/>
                <a:cs typeface="Arial"/>
                <a:sym typeface="Arial"/>
              </a:rPr>
              <a:t> data</a:t>
            </a:r>
            <a:endParaRPr sz="1400" b="0" i="0" u="none" strike="noStrike" cap="none" dirty="0">
              <a:solidFill>
                <a:srgbClr val="000000"/>
              </a:solidFill>
              <a:latin typeface="Arial"/>
              <a:ea typeface="Arial"/>
              <a:cs typeface="Arial"/>
              <a:sym typeface="Arial"/>
            </a:endParaRPr>
          </a:p>
          <a:p>
            <a:pPr marL="457200" marR="0" lvl="0" indent="-330200" algn="l" rtl="0">
              <a:lnSpc>
                <a:spcPct val="115000"/>
              </a:lnSpc>
              <a:spcBef>
                <a:spcPts val="0"/>
              </a:spcBef>
              <a:spcAft>
                <a:spcPts val="0"/>
              </a:spcAft>
              <a:buClr>
                <a:schemeClr val="dk1"/>
              </a:buClr>
              <a:buSzPts val="1600"/>
              <a:buFont typeface="Arial"/>
              <a:buChar char="●"/>
            </a:pPr>
            <a:r>
              <a:rPr lang="en-US" sz="1600" b="0" i="0" u="none" strike="noStrike" cap="none" dirty="0">
                <a:solidFill>
                  <a:schemeClr val="dk1"/>
                </a:solidFill>
                <a:latin typeface="Arial"/>
                <a:ea typeface="Arial"/>
                <a:cs typeface="Arial"/>
                <a:sym typeface="Arial"/>
              </a:rPr>
              <a:t>Use built-in validation and middleware</a:t>
            </a:r>
            <a:endParaRPr sz="16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C7EB1022-044E-96FA-4D6B-500D06785B49}"/>
            </a:ext>
          </a:extLst>
        </p:cNvPr>
        <p:cNvGrpSpPr/>
        <p:nvPr/>
      </p:nvGrpSpPr>
      <p:grpSpPr>
        <a:xfrm>
          <a:off x="0" y="0"/>
          <a:ext cx="0" cy="0"/>
          <a:chOff x="0" y="0"/>
          <a:chExt cx="0" cy="0"/>
        </a:xfrm>
      </p:grpSpPr>
      <p:pic>
        <p:nvPicPr>
          <p:cNvPr id="18" name="Picture 17" descr="A screen shot of a computer program&#10;&#10;AI-generated content may be incorrect.">
            <a:extLst>
              <a:ext uri="{FF2B5EF4-FFF2-40B4-BE49-F238E27FC236}">
                <a16:creationId xmlns:a16="http://schemas.microsoft.com/office/drawing/2014/main" id="{D274686C-D9B0-5136-4FDA-03F8A0ECE27D}"/>
              </a:ext>
            </a:extLst>
          </p:cNvPr>
          <p:cNvPicPr>
            <a:picLocks noChangeAspect="1"/>
          </p:cNvPicPr>
          <p:nvPr/>
        </p:nvPicPr>
        <p:blipFill>
          <a:blip r:embed="rId3"/>
          <a:stretch>
            <a:fillRect/>
          </a:stretch>
        </p:blipFill>
        <p:spPr>
          <a:xfrm>
            <a:off x="6304175" y="-1"/>
            <a:ext cx="5887826" cy="6453963"/>
          </a:xfrm>
          <a:prstGeom prst="rect">
            <a:avLst/>
          </a:prstGeom>
        </p:spPr>
      </p:pic>
      <p:sp>
        <p:nvSpPr>
          <p:cNvPr id="90" name="Google Shape;90;p2">
            <a:extLst>
              <a:ext uri="{FF2B5EF4-FFF2-40B4-BE49-F238E27FC236}">
                <a16:creationId xmlns:a16="http://schemas.microsoft.com/office/drawing/2014/main" id="{042435D7-DF7E-67E4-A66B-5565179F7E99}"/>
              </a:ext>
            </a:extLst>
          </p:cNvPr>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Clr>
                <a:srgbClr val="000000"/>
              </a:buClr>
              <a:buSzPts val="2400"/>
              <a:buFont typeface="Arial"/>
              <a:buNone/>
            </a:pPr>
            <a:r>
              <a:rPr lang="en-US" sz="2400" b="1" i="0" u="none" strike="noStrike" cap="none" dirty="0">
                <a:solidFill>
                  <a:srgbClr val="11175E"/>
                </a:solidFill>
                <a:highlight>
                  <a:srgbClr val="FFFF00"/>
                </a:highlight>
                <a:latin typeface="Arial"/>
                <a:ea typeface="Arial"/>
                <a:cs typeface="Arial"/>
                <a:sym typeface="Arial"/>
              </a:rPr>
              <a:t>What is a Schema?</a:t>
            </a:r>
            <a:endParaRPr sz="2400" b="1" i="0" u="none" strike="noStrike" cap="none" dirty="0">
              <a:solidFill>
                <a:srgbClr val="11175E"/>
              </a:solidFill>
              <a:highlight>
                <a:srgbClr val="FFFF00"/>
              </a:highlight>
              <a:latin typeface="Arial"/>
              <a:ea typeface="Arial"/>
              <a:cs typeface="Arial"/>
              <a:sym typeface="Arial"/>
            </a:endParaRPr>
          </a:p>
        </p:txBody>
      </p:sp>
      <p:sp>
        <p:nvSpPr>
          <p:cNvPr id="93" name="Google Shape;93;p2">
            <a:extLst>
              <a:ext uri="{FF2B5EF4-FFF2-40B4-BE49-F238E27FC236}">
                <a16:creationId xmlns:a16="http://schemas.microsoft.com/office/drawing/2014/main" id="{D1E58A93-E812-BAEB-71C4-E9B00173D1AE}"/>
              </a:ext>
            </a:extLst>
          </p:cNvPr>
          <p:cNvSpPr txBox="1"/>
          <p:nvPr/>
        </p:nvSpPr>
        <p:spPr>
          <a:xfrm>
            <a:off x="252549" y="1421524"/>
            <a:ext cx="5648521" cy="3291630"/>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Clr>
                <a:srgbClr val="000000"/>
              </a:buClr>
              <a:buSzPts val="1600"/>
              <a:buFont typeface="Arial"/>
              <a:buNone/>
            </a:pPr>
            <a:r>
              <a:rPr lang="en-US" sz="1600" b="1" i="0" u="none" strike="noStrike" cap="none" dirty="0">
                <a:solidFill>
                  <a:schemeClr val="dk1"/>
                </a:solidFill>
                <a:latin typeface="Arial"/>
                <a:ea typeface="Arial"/>
                <a:cs typeface="Arial"/>
                <a:sym typeface="Arial"/>
              </a:rPr>
              <a:t>What it is</a:t>
            </a:r>
            <a:r>
              <a:rPr lang="en-US" sz="1600" b="0" i="0" u="none" strike="noStrike" cap="none" dirty="0">
                <a:solidFill>
                  <a:schemeClr val="dk1"/>
                </a:solidFill>
                <a:latin typeface="Arial"/>
                <a:ea typeface="Arial"/>
                <a:cs typeface="Arial"/>
                <a:sym typeface="Arial"/>
              </a:rPr>
              <a:t>:</a:t>
            </a:r>
            <a:endParaRPr sz="1600" b="0" i="0" u="none" strike="noStrike" cap="none" dirty="0">
              <a:solidFill>
                <a:srgbClr val="000000"/>
              </a:solidFill>
              <a:latin typeface="Arial"/>
              <a:ea typeface="Arial"/>
              <a:cs typeface="Arial"/>
              <a:sym typeface="Arial"/>
            </a:endParaRPr>
          </a:p>
          <a:p>
            <a:pPr marL="0" marR="0" lvl="0" indent="0" algn="l" rtl="0">
              <a:lnSpc>
                <a:spcPct val="115000"/>
              </a:lnSpc>
              <a:spcBef>
                <a:spcPts val="1200"/>
              </a:spcBef>
              <a:spcAft>
                <a:spcPts val="0"/>
              </a:spcAft>
              <a:buClr>
                <a:srgbClr val="000000"/>
              </a:buClr>
              <a:buSzPts val="1400"/>
              <a:buFont typeface="Arial"/>
              <a:buNone/>
            </a:pPr>
            <a:r>
              <a:rPr lang="en-US" sz="1400" b="0" i="0" u="none" strike="noStrike" cap="none" dirty="0">
                <a:solidFill>
                  <a:srgbClr val="000000"/>
                </a:solidFill>
                <a:latin typeface="Arial"/>
                <a:ea typeface="Arial"/>
                <a:cs typeface="Arial"/>
                <a:sym typeface="Arial"/>
              </a:rPr>
              <a:t>In the context of NoSQL databases, "schema" refers to the </a:t>
            </a:r>
            <a:r>
              <a:rPr lang="en-US" sz="1400" b="1" i="0" u="none" strike="noStrike" cap="none" dirty="0">
                <a:solidFill>
                  <a:srgbClr val="000000"/>
                </a:solidFill>
                <a:latin typeface="Arial"/>
                <a:ea typeface="Arial"/>
                <a:cs typeface="Arial"/>
                <a:sym typeface="Arial"/>
              </a:rPr>
              <a:t>structure and organization of data</a:t>
            </a:r>
            <a:r>
              <a:rPr lang="en-US" sz="1400" b="0" i="0" u="none" strike="noStrike" cap="none" dirty="0">
                <a:solidFill>
                  <a:srgbClr val="000000"/>
                </a:solidFill>
                <a:latin typeface="Arial"/>
                <a:ea typeface="Arial"/>
                <a:cs typeface="Arial"/>
                <a:sym typeface="Arial"/>
              </a:rPr>
              <a:t>, although it differs significantly from the rigid, predefined schemas found in relational databases.</a:t>
            </a:r>
            <a:endParaRPr sz="1400" b="0" i="0" u="none" strike="noStrike" cap="none" dirty="0">
              <a:solidFill>
                <a:srgbClr val="000000"/>
              </a:solidFill>
              <a:latin typeface="Arial"/>
              <a:ea typeface="Arial"/>
              <a:cs typeface="Arial"/>
              <a:sym typeface="Arial"/>
            </a:endParaRPr>
          </a:p>
          <a:p>
            <a:pPr marL="0" marR="0" lvl="0" indent="0" algn="l" rtl="0">
              <a:lnSpc>
                <a:spcPct val="115000"/>
              </a:lnSpc>
              <a:spcBef>
                <a:spcPts val="1200"/>
              </a:spcBef>
              <a:spcAft>
                <a:spcPts val="0"/>
              </a:spcAft>
              <a:buClr>
                <a:srgbClr val="000000"/>
              </a:buClr>
              <a:buSzPts val="1600"/>
              <a:buFont typeface="Arial"/>
              <a:buNone/>
            </a:pPr>
            <a:r>
              <a:rPr lang="en-US" sz="1600" b="1" i="1" u="none" strike="noStrike" cap="none" dirty="0">
                <a:solidFill>
                  <a:schemeClr val="dk1"/>
                </a:solidFill>
                <a:latin typeface="Arial"/>
                <a:ea typeface="Arial"/>
                <a:cs typeface="Arial"/>
                <a:sym typeface="Arial"/>
              </a:rPr>
              <a:t>Mongoose Schema:</a:t>
            </a:r>
            <a:endParaRPr sz="1400" b="0" i="0" u="none" strike="noStrike" cap="none" dirty="0">
              <a:solidFill>
                <a:srgbClr val="000000"/>
              </a:solidFill>
              <a:latin typeface="Arial"/>
              <a:ea typeface="Arial"/>
              <a:cs typeface="Arial"/>
              <a:sym typeface="Arial"/>
            </a:endParaRPr>
          </a:p>
          <a:p>
            <a:pPr marL="0" marR="0" lvl="0" indent="0" algn="l" rtl="0">
              <a:lnSpc>
                <a:spcPct val="115000"/>
              </a:lnSpc>
              <a:spcBef>
                <a:spcPts val="1200"/>
              </a:spcBef>
              <a:spcAft>
                <a:spcPts val="0"/>
              </a:spcAft>
              <a:buClr>
                <a:srgbClr val="000000"/>
              </a:buClr>
              <a:buSzPts val="1400"/>
              <a:buFont typeface="Arial"/>
              <a:buNone/>
            </a:pPr>
            <a:r>
              <a:rPr lang="en-US" sz="1400" b="0" i="0" u="none" strike="noStrike" cap="none" dirty="0">
                <a:solidFill>
                  <a:srgbClr val="000000"/>
                </a:solidFill>
                <a:latin typeface="Arial"/>
                <a:ea typeface="Arial"/>
                <a:cs typeface="Arial"/>
                <a:sym typeface="Arial"/>
              </a:rPr>
              <a:t>A Mongoose Schema </a:t>
            </a:r>
            <a:r>
              <a:rPr lang="en-US" sz="1400" b="0" i="0" u="none" strike="noStrike" cap="none" dirty="0">
                <a:solidFill>
                  <a:srgbClr val="000000"/>
                </a:solidFill>
                <a:highlight>
                  <a:srgbClr val="FFFF00"/>
                </a:highlight>
                <a:latin typeface="Arial"/>
                <a:ea typeface="Arial"/>
                <a:cs typeface="Arial"/>
                <a:sym typeface="Arial"/>
              </a:rPr>
              <a:t>defines the structure of documents </a:t>
            </a:r>
            <a:r>
              <a:rPr lang="en-US" sz="1400" b="0" i="0" u="none" strike="noStrike" cap="none" dirty="0">
                <a:solidFill>
                  <a:srgbClr val="000000"/>
                </a:solidFill>
                <a:latin typeface="Arial"/>
                <a:ea typeface="Arial"/>
                <a:cs typeface="Arial"/>
                <a:sym typeface="Arial"/>
              </a:rPr>
              <a:t>within a MongoDB collection when using Mongoose, an Object Data Modeling (ODM) library for Node.js. It acts as a blueprint, specifying the fields, their data types, default values, validation rules, and other properties.</a:t>
            </a:r>
            <a:endParaRPr sz="1400" b="0" i="0" u="none" strike="noStrike" cap="none" dirty="0">
              <a:solidFill>
                <a:srgbClr val="000000"/>
              </a:solidFill>
              <a:latin typeface="Arial"/>
              <a:ea typeface="Arial"/>
              <a:cs typeface="Arial"/>
              <a:sym typeface="Arial"/>
            </a:endParaRPr>
          </a:p>
          <a:p>
            <a:pPr marL="0" marR="0" lvl="0" indent="0" algn="l" rtl="0">
              <a:lnSpc>
                <a:spcPct val="115000"/>
              </a:lnSpc>
              <a:spcBef>
                <a:spcPts val="1200"/>
              </a:spcBef>
              <a:spcAft>
                <a:spcPts val="0"/>
              </a:spcAft>
              <a:buClr>
                <a:srgbClr val="000000"/>
              </a:buClr>
              <a:buSzPts val="1600"/>
              <a:buFont typeface="Arial"/>
              <a:buNone/>
            </a:pPr>
            <a:r>
              <a:rPr lang="en-US" sz="1600" b="1" i="1" u="none" strike="noStrike" cap="none" dirty="0">
                <a:solidFill>
                  <a:srgbClr val="000000"/>
                </a:solidFill>
                <a:latin typeface="Arial"/>
                <a:ea typeface="Arial"/>
                <a:cs typeface="Arial"/>
                <a:sym typeface="Arial"/>
              </a:rPr>
              <a:t>Key Aspect of a Mongoose Schema:</a:t>
            </a:r>
            <a:endParaRPr sz="1400" b="0" i="0" u="none" strike="noStrike" cap="none" dirty="0">
              <a:solidFill>
                <a:srgbClr val="000000"/>
              </a:solidFill>
              <a:latin typeface="Arial"/>
              <a:ea typeface="Arial"/>
              <a:cs typeface="Arial"/>
              <a:sym typeface="Arial"/>
            </a:endParaRPr>
          </a:p>
        </p:txBody>
      </p:sp>
      <p:sp>
        <p:nvSpPr>
          <p:cNvPr id="6" name="Left Brace 5">
            <a:extLst>
              <a:ext uri="{FF2B5EF4-FFF2-40B4-BE49-F238E27FC236}">
                <a16:creationId xmlns:a16="http://schemas.microsoft.com/office/drawing/2014/main" id="{CE752737-36A0-A4A8-00D0-992D6660B421}"/>
              </a:ext>
            </a:extLst>
          </p:cNvPr>
          <p:cNvSpPr/>
          <p:nvPr/>
        </p:nvSpPr>
        <p:spPr>
          <a:xfrm>
            <a:off x="5645884" y="531628"/>
            <a:ext cx="717139" cy="4904848"/>
          </a:xfrm>
          <a:prstGeom prst="leftBrace">
            <a:avLst>
              <a:gd name="adj1" fmla="val 32055"/>
              <a:gd name="adj2" fmla="val 50000"/>
            </a:avLst>
          </a:prstGeom>
          <a:ln w="38100"/>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a:p>
        </p:txBody>
      </p:sp>
      <p:sp>
        <p:nvSpPr>
          <p:cNvPr id="7" name="Google Shape;91;p2">
            <a:extLst>
              <a:ext uri="{FF2B5EF4-FFF2-40B4-BE49-F238E27FC236}">
                <a16:creationId xmlns:a16="http://schemas.microsoft.com/office/drawing/2014/main" id="{A6EF878F-C0A6-7A60-4372-C459030CD0FC}"/>
              </a:ext>
            </a:extLst>
          </p:cNvPr>
          <p:cNvSpPr txBox="1"/>
          <p:nvPr/>
        </p:nvSpPr>
        <p:spPr>
          <a:xfrm>
            <a:off x="231725" y="4679391"/>
            <a:ext cx="6200454" cy="212361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1" i="1" u="none" strike="noStrike" cap="none" dirty="0">
                <a:solidFill>
                  <a:schemeClr val="dk1"/>
                </a:solidFill>
                <a:latin typeface="Arial"/>
                <a:ea typeface="Arial"/>
                <a:cs typeface="Arial"/>
                <a:sym typeface="Arial"/>
              </a:rPr>
              <a:t>Structure Definition:</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dirty="0">
                <a:solidFill>
                  <a:schemeClr val="dk1"/>
                </a:solidFill>
                <a:latin typeface="Arial"/>
                <a:ea typeface="Arial"/>
                <a:cs typeface="Arial"/>
                <a:sym typeface="Arial"/>
              </a:rPr>
              <a:t>It outlines the </a:t>
            </a:r>
            <a:r>
              <a:rPr lang="en-US" sz="1400" b="0" i="0" u="none" strike="noStrike" cap="none" dirty="0">
                <a:solidFill>
                  <a:schemeClr val="dk1"/>
                </a:solidFill>
                <a:highlight>
                  <a:srgbClr val="FFFF00"/>
                </a:highlight>
                <a:latin typeface="Arial"/>
                <a:ea typeface="Arial"/>
                <a:cs typeface="Arial"/>
                <a:sym typeface="Arial"/>
              </a:rPr>
              <a:t>expected fields </a:t>
            </a:r>
            <a:r>
              <a:rPr lang="en-US" sz="1400" b="0" i="0" u="none" strike="noStrike" cap="none" dirty="0">
                <a:solidFill>
                  <a:schemeClr val="dk1"/>
                </a:solidFill>
                <a:latin typeface="Arial"/>
                <a:ea typeface="Arial"/>
                <a:cs typeface="Arial"/>
                <a:sym typeface="Arial"/>
              </a:rPr>
              <a:t>within a document and </a:t>
            </a:r>
            <a:r>
              <a:rPr lang="en-US" sz="1400" b="0" i="0" u="none" strike="noStrike" cap="none" dirty="0">
                <a:solidFill>
                  <a:schemeClr val="dk1"/>
                </a:solidFill>
                <a:highlight>
                  <a:srgbClr val="FFFF00"/>
                </a:highlight>
                <a:latin typeface="Arial"/>
                <a:ea typeface="Arial"/>
                <a:cs typeface="Arial"/>
                <a:sym typeface="Arial"/>
              </a:rPr>
              <a:t>their corresponding Mongoose </a:t>
            </a:r>
            <a:r>
              <a:rPr lang="en-US" sz="1400" b="0" i="0" u="none" strike="noStrike" cap="none" dirty="0" err="1">
                <a:solidFill>
                  <a:schemeClr val="dk1"/>
                </a:solidFill>
                <a:highlight>
                  <a:srgbClr val="FFFF00"/>
                </a:highlight>
                <a:latin typeface="Arial"/>
                <a:ea typeface="Arial"/>
                <a:cs typeface="Arial"/>
                <a:sym typeface="Arial"/>
              </a:rPr>
              <a:t>SchemaTypes</a:t>
            </a:r>
            <a:r>
              <a:rPr lang="en-US" sz="1400" b="0" i="0" u="none" strike="noStrike" cap="none" dirty="0">
                <a:solidFill>
                  <a:schemeClr val="dk1"/>
                </a:solidFill>
                <a:latin typeface="Arial"/>
                <a:ea typeface="Arial"/>
                <a:cs typeface="Arial"/>
                <a:sym typeface="Arial"/>
              </a:rPr>
              <a:t> (e.g., String, Number, Boolean, Date, </a:t>
            </a:r>
            <a:r>
              <a:rPr lang="en-US" sz="1400" b="0" i="0" u="none" strike="noStrike" cap="none" dirty="0" err="1">
                <a:solidFill>
                  <a:schemeClr val="dk1"/>
                </a:solidFill>
                <a:latin typeface="Arial"/>
                <a:ea typeface="Arial"/>
                <a:cs typeface="Arial"/>
                <a:sym typeface="Arial"/>
              </a:rPr>
              <a:t>ObjectId</a:t>
            </a:r>
            <a:r>
              <a:rPr lang="en-US" sz="1400" b="0" i="0" u="none" strike="noStrike" cap="none" dirty="0">
                <a:solidFill>
                  <a:schemeClr val="dk1"/>
                </a:solidFill>
                <a:latin typeface="Arial"/>
                <a:ea typeface="Arial"/>
                <a:cs typeface="Arial"/>
                <a:sym typeface="Arial"/>
              </a:rPr>
              <a:t>, Array, Mixed).</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US" sz="1600" b="1" i="1" u="none" strike="noStrike" cap="none" dirty="0">
                <a:solidFill>
                  <a:schemeClr val="dk1"/>
                </a:solidFill>
                <a:latin typeface="Arial"/>
                <a:ea typeface="Arial"/>
                <a:cs typeface="Arial"/>
                <a:sym typeface="Arial"/>
              </a:rPr>
              <a:t>Validation:</a:t>
            </a:r>
            <a:endParaRPr sz="1600" b="0" i="1"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dirty="0">
                <a:solidFill>
                  <a:schemeClr val="dk1"/>
                </a:solidFill>
                <a:highlight>
                  <a:srgbClr val="FFFF00"/>
                </a:highlight>
                <a:latin typeface="Arial"/>
                <a:ea typeface="Arial"/>
                <a:cs typeface="Arial"/>
                <a:sym typeface="Arial"/>
              </a:rPr>
              <a:t>Schemas allow for defining validation rules</a:t>
            </a:r>
            <a:r>
              <a:rPr lang="en-US" sz="1400" b="0" i="0" u="none" strike="noStrike" cap="none" dirty="0">
                <a:solidFill>
                  <a:schemeClr val="dk1"/>
                </a:solidFill>
                <a:latin typeface="Arial"/>
                <a:ea typeface="Arial"/>
                <a:cs typeface="Arial"/>
                <a:sym typeface="Arial"/>
              </a:rPr>
              <a:t> for individual fields, ensuring data integrity before saving documents to the database. This includes built-in validators (like </a:t>
            </a:r>
            <a:r>
              <a:rPr lang="en-US" sz="1400" b="0" i="0" u="none" strike="noStrike" cap="none" dirty="0">
                <a:solidFill>
                  <a:schemeClr val="dk1"/>
                </a:solidFill>
                <a:highlight>
                  <a:srgbClr val="FFFF00"/>
                </a:highlight>
                <a:latin typeface="Arial"/>
                <a:ea typeface="Arial"/>
                <a:cs typeface="Arial"/>
                <a:sym typeface="Arial"/>
              </a:rPr>
              <a:t>required, min, max, </a:t>
            </a:r>
            <a:r>
              <a:rPr lang="en-US" sz="1400" b="0" i="0" u="none" strike="noStrike" cap="none" dirty="0" err="1">
                <a:solidFill>
                  <a:schemeClr val="dk1"/>
                </a:solidFill>
                <a:highlight>
                  <a:srgbClr val="FFFF00"/>
                </a:highlight>
                <a:latin typeface="Arial"/>
                <a:ea typeface="Arial"/>
                <a:cs typeface="Arial"/>
                <a:sym typeface="Arial"/>
              </a:rPr>
              <a:t>enum</a:t>
            </a:r>
            <a:r>
              <a:rPr lang="en-US" sz="1400" b="0" i="0" u="none" strike="noStrike" cap="none" dirty="0">
                <a:solidFill>
                  <a:schemeClr val="dk1"/>
                </a:solidFill>
                <a:latin typeface="Arial"/>
                <a:ea typeface="Arial"/>
                <a:cs typeface="Arial"/>
                <a:sym typeface="Arial"/>
              </a:rPr>
              <a:t>) and custom validation functions.</a:t>
            </a:r>
            <a:endParaRPr sz="1400" b="0" i="0" u="none" strike="noStrike" cap="none" dirty="0">
              <a:solidFill>
                <a:srgbClr val="000000"/>
              </a:solidFill>
              <a:latin typeface="Arial"/>
              <a:ea typeface="Arial"/>
              <a:cs typeface="Arial"/>
              <a:sym typeface="Arial"/>
            </a:endParaRPr>
          </a:p>
        </p:txBody>
      </p:sp>
      <p:cxnSp>
        <p:nvCxnSpPr>
          <p:cNvPr id="8" name="Straight Arrow Connector 7">
            <a:extLst>
              <a:ext uri="{FF2B5EF4-FFF2-40B4-BE49-F238E27FC236}">
                <a16:creationId xmlns:a16="http://schemas.microsoft.com/office/drawing/2014/main" id="{A7398E51-8ECE-910A-9D8A-969645FA8618}"/>
              </a:ext>
            </a:extLst>
          </p:cNvPr>
          <p:cNvCxnSpPr>
            <a:cxnSpLocks/>
          </p:cNvCxnSpPr>
          <p:nvPr/>
        </p:nvCxnSpPr>
        <p:spPr>
          <a:xfrm flipV="1">
            <a:off x="3232298" y="2445488"/>
            <a:ext cx="4231758" cy="2753833"/>
          </a:xfrm>
          <a:prstGeom prst="straightConnector1">
            <a:avLst/>
          </a:prstGeom>
          <a:ln w="12700">
            <a:tailEnd type="triangle"/>
          </a:ln>
        </p:spPr>
        <p:style>
          <a:lnRef idx="1">
            <a:schemeClr val="accent2"/>
          </a:lnRef>
          <a:fillRef idx="0">
            <a:schemeClr val="accent2"/>
          </a:fillRef>
          <a:effectRef idx="0">
            <a:schemeClr val="accent2"/>
          </a:effectRef>
          <a:fontRef idx="minor">
            <a:schemeClr val="tx1"/>
          </a:fontRef>
        </p:style>
      </p:cxnSp>
      <p:cxnSp>
        <p:nvCxnSpPr>
          <p:cNvPr id="11" name="Straight Arrow Connector 10">
            <a:extLst>
              <a:ext uri="{FF2B5EF4-FFF2-40B4-BE49-F238E27FC236}">
                <a16:creationId xmlns:a16="http://schemas.microsoft.com/office/drawing/2014/main" id="{363B2377-08B1-D1F1-713D-2604B8272EB7}"/>
              </a:ext>
            </a:extLst>
          </p:cNvPr>
          <p:cNvCxnSpPr>
            <a:cxnSpLocks/>
          </p:cNvCxnSpPr>
          <p:nvPr/>
        </p:nvCxnSpPr>
        <p:spPr>
          <a:xfrm flipV="1">
            <a:off x="6007395" y="3997842"/>
            <a:ext cx="2594345" cy="1275907"/>
          </a:xfrm>
          <a:prstGeom prst="straightConnector1">
            <a:avLst/>
          </a:prstGeom>
          <a:ln w="12700">
            <a:tailEnd type="triangle"/>
          </a:ln>
        </p:spPr>
        <p:style>
          <a:lnRef idx="1">
            <a:schemeClr val="accent2"/>
          </a:lnRef>
          <a:fillRef idx="0">
            <a:schemeClr val="accent2"/>
          </a:fillRef>
          <a:effectRef idx="0">
            <a:schemeClr val="accent2"/>
          </a:effectRef>
          <a:fontRef idx="minor">
            <a:schemeClr val="tx1"/>
          </a:fontRef>
        </p:style>
      </p:cxnSp>
      <p:cxnSp>
        <p:nvCxnSpPr>
          <p:cNvPr id="14" name="Straight Arrow Connector 13">
            <a:extLst>
              <a:ext uri="{FF2B5EF4-FFF2-40B4-BE49-F238E27FC236}">
                <a16:creationId xmlns:a16="http://schemas.microsoft.com/office/drawing/2014/main" id="{717D3C39-FA06-1155-512A-4CF118C7CAF0}"/>
              </a:ext>
            </a:extLst>
          </p:cNvPr>
          <p:cNvCxnSpPr>
            <a:cxnSpLocks/>
          </p:cNvCxnSpPr>
          <p:nvPr/>
        </p:nvCxnSpPr>
        <p:spPr>
          <a:xfrm flipV="1">
            <a:off x="3625702" y="3232298"/>
            <a:ext cx="5199321" cy="3359888"/>
          </a:xfrm>
          <a:prstGeom prst="straightConnector1">
            <a:avLst/>
          </a:prstGeom>
          <a:ln w="12700">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4715087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8B82402A-5E8C-79D2-0B68-A2A46035F2F5}"/>
            </a:ext>
          </a:extLst>
        </p:cNvPr>
        <p:cNvGrpSpPr/>
        <p:nvPr/>
      </p:nvGrpSpPr>
      <p:grpSpPr>
        <a:xfrm>
          <a:off x="0" y="0"/>
          <a:ext cx="0" cy="0"/>
          <a:chOff x="0" y="0"/>
          <a:chExt cx="0" cy="0"/>
        </a:xfrm>
      </p:grpSpPr>
      <p:sp>
        <p:nvSpPr>
          <p:cNvPr id="90" name="Google Shape;90;p2">
            <a:extLst>
              <a:ext uri="{FF2B5EF4-FFF2-40B4-BE49-F238E27FC236}">
                <a16:creationId xmlns:a16="http://schemas.microsoft.com/office/drawing/2014/main" id="{A1A21F41-95C7-9FBE-D76D-E2E067A7269C}"/>
              </a:ext>
            </a:extLst>
          </p:cNvPr>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Clr>
                <a:srgbClr val="000000"/>
              </a:buClr>
              <a:buSzPts val="2400"/>
              <a:buFont typeface="Arial"/>
              <a:buNone/>
            </a:pPr>
            <a:r>
              <a:rPr lang="en-US" sz="2400" b="1" i="0" u="none" strike="noStrike" cap="none" dirty="0">
                <a:solidFill>
                  <a:srgbClr val="11175E"/>
                </a:solidFill>
                <a:highlight>
                  <a:srgbClr val="FFFF00"/>
                </a:highlight>
                <a:latin typeface="Arial"/>
                <a:ea typeface="Arial"/>
                <a:cs typeface="Arial"/>
                <a:sym typeface="Arial"/>
              </a:rPr>
              <a:t>What is a Schema?</a:t>
            </a:r>
            <a:endParaRPr sz="2400" b="1" i="0" u="none" strike="noStrike" cap="none" dirty="0">
              <a:solidFill>
                <a:srgbClr val="11175E"/>
              </a:solidFill>
              <a:highlight>
                <a:srgbClr val="FFFF00"/>
              </a:highlight>
              <a:latin typeface="Arial"/>
              <a:ea typeface="Arial"/>
              <a:cs typeface="Arial"/>
              <a:sym typeface="Arial"/>
            </a:endParaRPr>
          </a:p>
        </p:txBody>
      </p:sp>
      <p:sp>
        <p:nvSpPr>
          <p:cNvPr id="92" name="Google Shape;92;p2">
            <a:extLst>
              <a:ext uri="{FF2B5EF4-FFF2-40B4-BE49-F238E27FC236}">
                <a16:creationId xmlns:a16="http://schemas.microsoft.com/office/drawing/2014/main" id="{A805880E-F680-F699-799C-94703F7AE005}"/>
              </a:ext>
            </a:extLst>
          </p:cNvPr>
          <p:cNvSpPr txBox="1"/>
          <p:nvPr/>
        </p:nvSpPr>
        <p:spPr>
          <a:xfrm>
            <a:off x="252548" y="4801425"/>
            <a:ext cx="5165624" cy="1699656"/>
          </a:xfrm>
          <a:prstGeom prst="rect">
            <a:avLst/>
          </a:prstGeom>
          <a:noFill/>
          <a:ln>
            <a:noFill/>
          </a:ln>
        </p:spPr>
        <p:txBody>
          <a:bodyPr spcFirstLastPara="1" wrap="square" lIns="91425" tIns="45700" rIns="91425" bIns="45700" anchor="t" anchorCtr="0">
            <a:spAutoFit/>
          </a:bodyPr>
          <a:lstStyle/>
          <a:p>
            <a:pPr marL="0" marR="0" lvl="0" indent="0" algn="l" rtl="0">
              <a:lnSpc>
                <a:spcPct val="103125"/>
              </a:lnSpc>
              <a:spcBef>
                <a:spcPts val="0"/>
              </a:spcBef>
              <a:spcAft>
                <a:spcPts val="0"/>
              </a:spcAft>
              <a:buClr>
                <a:srgbClr val="000000"/>
              </a:buClr>
              <a:buSzPts val="1600"/>
              <a:buFont typeface="Arial"/>
              <a:buNone/>
            </a:pPr>
            <a:r>
              <a:rPr lang="en-US" sz="1600" b="1" i="1" u="none" strike="noStrike" cap="none" dirty="0">
                <a:solidFill>
                  <a:schemeClr val="dk1"/>
                </a:solidFill>
                <a:latin typeface="Arial"/>
                <a:ea typeface="Arial"/>
                <a:cs typeface="Arial"/>
                <a:sym typeface="Arial"/>
              </a:rPr>
              <a:t>Default Values:</a:t>
            </a:r>
            <a:br>
              <a:rPr lang="en-US" sz="1600" b="1" i="0" u="none" strike="noStrike" cap="none" dirty="0">
                <a:solidFill>
                  <a:schemeClr val="dk1"/>
                </a:solidFill>
                <a:latin typeface="Arial"/>
                <a:ea typeface="Arial"/>
                <a:cs typeface="Arial"/>
                <a:sym typeface="Arial"/>
              </a:rPr>
            </a:br>
            <a:r>
              <a:rPr lang="en-US" sz="1400" b="0" i="0" u="none" strike="noStrike" cap="none" dirty="0">
                <a:solidFill>
                  <a:schemeClr val="dk1"/>
                </a:solidFill>
                <a:latin typeface="Arial"/>
                <a:ea typeface="Arial"/>
                <a:cs typeface="Arial"/>
                <a:sym typeface="Arial"/>
              </a:rPr>
              <a:t>You </a:t>
            </a:r>
            <a:r>
              <a:rPr lang="en-US" sz="1400" b="0" i="0" u="none" strike="noStrike" cap="none" dirty="0">
                <a:solidFill>
                  <a:schemeClr val="dk1"/>
                </a:solidFill>
                <a:highlight>
                  <a:srgbClr val="FFFF00"/>
                </a:highlight>
                <a:latin typeface="Arial"/>
                <a:ea typeface="Arial"/>
                <a:cs typeface="Arial"/>
                <a:sym typeface="Arial"/>
              </a:rPr>
              <a:t>can specify default values for fields</a:t>
            </a:r>
            <a:r>
              <a:rPr lang="en-US" sz="1400" b="0" i="0" u="none" strike="noStrike" cap="none" dirty="0">
                <a:solidFill>
                  <a:schemeClr val="dk1"/>
                </a:solidFill>
                <a:latin typeface="Arial"/>
                <a:ea typeface="Arial"/>
                <a:cs typeface="Arial"/>
                <a:sym typeface="Arial"/>
              </a:rPr>
              <a:t>, which will be automatically assigned if a value is not provided during document creation.</a:t>
            </a:r>
            <a:endParaRPr sz="1400" b="0" i="0" u="none" strike="noStrike" cap="none" dirty="0">
              <a:solidFill>
                <a:srgbClr val="000000"/>
              </a:solidFill>
              <a:latin typeface="Arial"/>
              <a:ea typeface="Arial"/>
              <a:cs typeface="Arial"/>
              <a:sym typeface="Arial"/>
            </a:endParaRPr>
          </a:p>
          <a:p>
            <a:pPr marL="0" marR="0" lvl="0" indent="0" algn="l" rtl="0">
              <a:lnSpc>
                <a:spcPct val="117857"/>
              </a:lnSpc>
              <a:spcBef>
                <a:spcPts val="1350"/>
              </a:spcBef>
              <a:spcAft>
                <a:spcPts val="0"/>
              </a:spcAft>
              <a:buClr>
                <a:srgbClr val="000000"/>
              </a:buClr>
              <a:buSzPts val="1400"/>
              <a:buFont typeface="Arial"/>
              <a:buNone/>
            </a:pPr>
            <a:r>
              <a:rPr lang="en-US" sz="1400" b="0" i="0" u="none" strike="noStrike" cap="none" dirty="0">
                <a:solidFill>
                  <a:schemeClr val="dk1"/>
                </a:solidFill>
                <a:latin typeface="Arial"/>
                <a:ea typeface="Arial"/>
                <a:cs typeface="Arial"/>
                <a:sym typeface="Arial"/>
              </a:rPr>
              <a:t>And other aspects such as Indexes, Methods &amp; statics, </a:t>
            </a:r>
            <a:r>
              <a:rPr lang="en-US" sz="1400" b="0" i="0" u="none" strike="noStrike" cap="none" dirty="0" err="1">
                <a:solidFill>
                  <a:schemeClr val="dk1"/>
                </a:solidFill>
                <a:latin typeface="Arial"/>
                <a:ea typeface="Arial"/>
                <a:cs typeface="Arial"/>
                <a:sym typeface="Arial"/>
              </a:rPr>
              <a:t>vituals</a:t>
            </a:r>
            <a:r>
              <a:rPr lang="en-US" sz="1400" b="0" i="0" u="none" strike="noStrike" cap="none" dirty="0">
                <a:solidFill>
                  <a:schemeClr val="dk1"/>
                </a:solidFill>
                <a:latin typeface="Arial"/>
                <a:ea typeface="Arial"/>
                <a:cs typeface="Arial"/>
                <a:sym typeface="Arial"/>
              </a:rPr>
              <a:t> and middleware.</a:t>
            </a:r>
            <a:endParaRPr sz="1400" b="0" i="0" u="none" strike="noStrike" cap="none" dirty="0">
              <a:solidFill>
                <a:srgbClr val="000000"/>
              </a:solidFill>
              <a:latin typeface="Arial"/>
              <a:ea typeface="Arial"/>
              <a:cs typeface="Arial"/>
              <a:sym typeface="Arial"/>
            </a:endParaRPr>
          </a:p>
        </p:txBody>
      </p:sp>
      <p:sp>
        <p:nvSpPr>
          <p:cNvPr id="93" name="Google Shape;93;p2">
            <a:extLst>
              <a:ext uri="{FF2B5EF4-FFF2-40B4-BE49-F238E27FC236}">
                <a16:creationId xmlns:a16="http://schemas.microsoft.com/office/drawing/2014/main" id="{700D4100-675D-929E-DC40-DEA09BF65DDE}"/>
              </a:ext>
            </a:extLst>
          </p:cNvPr>
          <p:cNvSpPr txBox="1"/>
          <p:nvPr/>
        </p:nvSpPr>
        <p:spPr>
          <a:xfrm>
            <a:off x="252548" y="1421524"/>
            <a:ext cx="5648521" cy="3291630"/>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Clr>
                <a:srgbClr val="000000"/>
              </a:buClr>
              <a:buSzPts val="1600"/>
              <a:buFont typeface="Arial"/>
              <a:buNone/>
            </a:pPr>
            <a:r>
              <a:rPr lang="en-US" sz="1600" b="1" i="0" u="none" strike="noStrike" cap="none" dirty="0">
                <a:solidFill>
                  <a:schemeClr val="dk1"/>
                </a:solidFill>
                <a:latin typeface="Arial"/>
                <a:ea typeface="Arial"/>
                <a:cs typeface="Arial"/>
                <a:sym typeface="Arial"/>
              </a:rPr>
              <a:t>What it is</a:t>
            </a:r>
            <a:r>
              <a:rPr lang="en-US" sz="1600" b="0" i="0" u="none" strike="noStrike" cap="none" dirty="0">
                <a:solidFill>
                  <a:schemeClr val="dk1"/>
                </a:solidFill>
                <a:latin typeface="Arial"/>
                <a:ea typeface="Arial"/>
                <a:cs typeface="Arial"/>
                <a:sym typeface="Arial"/>
              </a:rPr>
              <a:t>:</a:t>
            </a:r>
            <a:endParaRPr sz="1600" b="0" i="0" u="none" strike="noStrike" cap="none" dirty="0">
              <a:solidFill>
                <a:srgbClr val="000000"/>
              </a:solidFill>
              <a:latin typeface="Arial"/>
              <a:ea typeface="Arial"/>
              <a:cs typeface="Arial"/>
              <a:sym typeface="Arial"/>
            </a:endParaRPr>
          </a:p>
          <a:p>
            <a:pPr marL="0" marR="0" lvl="0" indent="0" algn="l" rtl="0">
              <a:lnSpc>
                <a:spcPct val="115000"/>
              </a:lnSpc>
              <a:spcBef>
                <a:spcPts val="1200"/>
              </a:spcBef>
              <a:spcAft>
                <a:spcPts val="0"/>
              </a:spcAft>
              <a:buClr>
                <a:srgbClr val="000000"/>
              </a:buClr>
              <a:buSzPts val="1400"/>
              <a:buFont typeface="Arial"/>
              <a:buNone/>
            </a:pPr>
            <a:r>
              <a:rPr lang="en-US" sz="1400" b="0" i="0" u="none" strike="noStrike" cap="none" dirty="0">
                <a:solidFill>
                  <a:srgbClr val="000000"/>
                </a:solidFill>
                <a:latin typeface="Arial"/>
                <a:ea typeface="Arial"/>
                <a:cs typeface="Arial"/>
                <a:sym typeface="Arial"/>
              </a:rPr>
              <a:t>In the context of NoSQL databases, "schema" refers to the </a:t>
            </a:r>
            <a:r>
              <a:rPr lang="en-US" sz="1400" b="1" i="0" u="none" strike="noStrike" cap="none" dirty="0">
                <a:solidFill>
                  <a:srgbClr val="000000"/>
                </a:solidFill>
                <a:latin typeface="Arial"/>
                <a:ea typeface="Arial"/>
                <a:cs typeface="Arial"/>
                <a:sym typeface="Arial"/>
              </a:rPr>
              <a:t>structure and organization of data</a:t>
            </a:r>
            <a:r>
              <a:rPr lang="en-US" sz="1400" b="0" i="0" u="none" strike="noStrike" cap="none" dirty="0">
                <a:solidFill>
                  <a:srgbClr val="000000"/>
                </a:solidFill>
                <a:latin typeface="Arial"/>
                <a:ea typeface="Arial"/>
                <a:cs typeface="Arial"/>
                <a:sym typeface="Arial"/>
              </a:rPr>
              <a:t>, although it differs significantly from the rigid, predefined schemas found in relational databases.</a:t>
            </a:r>
            <a:endParaRPr sz="1400" b="0" i="0" u="none" strike="noStrike" cap="none" dirty="0">
              <a:solidFill>
                <a:srgbClr val="000000"/>
              </a:solidFill>
              <a:latin typeface="Arial"/>
              <a:ea typeface="Arial"/>
              <a:cs typeface="Arial"/>
              <a:sym typeface="Arial"/>
            </a:endParaRPr>
          </a:p>
          <a:p>
            <a:pPr marL="0" marR="0" lvl="0" indent="0" algn="l" rtl="0">
              <a:lnSpc>
                <a:spcPct val="115000"/>
              </a:lnSpc>
              <a:spcBef>
                <a:spcPts val="1200"/>
              </a:spcBef>
              <a:spcAft>
                <a:spcPts val="0"/>
              </a:spcAft>
              <a:buClr>
                <a:srgbClr val="000000"/>
              </a:buClr>
              <a:buSzPts val="1600"/>
              <a:buFont typeface="Arial"/>
              <a:buNone/>
            </a:pPr>
            <a:r>
              <a:rPr lang="en-US" sz="1600" b="1" i="1" u="none" strike="noStrike" cap="none" dirty="0">
                <a:solidFill>
                  <a:schemeClr val="dk1"/>
                </a:solidFill>
                <a:latin typeface="Arial"/>
                <a:ea typeface="Arial"/>
                <a:cs typeface="Arial"/>
                <a:sym typeface="Arial"/>
              </a:rPr>
              <a:t>Mongoose Schema:</a:t>
            </a:r>
            <a:endParaRPr sz="1400" b="0" i="0" u="none" strike="noStrike" cap="none" dirty="0">
              <a:solidFill>
                <a:srgbClr val="000000"/>
              </a:solidFill>
              <a:latin typeface="Arial"/>
              <a:ea typeface="Arial"/>
              <a:cs typeface="Arial"/>
              <a:sym typeface="Arial"/>
            </a:endParaRPr>
          </a:p>
          <a:p>
            <a:pPr marL="0" marR="0" lvl="0" indent="0" algn="l" rtl="0">
              <a:lnSpc>
                <a:spcPct val="115000"/>
              </a:lnSpc>
              <a:spcBef>
                <a:spcPts val="1200"/>
              </a:spcBef>
              <a:spcAft>
                <a:spcPts val="0"/>
              </a:spcAft>
              <a:buClr>
                <a:srgbClr val="000000"/>
              </a:buClr>
              <a:buSzPts val="1400"/>
              <a:buFont typeface="Arial"/>
              <a:buNone/>
            </a:pPr>
            <a:r>
              <a:rPr lang="en-US" sz="1400" b="0" i="0" u="none" strike="noStrike" cap="none" dirty="0">
                <a:solidFill>
                  <a:srgbClr val="000000"/>
                </a:solidFill>
                <a:latin typeface="Arial"/>
                <a:ea typeface="Arial"/>
                <a:cs typeface="Arial"/>
                <a:sym typeface="Arial"/>
              </a:rPr>
              <a:t>A Mongoose Schema </a:t>
            </a:r>
            <a:r>
              <a:rPr lang="en-US" sz="1400" b="0" i="0" u="none" strike="noStrike" cap="none" dirty="0">
                <a:solidFill>
                  <a:srgbClr val="000000"/>
                </a:solidFill>
                <a:highlight>
                  <a:srgbClr val="FFFF00"/>
                </a:highlight>
                <a:latin typeface="Arial"/>
                <a:ea typeface="Arial"/>
                <a:cs typeface="Arial"/>
                <a:sym typeface="Arial"/>
              </a:rPr>
              <a:t>defines the structure of documents </a:t>
            </a:r>
            <a:r>
              <a:rPr lang="en-US" sz="1400" b="0" i="0" u="none" strike="noStrike" cap="none" dirty="0">
                <a:solidFill>
                  <a:srgbClr val="000000"/>
                </a:solidFill>
                <a:latin typeface="Arial"/>
                <a:ea typeface="Arial"/>
                <a:cs typeface="Arial"/>
                <a:sym typeface="Arial"/>
              </a:rPr>
              <a:t>within a MongoDB collection when using Mongoose, an Object Data Modeling (ODM) library for Node.js. It acts as a blueprint, specifying the fields, their data types, default values, validation rules, and other properties.</a:t>
            </a:r>
            <a:endParaRPr sz="1400" b="0" i="0" u="none" strike="noStrike" cap="none" dirty="0">
              <a:solidFill>
                <a:srgbClr val="000000"/>
              </a:solidFill>
              <a:latin typeface="Arial"/>
              <a:ea typeface="Arial"/>
              <a:cs typeface="Arial"/>
              <a:sym typeface="Arial"/>
            </a:endParaRPr>
          </a:p>
          <a:p>
            <a:pPr marL="0" marR="0" lvl="0" indent="0" algn="l" rtl="0">
              <a:lnSpc>
                <a:spcPct val="115000"/>
              </a:lnSpc>
              <a:spcBef>
                <a:spcPts val="1200"/>
              </a:spcBef>
              <a:spcAft>
                <a:spcPts val="0"/>
              </a:spcAft>
              <a:buClr>
                <a:srgbClr val="000000"/>
              </a:buClr>
              <a:buSzPts val="1600"/>
              <a:buFont typeface="Arial"/>
              <a:buNone/>
            </a:pPr>
            <a:r>
              <a:rPr lang="en-US" sz="1600" b="1" i="1" u="none" strike="noStrike" cap="none" dirty="0">
                <a:solidFill>
                  <a:srgbClr val="000000"/>
                </a:solidFill>
                <a:latin typeface="Arial"/>
                <a:ea typeface="Arial"/>
                <a:cs typeface="Arial"/>
                <a:sym typeface="Arial"/>
              </a:rPr>
              <a:t>Key Aspect of a Mongoose Schema:</a:t>
            </a:r>
            <a:endParaRPr sz="1400" b="0" i="0" u="none" strike="noStrike" cap="none" dirty="0">
              <a:solidFill>
                <a:srgbClr val="000000"/>
              </a:solidFill>
              <a:latin typeface="Arial"/>
              <a:ea typeface="Arial"/>
              <a:cs typeface="Arial"/>
              <a:sym typeface="Arial"/>
            </a:endParaRPr>
          </a:p>
        </p:txBody>
      </p:sp>
      <p:sp>
        <p:nvSpPr>
          <p:cNvPr id="6" name="Left Brace 5">
            <a:extLst>
              <a:ext uri="{FF2B5EF4-FFF2-40B4-BE49-F238E27FC236}">
                <a16:creationId xmlns:a16="http://schemas.microsoft.com/office/drawing/2014/main" id="{6CF7C248-61C0-70EF-E637-72AE35B45113}"/>
              </a:ext>
            </a:extLst>
          </p:cNvPr>
          <p:cNvSpPr/>
          <p:nvPr/>
        </p:nvSpPr>
        <p:spPr>
          <a:xfrm>
            <a:off x="5901070" y="116958"/>
            <a:ext cx="717139" cy="6241096"/>
          </a:xfrm>
          <a:prstGeom prst="leftBrace">
            <a:avLst/>
          </a:prstGeom>
          <a:ln w="38100"/>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a:p>
        </p:txBody>
      </p:sp>
      <p:cxnSp>
        <p:nvCxnSpPr>
          <p:cNvPr id="2" name="Straight Arrow Connector 1">
            <a:extLst>
              <a:ext uri="{FF2B5EF4-FFF2-40B4-BE49-F238E27FC236}">
                <a16:creationId xmlns:a16="http://schemas.microsoft.com/office/drawing/2014/main" id="{5F93ED0E-3D20-1DC4-124F-D58529E7D6AB}"/>
              </a:ext>
            </a:extLst>
          </p:cNvPr>
          <p:cNvCxnSpPr>
            <a:cxnSpLocks/>
          </p:cNvCxnSpPr>
          <p:nvPr/>
        </p:nvCxnSpPr>
        <p:spPr>
          <a:xfrm>
            <a:off x="2732567" y="5316279"/>
            <a:ext cx="4657061" cy="733546"/>
          </a:xfrm>
          <a:prstGeom prst="straightConnector1">
            <a:avLst/>
          </a:prstGeom>
          <a:ln w="12700">
            <a:tailEnd type="triangle"/>
          </a:ln>
        </p:spPr>
        <p:style>
          <a:lnRef idx="1">
            <a:schemeClr val="accent2"/>
          </a:lnRef>
          <a:fillRef idx="0">
            <a:schemeClr val="accent2"/>
          </a:fillRef>
          <a:effectRef idx="0">
            <a:schemeClr val="accent2"/>
          </a:effectRef>
          <a:fontRef idx="minor">
            <a:schemeClr val="tx1"/>
          </a:fontRef>
        </p:style>
      </p:cxnSp>
      <p:pic>
        <p:nvPicPr>
          <p:cNvPr id="7" name="Picture 6" descr="A screen shot of a computer program&#10;&#10;AI-generated content may be incorrect.">
            <a:extLst>
              <a:ext uri="{FF2B5EF4-FFF2-40B4-BE49-F238E27FC236}">
                <a16:creationId xmlns:a16="http://schemas.microsoft.com/office/drawing/2014/main" id="{F44A09E7-E07B-43B3-148B-F3D25BFB1FD3}"/>
              </a:ext>
            </a:extLst>
          </p:cNvPr>
          <p:cNvPicPr>
            <a:picLocks noChangeAspect="1"/>
          </p:cNvPicPr>
          <p:nvPr/>
        </p:nvPicPr>
        <p:blipFill>
          <a:blip r:embed="rId3"/>
          <a:stretch>
            <a:fillRect/>
          </a:stretch>
        </p:blipFill>
        <p:spPr>
          <a:xfrm>
            <a:off x="6304175" y="-1"/>
            <a:ext cx="5887826" cy="6453963"/>
          </a:xfrm>
          <a:prstGeom prst="rect">
            <a:avLst/>
          </a:prstGeom>
        </p:spPr>
      </p:pic>
    </p:spTree>
    <p:extLst>
      <p:ext uri="{BB962C8B-B14F-4D97-AF65-F5344CB8AC3E}">
        <p14:creationId xmlns:p14="http://schemas.microsoft.com/office/powerpoint/2010/main" val="30959808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3"/>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Clr>
                <a:srgbClr val="000000"/>
              </a:buClr>
              <a:buSzPts val="2400"/>
              <a:buFont typeface="Arial"/>
              <a:buNone/>
            </a:pPr>
            <a:r>
              <a:rPr lang="en-US" sz="2400" b="1" i="0" u="none" strike="noStrike" cap="none">
                <a:solidFill>
                  <a:srgbClr val="11175E"/>
                </a:solidFill>
                <a:latin typeface="Arial"/>
                <a:ea typeface="Arial"/>
                <a:cs typeface="Arial"/>
                <a:sym typeface="Arial"/>
              </a:rPr>
              <a:t>What is a Model?</a:t>
            </a:r>
            <a:endParaRPr sz="2400" b="1" i="0" u="none" strike="noStrike" cap="none">
              <a:solidFill>
                <a:srgbClr val="11175E"/>
              </a:solidFill>
              <a:latin typeface="Arial"/>
              <a:ea typeface="Arial"/>
              <a:cs typeface="Arial"/>
              <a:sym typeface="Arial"/>
            </a:endParaRPr>
          </a:p>
        </p:txBody>
      </p:sp>
      <p:sp>
        <p:nvSpPr>
          <p:cNvPr id="99" name="Google Shape;99;p3"/>
          <p:cNvSpPr txBox="1"/>
          <p:nvPr/>
        </p:nvSpPr>
        <p:spPr>
          <a:xfrm>
            <a:off x="255578" y="1428054"/>
            <a:ext cx="2914200" cy="33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solidFill>
                  <a:srgbClr val="000000"/>
                </a:solidFill>
                <a:latin typeface="Arial"/>
                <a:ea typeface="Arial"/>
                <a:cs typeface="Arial"/>
                <a:sym typeface="Arial"/>
              </a:rPr>
              <a:t>What it is:</a:t>
            </a:r>
            <a:endParaRPr sz="1600" b="1" i="0" u="none" strike="noStrike" cap="none">
              <a:solidFill>
                <a:srgbClr val="000000"/>
              </a:solidFill>
              <a:latin typeface="Arial"/>
              <a:ea typeface="Arial"/>
              <a:cs typeface="Arial"/>
              <a:sym typeface="Arial"/>
            </a:endParaRPr>
          </a:p>
        </p:txBody>
      </p:sp>
      <p:sp>
        <p:nvSpPr>
          <p:cNvPr id="100" name="Google Shape;100;p3"/>
          <p:cNvSpPr txBox="1"/>
          <p:nvPr/>
        </p:nvSpPr>
        <p:spPr>
          <a:xfrm>
            <a:off x="231725" y="1814584"/>
            <a:ext cx="6090990" cy="2228262"/>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Clr>
                <a:srgbClr val="000000"/>
              </a:buClr>
              <a:buSzPts val="1600"/>
              <a:buFont typeface="Arial"/>
              <a:buNone/>
            </a:pPr>
            <a:r>
              <a:rPr lang="en-US" sz="1600" b="0" i="0" u="none" strike="noStrike" cap="none" dirty="0">
                <a:solidFill>
                  <a:srgbClr val="000000"/>
                </a:solidFill>
                <a:latin typeface="Arial"/>
                <a:ea typeface="Arial"/>
                <a:cs typeface="Arial"/>
                <a:sym typeface="Arial"/>
              </a:rPr>
              <a:t>In Mongoose, </a:t>
            </a:r>
            <a:r>
              <a:rPr lang="en-US" sz="1600" b="0" i="0" u="none" strike="noStrike" cap="none" dirty="0">
                <a:solidFill>
                  <a:srgbClr val="000000"/>
                </a:solidFill>
                <a:highlight>
                  <a:srgbClr val="FFFF00"/>
                </a:highlight>
                <a:latin typeface="Arial"/>
                <a:ea typeface="Arial"/>
                <a:cs typeface="Arial"/>
                <a:sym typeface="Arial"/>
              </a:rPr>
              <a:t>a "Model" serves as a </a:t>
            </a:r>
            <a:r>
              <a:rPr lang="en-US" sz="1600" b="1" i="0" u="none" strike="noStrike" cap="none" dirty="0">
                <a:solidFill>
                  <a:srgbClr val="000000"/>
                </a:solidFill>
                <a:highlight>
                  <a:srgbClr val="FFFF00"/>
                </a:highlight>
                <a:latin typeface="Arial"/>
                <a:ea typeface="Arial"/>
                <a:cs typeface="Arial"/>
                <a:sym typeface="Arial"/>
              </a:rPr>
              <a:t>structured representation of a MongoDB collection</a:t>
            </a:r>
            <a:r>
              <a:rPr lang="en-US" sz="1600" b="0" i="0" u="none" strike="noStrike" cap="none" dirty="0">
                <a:solidFill>
                  <a:srgbClr val="000000"/>
                </a:solidFill>
                <a:latin typeface="Arial"/>
                <a:ea typeface="Arial"/>
                <a:cs typeface="Arial"/>
                <a:sym typeface="Arial"/>
              </a:rPr>
              <a:t>, providing an interface for interacting with the data. It is a fundamental component in Mongoose's Object Data Modeling (ODM) approach, bridging the gap between your Node.js application and the MongoDB database.</a:t>
            </a:r>
            <a:endParaRPr sz="1400" b="0" i="0" u="none" strike="noStrike" cap="none" dirty="0">
              <a:solidFill>
                <a:srgbClr val="000000"/>
              </a:solidFill>
              <a:latin typeface="Arial"/>
              <a:ea typeface="Arial"/>
              <a:cs typeface="Arial"/>
              <a:sym typeface="Arial"/>
            </a:endParaRPr>
          </a:p>
          <a:p>
            <a:pPr marL="0" marR="0" lvl="0" indent="0" algn="l" rtl="0">
              <a:lnSpc>
                <a:spcPct val="115000"/>
              </a:lnSpc>
              <a:spcBef>
                <a:spcPts val="1200"/>
              </a:spcBef>
              <a:spcAft>
                <a:spcPts val="0"/>
              </a:spcAft>
              <a:buClr>
                <a:srgbClr val="000000"/>
              </a:buClr>
              <a:buSzPts val="1600"/>
              <a:buFont typeface="Arial"/>
              <a:buNone/>
            </a:pPr>
            <a:r>
              <a:rPr lang="en-US" sz="1600" b="0" i="0" u="none" strike="noStrike" cap="none" dirty="0">
                <a:solidFill>
                  <a:srgbClr val="000000"/>
                </a:solidFill>
                <a:latin typeface="Arial"/>
                <a:ea typeface="Arial"/>
                <a:cs typeface="Arial"/>
                <a:sym typeface="Arial"/>
              </a:rPr>
              <a:t>Basically, a </a:t>
            </a:r>
            <a:r>
              <a:rPr lang="en-US" sz="1600" b="1" i="0" u="none" strike="noStrike" cap="none" dirty="0">
                <a:solidFill>
                  <a:srgbClr val="000000"/>
                </a:solidFill>
                <a:latin typeface="Arial"/>
                <a:ea typeface="Arial"/>
                <a:cs typeface="Arial"/>
                <a:sym typeface="Arial"/>
              </a:rPr>
              <a:t>Model</a:t>
            </a:r>
            <a:r>
              <a:rPr lang="en-US" sz="1600" b="0" i="0" u="none" strike="noStrike" cap="none" dirty="0">
                <a:solidFill>
                  <a:srgbClr val="000000"/>
                </a:solidFill>
                <a:latin typeface="Arial"/>
                <a:ea typeface="Arial"/>
                <a:cs typeface="Arial"/>
                <a:sym typeface="Arial"/>
              </a:rPr>
              <a:t> is a </a:t>
            </a:r>
            <a:r>
              <a:rPr lang="en-US" sz="1600" b="1" i="0" u="none" strike="noStrike" cap="none" dirty="0">
                <a:solidFill>
                  <a:srgbClr val="000000"/>
                </a:solidFill>
                <a:latin typeface="Arial"/>
                <a:ea typeface="Arial"/>
                <a:cs typeface="Arial"/>
                <a:sym typeface="Arial"/>
              </a:rPr>
              <a:t>Class</a:t>
            </a:r>
            <a:r>
              <a:rPr lang="en-US" sz="1600" b="0" i="0" u="none" strike="noStrike" cap="none" dirty="0">
                <a:solidFill>
                  <a:srgbClr val="000000"/>
                </a:solidFill>
                <a:latin typeface="Arial"/>
                <a:ea typeface="Arial"/>
                <a:cs typeface="Arial"/>
                <a:sym typeface="Arial"/>
              </a:rPr>
              <a:t>, and an</a:t>
            </a:r>
            <a:r>
              <a:rPr lang="en-US" sz="1600" b="1" i="0" u="none" strike="noStrike" cap="none" dirty="0">
                <a:solidFill>
                  <a:srgbClr val="000000"/>
                </a:solidFill>
                <a:latin typeface="Arial"/>
                <a:ea typeface="Arial"/>
                <a:cs typeface="Arial"/>
                <a:sym typeface="Arial"/>
              </a:rPr>
              <a:t> instance </a:t>
            </a:r>
            <a:r>
              <a:rPr lang="en-US" sz="1600" b="0" i="0" u="none" strike="noStrike" cap="none" dirty="0">
                <a:solidFill>
                  <a:srgbClr val="000000"/>
                </a:solidFill>
                <a:latin typeface="Arial"/>
                <a:ea typeface="Arial"/>
                <a:cs typeface="Arial"/>
                <a:sym typeface="Arial"/>
              </a:rPr>
              <a:t>of a </a:t>
            </a:r>
            <a:r>
              <a:rPr lang="en-US" sz="1600" b="1" i="0" u="none" strike="noStrike" cap="none" dirty="0">
                <a:solidFill>
                  <a:srgbClr val="000000"/>
                </a:solidFill>
                <a:latin typeface="Arial"/>
                <a:ea typeface="Arial"/>
                <a:cs typeface="Arial"/>
                <a:sym typeface="Arial"/>
              </a:rPr>
              <a:t>Model</a:t>
            </a:r>
            <a:r>
              <a:rPr lang="en-US" sz="1600" b="0" i="0" u="none" strike="noStrike" cap="none" dirty="0">
                <a:solidFill>
                  <a:srgbClr val="000000"/>
                </a:solidFill>
                <a:latin typeface="Arial"/>
                <a:ea typeface="Arial"/>
                <a:cs typeface="Arial"/>
                <a:sym typeface="Arial"/>
              </a:rPr>
              <a:t> is called a </a:t>
            </a:r>
            <a:r>
              <a:rPr lang="en-US" sz="1600" b="1" i="0" u="none" strike="noStrike" cap="none" dirty="0">
                <a:solidFill>
                  <a:schemeClr val="dk1"/>
                </a:solidFill>
                <a:latin typeface="Arial"/>
                <a:ea typeface="Arial"/>
                <a:cs typeface="Arial"/>
                <a:sym typeface="Arial"/>
              </a:rPr>
              <a:t>document</a:t>
            </a:r>
            <a:r>
              <a:rPr lang="en-US" sz="1600" b="0" i="0" u="none" strike="noStrike" cap="none" dirty="0">
                <a:solidFill>
                  <a:schemeClr val="dk1"/>
                </a:solidFill>
                <a:latin typeface="Arial"/>
                <a:ea typeface="Arial"/>
                <a:cs typeface="Arial"/>
                <a:sym typeface="Arial"/>
              </a:rPr>
              <a:t> which is an </a:t>
            </a:r>
            <a:r>
              <a:rPr lang="en-US" sz="1600" b="1" i="0" u="none" strike="noStrike" cap="none" dirty="0">
                <a:solidFill>
                  <a:schemeClr val="dk1"/>
                </a:solidFill>
                <a:latin typeface="Arial"/>
                <a:ea typeface="Arial"/>
                <a:cs typeface="Arial"/>
                <a:sym typeface="Arial"/>
              </a:rPr>
              <a:t>object</a:t>
            </a:r>
            <a:r>
              <a:rPr lang="en-US" sz="1600" b="0" i="0" u="none" strike="noStrike" cap="none" dirty="0">
                <a:solidFill>
                  <a:schemeClr val="dk1"/>
                </a:solidFill>
                <a:latin typeface="Arial"/>
                <a:ea typeface="Arial"/>
                <a:cs typeface="Arial"/>
                <a:sym typeface="Arial"/>
              </a:rPr>
              <a:t>. </a:t>
            </a:r>
            <a:r>
              <a:rPr lang="en-US" sz="1600" dirty="0">
                <a:solidFill>
                  <a:schemeClr val="dk1"/>
                </a:solidFill>
              </a:rPr>
              <a:t>(OOP terms)</a:t>
            </a:r>
            <a:endParaRPr sz="1600" b="0" i="0" u="none" strike="noStrike" cap="none" dirty="0">
              <a:solidFill>
                <a:schemeClr val="dk1"/>
              </a:solidFill>
              <a:latin typeface="Arial"/>
              <a:ea typeface="Arial"/>
              <a:cs typeface="Arial"/>
              <a:sym typeface="Arial"/>
            </a:endParaRPr>
          </a:p>
        </p:txBody>
      </p:sp>
      <p:pic>
        <p:nvPicPr>
          <p:cNvPr id="7" name="Picture 6" descr="A screen shot of a computer program&#10;&#10;AI-generated content may be incorrect.">
            <a:extLst>
              <a:ext uri="{FF2B5EF4-FFF2-40B4-BE49-F238E27FC236}">
                <a16:creationId xmlns:a16="http://schemas.microsoft.com/office/drawing/2014/main" id="{B7E4B491-860E-D271-1EC2-8B3BBF7718FC}"/>
              </a:ext>
            </a:extLst>
          </p:cNvPr>
          <p:cNvPicPr>
            <a:picLocks noChangeAspect="1"/>
          </p:cNvPicPr>
          <p:nvPr/>
        </p:nvPicPr>
        <p:blipFill>
          <a:blip r:embed="rId3"/>
          <a:stretch>
            <a:fillRect/>
          </a:stretch>
        </p:blipFill>
        <p:spPr>
          <a:xfrm>
            <a:off x="6304175" y="-1"/>
            <a:ext cx="5887826" cy="6453963"/>
          </a:xfrm>
          <a:prstGeom prst="rect">
            <a:avLst/>
          </a:prstGeom>
        </p:spPr>
      </p:pic>
      <p:cxnSp>
        <p:nvCxnSpPr>
          <p:cNvPr id="4" name="Straight Arrow Connector 3">
            <a:extLst>
              <a:ext uri="{FF2B5EF4-FFF2-40B4-BE49-F238E27FC236}">
                <a16:creationId xmlns:a16="http://schemas.microsoft.com/office/drawing/2014/main" id="{19856AA2-ACEB-001E-9682-DFDC0D46A5BA}"/>
              </a:ext>
            </a:extLst>
          </p:cNvPr>
          <p:cNvCxnSpPr>
            <a:cxnSpLocks/>
          </p:cNvCxnSpPr>
          <p:nvPr/>
        </p:nvCxnSpPr>
        <p:spPr>
          <a:xfrm>
            <a:off x="1945758" y="3710763"/>
            <a:ext cx="5422605" cy="1998921"/>
          </a:xfrm>
          <a:prstGeom prst="straightConnector1">
            <a:avLst/>
          </a:prstGeom>
          <a:ln w="12700">
            <a:tailEnd type="triangle"/>
          </a:ln>
        </p:spPr>
        <p:style>
          <a:lnRef idx="1">
            <a:schemeClr val="accent2"/>
          </a:lnRef>
          <a:fillRef idx="0">
            <a:schemeClr val="accent2"/>
          </a:fillRef>
          <a:effectRef idx="0">
            <a:schemeClr val="accent2"/>
          </a:effectRef>
          <a:fontRef idx="minor">
            <a:schemeClr val="tx1"/>
          </a:fontRef>
        </p:style>
      </p:cxnSp>
      <p:cxnSp>
        <p:nvCxnSpPr>
          <p:cNvPr id="10" name="Straight Arrow Connector 9">
            <a:extLst>
              <a:ext uri="{FF2B5EF4-FFF2-40B4-BE49-F238E27FC236}">
                <a16:creationId xmlns:a16="http://schemas.microsoft.com/office/drawing/2014/main" id="{09B65977-D542-48A8-BADC-D423849A33E0}"/>
              </a:ext>
            </a:extLst>
          </p:cNvPr>
          <p:cNvCxnSpPr>
            <a:cxnSpLocks/>
          </p:cNvCxnSpPr>
          <p:nvPr/>
        </p:nvCxnSpPr>
        <p:spPr>
          <a:xfrm>
            <a:off x="4051005" y="3710763"/>
            <a:ext cx="2838893" cy="2509284"/>
          </a:xfrm>
          <a:prstGeom prst="straightConnector1">
            <a:avLst/>
          </a:prstGeom>
          <a:ln w="12700">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5820557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4265297A-1AD2-6B93-1D83-306E5917A1D7}"/>
              </a:ext>
            </a:extLst>
          </p:cNvPr>
          <p:cNvGraphicFramePr>
            <a:graphicFrameLocks noGrp="1"/>
          </p:cNvGraphicFramePr>
          <p:nvPr/>
        </p:nvGraphicFramePr>
        <p:xfrm>
          <a:off x="1114425" y="2225990"/>
          <a:ext cx="10258425" cy="4358199"/>
        </p:xfrm>
        <a:graphic>
          <a:graphicData uri="http://schemas.openxmlformats.org/drawingml/2006/table">
            <a:tbl>
              <a:tblPr firstRow="1" firstCol="1" bandRow="1"/>
              <a:tblGrid>
                <a:gridCol w="4777110">
                  <a:extLst>
                    <a:ext uri="{9D8B030D-6E8A-4147-A177-3AD203B41FA5}">
                      <a16:colId xmlns:a16="http://schemas.microsoft.com/office/drawing/2014/main" val="909203263"/>
                    </a:ext>
                  </a:extLst>
                </a:gridCol>
                <a:gridCol w="5481315">
                  <a:extLst>
                    <a:ext uri="{9D8B030D-6E8A-4147-A177-3AD203B41FA5}">
                      <a16:colId xmlns:a16="http://schemas.microsoft.com/office/drawing/2014/main" val="3193728419"/>
                    </a:ext>
                  </a:extLst>
                </a:gridCol>
              </a:tblGrid>
              <a:tr h="0">
                <a:tc>
                  <a:txBody>
                    <a:bodyPr/>
                    <a:lstStyle/>
                    <a:p>
                      <a:pPr algn="ctr">
                        <a:lnSpc>
                          <a:spcPct val="115000"/>
                        </a:lnSpc>
                        <a:spcAft>
                          <a:spcPts val="1000"/>
                        </a:spcAft>
                        <a:buNone/>
                      </a:pPr>
                      <a:r>
                        <a:rPr lang="en-US" sz="1400" b="1" dirty="0">
                          <a:effectLst/>
                          <a:latin typeface="Cambria" panose="02040503050406030204" pitchFamily="18" charset="0"/>
                          <a:ea typeface="MS Mincho" panose="02020609040205080304" pitchFamily="49" charset="-128"/>
                          <a:cs typeface="Times New Roman" panose="02020603050405020304" pitchFamily="18" charset="0"/>
                        </a:rPr>
                        <a:t>SQL (Relational Database)</a:t>
                      </a:r>
                      <a:endParaRPr lang="en-SG" sz="1400" b="1"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buNone/>
                      </a:pPr>
                      <a:r>
                        <a:rPr lang="en-US" sz="1400" b="1" dirty="0">
                          <a:effectLst/>
                          <a:latin typeface="Cambria" panose="02040503050406030204" pitchFamily="18" charset="0"/>
                          <a:ea typeface="MS Mincho" panose="02020609040205080304" pitchFamily="49" charset="-128"/>
                          <a:cs typeface="Times New Roman" panose="02020603050405020304" pitchFamily="18" charset="0"/>
                        </a:rPr>
                        <a:t>MongoDB (NoSQL)</a:t>
                      </a:r>
                      <a:endParaRPr lang="en-SG" sz="1400" b="1"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30500685"/>
                  </a:ext>
                </a:extLst>
              </a:tr>
              <a:tr h="0">
                <a:tc>
                  <a:txBody>
                    <a:bodyPr/>
                    <a:lstStyle/>
                    <a:p>
                      <a:pPr>
                        <a:lnSpc>
                          <a:spcPct val="115000"/>
                        </a:lnSpc>
                        <a:spcAft>
                          <a:spcPts val="1000"/>
                        </a:spcAft>
                        <a:buNone/>
                      </a:pPr>
                      <a:r>
                        <a:rPr lang="en-US" sz="1400" dirty="0">
                          <a:effectLst/>
                          <a:latin typeface="Cambria" panose="02040503050406030204" pitchFamily="18" charset="0"/>
                          <a:ea typeface="MS Mincho" panose="02020609040205080304" pitchFamily="49" charset="-128"/>
                          <a:cs typeface="Times New Roman" panose="02020603050405020304" pitchFamily="18" charset="0"/>
                        </a:rPr>
                        <a:t>Database</a:t>
                      </a:r>
                      <a:endParaRPr lang="en-SG" sz="14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1400">
                          <a:effectLst/>
                          <a:latin typeface="Cambria" panose="02040503050406030204" pitchFamily="18" charset="0"/>
                          <a:ea typeface="MS Mincho" panose="02020609040205080304" pitchFamily="49" charset="-128"/>
                          <a:cs typeface="Times New Roman" panose="02020603050405020304" pitchFamily="18" charset="0"/>
                        </a:rPr>
                        <a:t>Database</a:t>
                      </a:r>
                      <a:endParaRPr lang="en-SG" sz="14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444891"/>
                  </a:ext>
                </a:extLst>
              </a:tr>
              <a:tr h="0">
                <a:tc>
                  <a:txBody>
                    <a:bodyPr/>
                    <a:lstStyle/>
                    <a:p>
                      <a:pPr>
                        <a:lnSpc>
                          <a:spcPct val="115000"/>
                        </a:lnSpc>
                        <a:spcAft>
                          <a:spcPts val="1000"/>
                        </a:spcAft>
                        <a:buNone/>
                      </a:pPr>
                      <a:r>
                        <a:rPr lang="en-US" sz="1400">
                          <a:effectLst/>
                          <a:latin typeface="Cambria" panose="02040503050406030204" pitchFamily="18" charset="0"/>
                          <a:ea typeface="MS Mincho" panose="02020609040205080304" pitchFamily="49" charset="-128"/>
                          <a:cs typeface="Times New Roman" panose="02020603050405020304" pitchFamily="18" charset="0"/>
                        </a:rPr>
                        <a:t>Table / Relation</a:t>
                      </a:r>
                      <a:endParaRPr lang="en-SG" sz="14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1400">
                          <a:effectLst/>
                          <a:latin typeface="Cambria" panose="02040503050406030204" pitchFamily="18" charset="0"/>
                          <a:ea typeface="MS Mincho" panose="02020609040205080304" pitchFamily="49" charset="-128"/>
                          <a:cs typeface="Times New Roman" panose="02020603050405020304" pitchFamily="18" charset="0"/>
                        </a:rPr>
                        <a:t>Collection</a:t>
                      </a:r>
                      <a:endParaRPr lang="en-SG" sz="14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87767862"/>
                  </a:ext>
                </a:extLst>
              </a:tr>
              <a:tr h="0">
                <a:tc>
                  <a:txBody>
                    <a:bodyPr/>
                    <a:lstStyle/>
                    <a:p>
                      <a:pPr>
                        <a:lnSpc>
                          <a:spcPct val="115000"/>
                        </a:lnSpc>
                        <a:spcAft>
                          <a:spcPts val="1000"/>
                        </a:spcAft>
                        <a:buNone/>
                      </a:pPr>
                      <a:r>
                        <a:rPr lang="en-US" sz="1400" dirty="0">
                          <a:effectLst/>
                          <a:latin typeface="Cambria" panose="02040503050406030204" pitchFamily="18" charset="0"/>
                          <a:ea typeface="MS Mincho" panose="02020609040205080304" pitchFamily="49" charset="-128"/>
                          <a:cs typeface="Times New Roman" panose="02020603050405020304" pitchFamily="18" charset="0"/>
                        </a:rPr>
                        <a:t>Row / Record / Tuple</a:t>
                      </a:r>
                      <a:endParaRPr lang="en-SG" sz="14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1400">
                          <a:effectLst/>
                          <a:latin typeface="Cambria" panose="02040503050406030204" pitchFamily="18" charset="0"/>
                          <a:ea typeface="MS Mincho" panose="02020609040205080304" pitchFamily="49" charset="-128"/>
                          <a:cs typeface="Times New Roman" panose="02020603050405020304" pitchFamily="18" charset="0"/>
                        </a:rPr>
                        <a:t>Document</a:t>
                      </a:r>
                      <a:endParaRPr lang="en-SG" sz="14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96678341"/>
                  </a:ext>
                </a:extLst>
              </a:tr>
              <a:tr h="0">
                <a:tc>
                  <a:txBody>
                    <a:bodyPr/>
                    <a:lstStyle/>
                    <a:p>
                      <a:pPr>
                        <a:lnSpc>
                          <a:spcPct val="115000"/>
                        </a:lnSpc>
                        <a:spcAft>
                          <a:spcPts val="1000"/>
                        </a:spcAft>
                        <a:buNone/>
                      </a:pPr>
                      <a:r>
                        <a:rPr lang="en-US" sz="1400" dirty="0">
                          <a:effectLst/>
                          <a:latin typeface="Cambria" panose="02040503050406030204" pitchFamily="18" charset="0"/>
                          <a:ea typeface="MS Mincho" panose="02020609040205080304" pitchFamily="49" charset="-128"/>
                          <a:cs typeface="Times New Roman" panose="02020603050405020304" pitchFamily="18" charset="0"/>
                        </a:rPr>
                        <a:t>Column / Attribute</a:t>
                      </a:r>
                      <a:endParaRPr lang="en-SG" sz="14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1400">
                          <a:effectLst/>
                          <a:latin typeface="Cambria" panose="02040503050406030204" pitchFamily="18" charset="0"/>
                          <a:ea typeface="MS Mincho" panose="02020609040205080304" pitchFamily="49" charset="-128"/>
                          <a:cs typeface="Times New Roman" panose="02020603050405020304" pitchFamily="18" charset="0"/>
                        </a:rPr>
                        <a:t>Field</a:t>
                      </a:r>
                      <a:endParaRPr lang="en-SG" sz="14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90402358"/>
                  </a:ext>
                </a:extLst>
              </a:tr>
              <a:tr h="0">
                <a:tc>
                  <a:txBody>
                    <a:bodyPr/>
                    <a:lstStyle/>
                    <a:p>
                      <a:pPr>
                        <a:lnSpc>
                          <a:spcPct val="115000"/>
                        </a:lnSpc>
                        <a:spcAft>
                          <a:spcPts val="1000"/>
                        </a:spcAft>
                        <a:buNone/>
                      </a:pPr>
                      <a:r>
                        <a:rPr lang="en-US" sz="1400" dirty="0">
                          <a:effectLst/>
                          <a:latin typeface="Cambria" panose="02040503050406030204" pitchFamily="18" charset="0"/>
                          <a:ea typeface="MS Mincho" panose="02020609040205080304" pitchFamily="49" charset="-128"/>
                          <a:cs typeface="Times New Roman" panose="02020603050405020304" pitchFamily="18" charset="0"/>
                        </a:rPr>
                        <a:t>Primary Key</a:t>
                      </a:r>
                      <a:endParaRPr lang="en-SG" sz="14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1400">
                          <a:effectLst/>
                          <a:latin typeface="Cambria" panose="02040503050406030204" pitchFamily="18" charset="0"/>
                          <a:ea typeface="MS Mincho" panose="02020609040205080304" pitchFamily="49" charset="-128"/>
                          <a:cs typeface="Times New Roman" panose="02020603050405020304" pitchFamily="18" charset="0"/>
                        </a:rPr>
                        <a:t>_id field</a:t>
                      </a:r>
                      <a:endParaRPr lang="en-SG" sz="14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02395845"/>
                  </a:ext>
                </a:extLst>
              </a:tr>
              <a:tr h="0">
                <a:tc>
                  <a:txBody>
                    <a:bodyPr/>
                    <a:lstStyle/>
                    <a:p>
                      <a:pPr>
                        <a:lnSpc>
                          <a:spcPct val="115000"/>
                        </a:lnSpc>
                        <a:spcAft>
                          <a:spcPts val="1000"/>
                        </a:spcAft>
                        <a:buNone/>
                      </a:pPr>
                      <a:r>
                        <a:rPr lang="en-US" sz="1400" dirty="0">
                          <a:effectLst/>
                          <a:latin typeface="Cambria" panose="02040503050406030204" pitchFamily="18" charset="0"/>
                          <a:ea typeface="MS Mincho" panose="02020609040205080304" pitchFamily="49" charset="-128"/>
                          <a:cs typeface="Times New Roman" panose="02020603050405020304" pitchFamily="18" charset="0"/>
                        </a:rPr>
                        <a:t>Schema</a:t>
                      </a:r>
                      <a:endParaRPr lang="en-SG" sz="14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1400">
                          <a:effectLst/>
                          <a:latin typeface="Cambria" panose="02040503050406030204" pitchFamily="18" charset="0"/>
                          <a:ea typeface="MS Mincho" panose="02020609040205080304" pitchFamily="49" charset="-128"/>
                          <a:cs typeface="Times New Roman" panose="02020603050405020304" pitchFamily="18" charset="0"/>
                        </a:rPr>
                        <a:t>Schema (optional. Can be defined in Mongoose)</a:t>
                      </a:r>
                      <a:endParaRPr lang="en-SG" sz="14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46560780"/>
                  </a:ext>
                </a:extLst>
              </a:tr>
              <a:tr h="0">
                <a:tc>
                  <a:txBody>
                    <a:bodyPr/>
                    <a:lstStyle/>
                    <a:p>
                      <a:pPr>
                        <a:lnSpc>
                          <a:spcPct val="115000"/>
                        </a:lnSpc>
                        <a:spcAft>
                          <a:spcPts val="1000"/>
                        </a:spcAft>
                        <a:buNone/>
                      </a:pPr>
                      <a:r>
                        <a:rPr lang="en-US" sz="1400">
                          <a:effectLst/>
                          <a:latin typeface="Cambria" panose="02040503050406030204" pitchFamily="18" charset="0"/>
                          <a:ea typeface="MS Mincho" panose="02020609040205080304" pitchFamily="49" charset="-128"/>
                          <a:cs typeface="Times New Roman" panose="02020603050405020304" pitchFamily="18" charset="0"/>
                        </a:rPr>
                        <a:t>INSERT</a:t>
                      </a:r>
                      <a:endParaRPr lang="en-SG" sz="1400">
                        <a:effectLst/>
                        <a:latin typeface="Cambria" panose="02040503050406030204" pitchFamily="18" charset="0"/>
                        <a:ea typeface="MS Mincho" panose="02020609040205080304" pitchFamily="49" charset="-128"/>
                        <a:cs typeface="Times New Roman" panose="02020603050405020304" pitchFamily="18" charset="0"/>
                      </a:endParaRPr>
                    </a:p>
                    <a:p>
                      <a:pPr>
                        <a:lnSpc>
                          <a:spcPct val="115000"/>
                        </a:lnSpc>
                        <a:spcAft>
                          <a:spcPts val="1000"/>
                        </a:spcAft>
                        <a:buNone/>
                      </a:pPr>
                      <a:r>
                        <a:rPr lang="en-US" sz="1400">
                          <a:effectLst/>
                          <a:latin typeface="Aptos" panose="020B0004020202020204" pitchFamily="34" charset="0"/>
                          <a:ea typeface="MS Mincho" panose="02020609040205080304" pitchFamily="49" charset="-128"/>
                          <a:cs typeface="Times New Roman" panose="02020603050405020304" pitchFamily="18" charset="0"/>
                        </a:rPr>
                        <a:t>INSERT INTO books VALUES ('123', 'Node', 29);</a:t>
                      </a:r>
                      <a:endParaRPr lang="en-SG" sz="14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1400" dirty="0">
                          <a:effectLst/>
                          <a:latin typeface="Cambria" panose="02040503050406030204" pitchFamily="18" charset="0"/>
                          <a:ea typeface="MS Mincho" panose="02020609040205080304" pitchFamily="49" charset="-128"/>
                          <a:cs typeface="Times New Roman" panose="02020603050405020304" pitchFamily="18" charset="0"/>
                        </a:rPr>
                        <a:t>create() </a:t>
                      </a:r>
                      <a:endParaRPr lang="en-SG" sz="1400" dirty="0">
                        <a:effectLst/>
                        <a:latin typeface="Cambria" panose="02040503050406030204" pitchFamily="18" charset="0"/>
                        <a:ea typeface="MS Mincho" panose="02020609040205080304" pitchFamily="49" charset="-128"/>
                        <a:cs typeface="Times New Roman" panose="02020603050405020304" pitchFamily="18" charset="0"/>
                      </a:endParaRPr>
                    </a:p>
                    <a:p>
                      <a:pPr>
                        <a:lnSpc>
                          <a:spcPct val="115000"/>
                        </a:lnSpc>
                        <a:spcAft>
                          <a:spcPts val="1000"/>
                        </a:spcAft>
                        <a:buNone/>
                      </a:pPr>
                      <a:r>
                        <a:rPr lang="en-US" sz="1400" dirty="0" err="1">
                          <a:effectLst/>
                          <a:latin typeface="Aptos" panose="020B0004020202020204" pitchFamily="34" charset="0"/>
                          <a:ea typeface="MS Mincho" panose="02020609040205080304" pitchFamily="49" charset="-128"/>
                          <a:cs typeface="Times New Roman" panose="02020603050405020304" pitchFamily="18" charset="0"/>
                        </a:rPr>
                        <a:t>Book.create</a:t>
                      </a:r>
                      <a:r>
                        <a:rPr lang="en-US" sz="1400" dirty="0">
                          <a:effectLst/>
                          <a:latin typeface="Aptos" panose="020B0004020202020204" pitchFamily="34" charset="0"/>
                          <a:ea typeface="MS Mincho" panose="02020609040205080304" pitchFamily="49" charset="-128"/>
                          <a:cs typeface="Times New Roman" panose="02020603050405020304" pitchFamily="18" charset="0"/>
                        </a:rPr>
                        <a:t>({ </a:t>
                      </a:r>
                      <a:r>
                        <a:rPr lang="en-US" sz="1400" dirty="0" err="1">
                          <a:effectLst/>
                          <a:latin typeface="Aptos" panose="020B0004020202020204" pitchFamily="34" charset="0"/>
                          <a:ea typeface="MS Mincho" panose="02020609040205080304" pitchFamily="49" charset="-128"/>
                          <a:cs typeface="Times New Roman" panose="02020603050405020304" pitchFamily="18" charset="0"/>
                        </a:rPr>
                        <a:t>isbn</a:t>
                      </a:r>
                      <a:r>
                        <a:rPr lang="en-US" sz="1400" dirty="0">
                          <a:effectLst/>
                          <a:latin typeface="Aptos" panose="020B0004020202020204" pitchFamily="34" charset="0"/>
                          <a:ea typeface="MS Mincho" panose="02020609040205080304" pitchFamily="49" charset="-128"/>
                          <a:cs typeface="Times New Roman" panose="02020603050405020304" pitchFamily="18" charset="0"/>
                        </a:rPr>
                        <a:t>: "123",  title: "Node", price: 29})</a:t>
                      </a:r>
                      <a:endParaRPr lang="en-SG" sz="14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4506215"/>
                  </a:ext>
                </a:extLst>
              </a:tr>
              <a:tr h="0">
                <a:tc>
                  <a:txBody>
                    <a:bodyPr/>
                    <a:lstStyle/>
                    <a:p>
                      <a:pPr>
                        <a:lnSpc>
                          <a:spcPct val="115000"/>
                        </a:lnSpc>
                        <a:spcAft>
                          <a:spcPts val="1000"/>
                        </a:spcAft>
                        <a:buNone/>
                      </a:pPr>
                      <a:r>
                        <a:rPr lang="en-US" sz="1400">
                          <a:effectLst/>
                          <a:latin typeface="Cambria" panose="02040503050406030204" pitchFamily="18" charset="0"/>
                          <a:ea typeface="MS Mincho" panose="02020609040205080304" pitchFamily="49" charset="-128"/>
                          <a:cs typeface="Times New Roman" panose="02020603050405020304" pitchFamily="18" charset="0"/>
                        </a:rPr>
                        <a:t>SELECT</a:t>
                      </a:r>
                      <a:endParaRPr lang="en-SG" sz="1400">
                        <a:effectLst/>
                        <a:latin typeface="Cambria" panose="02040503050406030204" pitchFamily="18" charset="0"/>
                        <a:ea typeface="MS Mincho" panose="02020609040205080304" pitchFamily="49" charset="-128"/>
                        <a:cs typeface="Times New Roman" panose="02020603050405020304" pitchFamily="18" charset="0"/>
                      </a:endParaRPr>
                    </a:p>
                    <a:p>
                      <a:pPr>
                        <a:lnSpc>
                          <a:spcPct val="115000"/>
                        </a:lnSpc>
                        <a:spcAft>
                          <a:spcPts val="1000"/>
                        </a:spcAft>
                        <a:buNone/>
                      </a:pPr>
                      <a:r>
                        <a:rPr lang="en-US" sz="1400">
                          <a:effectLst/>
                          <a:latin typeface="Aptos" panose="020B0004020202020204" pitchFamily="34" charset="0"/>
                          <a:ea typeface="MS Mincho" panose="02020609040205080304" pitchFamily="49" charset="-128"/>
                          <a:cs typeface="Times New Roman" panose="02020603050405020304" pitchFamily="18" charset="0"/>
                        </a:rPr>
                        <a:t>SELECT * FROM books;</a:t>
                      </a:r>
                      <a:endParaRPr lang="en-SG" sz="1400">
                        <a:effectLst/>
                        <a:latin typeface="Cambria" panose="02040503050406030204" pitchFamily="18" charset="0"/>
                        <a:ea typeface="MS Mincho" panose="02020609040205080304" pitchFamily="49" charset="-128"/>
                        <a:cs typeface="Times New Roman" panose="02020603050405020304" pitchFamily="18" charset="0"/>
                      </a:endParaRPr>
                    </a:p>
                    <a:p>
                      <a:pPr>
                        <a:lnSpc>
                          <a:spcPct val="115000"/>
                        </a:lnSpc>
                        <a:spcAft>
                          <a:spcPts val="1000"/>
                        </a:spcAft>
                        <a:buNone/>
                      </a:pPr>
                      <a:r>
                        <a:rPr lang="en-US" sz="1400">
                          <a:effectLst/>
                          <a:latin typeface="Aptos" panose="020B0004020202020204" pitchFamily="34" charset="0"/>
                          <a:ea typeface="MS Mincho" panose="02020609040205080304" pitchFamily="49" charset="-128"/>
                          <a:cs typeface="Times New Roman" panose="02020603050405020304" pitchFamily="18" charset="0"/>
                        </a:rPr>
                        <a:t>SELECT * FROM books WHERE isbn = ‘123’;</a:t>
                      </a:r>
                      <a:endParaRPr lang="en-SG" sz="14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1400" dirty="0">
                          <a:effectLst/>
                          <a:latin typeface="Cambria" panose="02040503050406030204" pitchFamily="18" charset="0"/>
                          <a:ea typeface="MS Mincho" panose="02020609040205080304" pitchFamily="49" charset="-128"/>
                          <a:cs typeface="Times New Roman" panose="02020603050405020304" pitchFamily="18" charset="0"/>
                        </a:rPr>
                        <a:t>find(), </a:t>
                      </a:r>
                      <a:r>
                        <a:rPr lang="en-US" sz="1400" dirty="0" err="1">
                          <a:effectLst/>
                          <a:latin typeface="Cambria" panose="02040503050406030204" pitchFamily="18" charset="0"/>
                          <a:ea typeface="MS Mincho" panose="02020609040205080304" pitchFamily="49" charset="-128"/>
                          <a:cs typeface="Times New Roman" panose="02020603050405020304" pitchFamily="18" charset="0"/>
                        </a:rPr>
                        <a:t>findOne</a:t>
                      </a:r>
                      <a:r>
                        <a:rPr lang="en-US" sz="1400" dirty="0">
                          <a:effectLst/>
                          <a:latin typeface="Cambria" panose="02040503050406030204" pitchFamily="18" charset="0"/>
                          <a:ea typeface="MS Mincho" panose="02020609040205080304" pitchFamily="49" charset="-128"/>
                          <a:cs typeface="Times New Roman" panose="02020603050405020304" pitchFamily="18" charset="0"/>
                        </a:rPr>
                        <a:t>()</a:t>
                      </a:r>
                      <a:endParaRPr lang="en-SG" sz="1400" dirty="0">
                        <a:effectLst/>
                        <a:latin typeface="Cambria" panose="02040503050406030204" pitchFamily="18" charset="0"/>
                        <a:ea typeface="MS Mincho" panose="02020609040205080304" pitchFamily="49" charset="-128"/>
                        <a:cs typeface="Times New Roman" panose="02020603050405020304" pitchFamily="18" charset="0"/>
                      </a:endParaRPr>
                    </a:p>
                    <a:p>
                      <a:pPr>
                        <a:lnSpc>
                          <a:spcPct val="115000"/>
                        </a:lnSpc>
                        <a:spcAft>
                          <a:spcPts val="1000"/>
                        </a:spcAft>
                        <a:buNone/>
                      </a:pPr>
                      <a:r>
                        <a:rPr lang="en-US" sz="1400" dirty="0" err="1">
                          <a:effectLst/>
                          <a:latin typeface="Aptos" panose="020B0004020202020204" pitchFamily="34" charset="0"/>
                          <a:ea typeface="MS Mincho" panose="02020609040205080304" pitchFamily="49" charset="-128"/>
                          <a:cs typeface="Times New Roman" panose="02020603050405020304" pitchFamily="18" charset="0"/>
                        </a:rPr>
                        <a:t>Book.find</a:t>
                      </a:r>
                      <a:r>
                        <a:rPr lang="en-US" sz="1400" dirty="0">
                          <a:effectLst/>
                          <a:latin typeface="Aptos" panose="020B0004020202020204" pitchFamily="34" charset="0"/>
                          <a:ea typeface="MS Mincho" panose="02020609040205080304" pitchFamily="49" charset="-128"/>
                          <a:cs typeface="Times New Roman" panose="02020603050405020304" pitchFamily="18" charset="0"/>
                        </a:rPr>
                        <a:t>() </a:t>
                      </a:r>
                      <a:endParaRPr lang="en-SG" sz="1400" dirty="0">
                        <a:effectLst/>
                        <a:latin typeface="Cambria" panose="02040503050406030204" pitchFamily="18" charset="0"/>
                        <a:ea typeface="MS Mincho" panose="02020609040205080304" pitchFamily="49" charset="-128"/>
                        <a:cs typeface="Times New Roman" panose="02020603050405020304" pitchFamily="18" charset="0"/>
                      </a:endParaRPr>
                    </a:p>
                    <a:p>
                      <a:pPr>
                        <a:lnSpc>
                          <a:spcPct val="115000"/>
                        </a:lnSpc>
                        <a:spcAft>
                          <a:spcPts val="1000"/>
                        </a:spcAft>
                        <a:buNone/>
                      </a:pPr>
                      <a:r>
                        <a:rPr lang="en-US" sz="1400" dirty="0" err="1">
                          <a:effectLst/>
                          <a:latin typeface="Aptos" panose="020B0004020202020204" pitchFamily="34" charset="0"/>
                          <a:ea typeface="MS Mincho" panose="02020609040205080304" pitchFamily="49" charset="-128"/>
                          <a:cs typeface="Times New Roman" panose="02020603050405020304" pitchFamily="18" charset="0"/>
                        </a:rPr>
                        <a:t>Book.fineOne</a:t>
                      </a:r>
                      <a:r>
                        <a:rPr lang="en-US" sz="1400" dirty="0">
                          <a:effectLst/>
                          <a:latin typeface="Aptos" panose="020B0004020202020204" pitchFamily="34" charset="0"/>
                          <a:ea typeface="MS Mincho" panose="02020609040205080304" pitchFamily="49" charset="-128"/>
                          <a:cs typeface="Times New Roman" panose="02020603050405020304" pitchFamily="18" charset="0"/>
                        </a:rPr>
                        <a:t>( { </a:t>
                      </a:r>
                      <a:r>
                        <a:rPr lang="en-US" sz="1400" dirty="0" err="1">
                          <a:effectLst/>
                          <a:latin typeface="Aptos" panose="020B0004020202020204" pitchFamily="34" charset="0"/>
                          <a:ea typeface="MS Mincho" panose="02020609040205080304" pitchFamily="49" charset="-128"/>
                          <a:cs typeface="Times New Roman" panose="02020603050405020304" pitchFamily="18" charset="0"/>
                        </a:rPr>
                        <a:t>isbn</a:t>
                      </a:r>
                      <a:r>
                        <a:rPr lang="en-US" sz="1400" dirty="0">
                          <a:effectLst/>
                          <a:latin typeface="Aptos" panose="020B0004020202020204" pitchFamily="34" charset="0"/>
                          <a:ea typeface="MS Mincho" panose="02020609040205080304" pitchFamily="49" charset="-128"/>
                          <a:cs typeface="Times New Roman" panose="02020603050405020304" pitchFamily="18" charset="0"/>
                        </a:rPr>
                        <a:t>: ‘123’}  )</a:t>
                      </a:r>
                      <a:endParaRPr lang="en-SG" sz="14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66191543"/>
                  </a:ext>
                </a:extLst>
              </a:tr>
              <a:tr h="0">
                <a:tc>
                  <a:txBody>
                    <a:bodyPr/>
                    <a:lstStyle/>
                    <a:p>
                      <a:pPr>
                        <a:lnSpc>
                          <a:spcPct val="115000"/>
                        </a:lnSpc>
                        <a:spcAft>
                          <a:spcPts val="1000"/>
                        </a:spcAft>
                        <a:buNone/>
                      </a:pPr>
                      <a:r>
                        <a:rPr lang="en-US" sz="1400">
                          <a:effectLst/>
                          <a:latin typeface="Cambria" panose="02040503050406030204" pitchFamily="18" charset="0"/>
                          <a:ea typeface="MS Mincho" panose="02020609040205080304" pitchFamily="49" charset="-128"/>
                          <a:cs typeface="Times New Roman" panose="02020603050405020304" pitchFamily="18" charset="0"/>
                        </a:rPr>
                        <a:t>UPDATE</a:t>
                      </a:r>
                      <a:endParaRPr lang="en-SG" sz="1400">
                        <a:effectLst/>
                        <a:latin typeface="Cambria" panose="02040503050406030204" pitchFamily="18" charset="0"/>
                        <a:ea typeface="MS Mincho" panose="02020609040205080304" pitchFamily="49" charset="-128"/>
                        <a:cs typeface="Times New Roman" panose="02020603050405020304" pitchFamily="18" charset="0"/>
                      </a:endParaRPr>
                    </a:p>
                    <a:p>
                      <a:pPr>
                        <a:lnSpc>
                          <a:spcPct val="115000"/>
                        </a:lnSpc>
                        <a:spcAft>
                          <a:spcPts val="1000"/>
                        </a:spcAft>
                        <a:buNone/>
                      </a:pPr>
                      <a:r>
                        <a:rPr lang="en-US" sz="1400">
                          <a:effectLst/>
                          <a:latin typeface="Aptos" panose="020B0004020202020204" pitchFamily="34" charset="0"/>
                          <a:ea typeface="MS Mincho" panose="02020609040205080304" pitchFamily="49" charset="-128"/>
                          <a:cs typeface="Times New Roman" panose="02020603050405020304" pitchFamily="18" charset="0"/>
                        </a:rPr>
                        <a:t>UPDATE books SET price = 20, rating = 3 WHERE isbn = ‘123’;</a:t>
                      </a:r>
                      <a:endParaRPr lang="en-SG" sz="14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1400" dirty="0" err="1">
                          <a:effectLst/>
                          <a:latin typeface="Cambria" panose="02040503050406030204" pitchFamily="18" charset="0"/>
                          <a:ea typeface="MS Mincho" panose="02020609040205080304" pitchFamily="49" charset="-128"/>
                          <a:cs typeface="Times New Roman" panose="02020603050405020304" pitchFamily="18" charset="0"/>
                        </a:rPr>
                        <a:t>updateOne</a:t>
                      </a:r>
                      <a:r>
                        <a:rPr lang="en-US" sz="1400" dirty="0">
                          <a:effectLst/>
                          <a:latin typeface="Cambria" panose="02040503050406030204" pitchFamily="18" charset="0"/>
                          <a:ea typeface="MS Mincho" panose="02020609040205080304" pitchFamily="49" charset="-128"/>
                          <a:cs typeface="Times New Roman" panose="02020603050405020304" pitchFamily="18" charset="0"/>
                        </a:rPr>
                        <a:t>()</a:t>
                      </a:r>
                      <a:endParaRPr lang="en-SG" sz="1400" dirty="0">
                        <a:effectLst/>
                        <a:latin typeface="Cambria" panose="02040503050406030204" pitchFamily="18" charset="0"/>
                        <a:ea typeface="MS Mincho" panose="02020609040205080304" pitchFamily="49" charset="-128"/>
                        <a:cs typeface="Times New Roman" panose="02020603050405020304" pitchFamily="18" charset="0"/>
                      </a:endParaRPr>
                    </a:p>
                    <a:p>
                      <a:pPr>
                        <a:lnSpc>
                          <a:spcPct val="115000"/>
                        </a:lnSpc>
                        <a:spcAft>
                          <a:spcPts val="1000"/>
                        </a:spcAft>
                        <a:buNone/>
                      </a:pPr>
                      <a:r>
                        <a:rPr lang="en-US" sz="1400" dirty="0" err="1">
                          <a:effectLst/>
                          <a:latin typeface="Aptos" panose="020B0004020202020204" pitchFamily="34" charset="0"/>
                          <a:ea typeface="MS Mincho" panose="02020609040205080304" pitchFamily="49" charset="-128"/>
                          <a:cs typeface="Times New Roman" panose="02020603050405020304" pitchFamily="18" charset="0"/>
                        </a:rPr>
                        <a:t>Book.updateOne</a:t>
                      </a:r>
                      <a:r>
                        <a:rPr lang="en-US" sz="1400" dirty="0">
                          <a:effectLst/>
                          <a:latin typeface="Aptos" panose="020B0004020202020204" pitchFamily="34" charset="0"/>
                          <a:ea typeface="MS Mincho" panose="02020609040205080304" pitchFamily="49" charset="-128"/>
                          <a:cs typeface="Times New Roman" panose="02020603050405020304" pitchFamily="18" charset="0"/>
                        </a:rPr>
                        <a:t>( {</a:t>
                      </a:r>
                      <a:r>
                        <a:rPr lang="en-US" sz="1400" dirty="0" err="1">
                          <a:effectLst/>
                          <a:latin typeface="Aptos" panose="020B0004020202020204" pitchFamily="34" charset="0"/>
                          <a:ea typeface="MS Mincho" panose="02020609040205080304" pitchFamily="49" charset="-128"/>
                          <a:cs typeface="Times New Roman" panose="02020603050405020304" pitchFamily="18" charset="0"/>
                        </a:rPr>
                        <a:t>isbn</a:t>
                      </a:r>
                      <a:r>
                        <a:rPr lang="en-US" sz="1400" dirty="0">
                          <a:effectLst/>
                          <a:latin typeface="Aptos" panose="020B0004020202020204" pitchFamily="34" charset="0"/>
                          <a:ea typeface="MS Mincho" panose="02020609040205080304" pitchFamily="49" charset="-128"/>
                          <a:cs typeface="Times New Roman" panose="02020603050405020304" pitchFamily="18" charset="0"/>
                        </a:rPr>
                        <a:t>: ‘123’}, { price: 20, rating: 3}  )</a:t>
                      </a:r>
                      <a:endParaRPr lang="en-SG" sz="14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35066387"/>
                  </a:ext>
                </a:extLst>
              </a:tr>
              <a:tr h="0">
                <a:tc>
                  <a:txBody>
                    <a:bodyPr/>
                    <a:lstStyle/>
                    <a:p>
                      <a:pPr>
                        <a:lnSpc>
                          <a:spcPct val="115000"/>
                        </a:lnSpc>
                        <a:spcAft>
                          <a:spcPts val="1000"/>
                        </a:spcAft>
                        <a:buNone/>
                      </a:pPr>
                      <a:r>
                        <a:rPr lang="en-US" sz="1400">
                          <a:effectLst/>
                          <a:latin typeface="Cambria" panose="02040503050406030204" pitchFamily="18" charset="0"/>
                          <a:ea typeface="MS Mincho" panose="02020609040205080304" pitchFamily="49" charset="-128"/>
                          <a:cs typeface="Times New Roman" panose="02020603050405020304" pitchFamily="18" charset="0"/>
                        </a:rPr>
                        <a:t>DELETE</a:t>
                      </a:r>
                      <a:endParaRPr lang="en-SG" sz="1400">
                        <a:effectLst/>
                        <a:latin typeface="Cambria" panose="02040503050406030204" pitchFamily="18" charset="0"/>
                        <a:ea typeface="MS Mincho" panose="02020609040205080304" pitchFamily="49" charset="-128"/>
                        <a:cs typeface="Times New Roman" panose="02020603050405020304" pitchFamily="18" charset="0"/>
                      </a:endParaRPr>
                    </a:p>
                    <a:p>
                      <a:pPr>
                        <a:lnSpc>
                          <a:spcPct val="115000"/>
                        </a:lnSpc>
                        <a:spcAft>
                          <a:spcPts val="1000"/>
                        </a:spcAft>
                        <a:buNone/>
                      </a:pPr>
                      <a:r>
                        <a:rPr lang="en-US" sz="1400">
                          <a:effectLst/>
                          <a:latin typeface="Aptos" panose="020B0004020202020204" pitchFamily="34" charset="0"/>
                          <a:ea typeface="MS Mincho" panose="02020609040205080304" pitchFamily="49" charset="-128"/>
                          <a:cs typeface="Times New Roman" panose="02020603050405020304" pitchFamily="18" charset="0"/>
                        </a:rPr>
                        <a:t>DELETE FROM books WHERE isbn = ‘123’;</a:t>
                      </a:r>
                      <a:endParaRPr lang="en-SG" sz="14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1400" dirty="0" err="1">
                          <a:effectLst/>
                          <a:latin typeface="Cambria" panose="02040503050406030204" pitchFamily="18" charset="0"/>
                          <a:ea typeface="MS Mincho" panose="02020609040205080304" pitchFamily="49" charset="-128"/>
                          <a:cs typeface="Times New Roman" panose="02020603050405020304" pitchFamily="18" charset="0"/>
                        </a:rPr>
                        <a:t>deleteOne</a:t>
                      </a:r>
                      <a:r>
                        <a:rPr lang="en-US" sz="1400" dirty="0">
                          <a:effectLst/>
                          <a:latin typeface="Cambria" panose="02040503050406030204" pitchFamily="18" charset="0"/>
                          <a:ea typeface="MS Mincho" panose="02020609040205080304" pitchFamily="49" charset="-128"/>
                          <a:cs typeface="Times New Roman" panose="02020603050405020304" pitchFamily="18" charset="0"/>
                        </a:rPr>
                        <a:t>() </a:t>
                      </a:r>
                      <a:endParaRPr lang="en-SG" sz="1400" dirty="0">
                        <a:effectLst/>
                        <a:latin typeface="Cambria" panose="02040503050406030204" pitchFamily="18" charset="0"/>
                        <a:ea typeface="MS Mincho" panose="02020609040205080304" pitchFamily="49" charset="-128"/>
                        <a:cs typeface="Times New Roman" panose="02020603050405020304" pitchFamily="18" charset="0"/>
                      </a:endParaRPr>
                    </a:p>
                    <a:p>
                      <a:pPr>
                        <a:lnSpc>
                          <a:spcPct val="115000"/>
                        </a:lnSpc>
                        <a:spcAft>
                          <a:spcPts val="1000"/>
                        </a:spcAft>
                        <a:buNone/>
                      </a:pPr>
                      <a:r>
                        <a:rPr lang="en-US" sz="1400" dirty="0" err="1">
                          <a:effectLst/>
                          <a:latin typeface="Aptos" panose="020B0004020202020204" pitchFamily="34" charset="0"/>
                          <a:ea typeface="MS Mincho" panose="02020609040205080304" pitchFamily="49" charset="-128"/>
                          <a:cs typeface="Times New Roman" panose="02020603050405020304" pitchFamily="18" charset="0"/>
                        </a:rPr>
                        <a:t>Book.deleteOne</a:t>
                      </a:r>
                      <a:r>
                        <a:rPr lang="en-US" sz="1400" dirty="0">
                          <a:effectLst/>
                          <a:latin typeface="Aptos" panose="020B0004020202020204" pitchFamily="34" charset="0"/>
                          <a:ea typeface="MS Mincho" panose="02020609040205080304" pitchFamily="49" charset="-128"/>
                          <a:cs typeface="Times New Roman" panose="02020603050405020304" pitchFamily="18" charset="0"/>
                        </a:rPr>
                        <a:t>( { </a:t>
                      </a:r>
                      <a:r>
                        <a:rPr lang="en-US" sz="1400" dirty="0" err="1">
                          <a:effectLst/>
                          <a:latin typeface="Aptos" panose="020B0004020202020204" pitchFamily="34" charset="0"/>
                          <a:ea typeface="MS Mincho" panose="02020609040205080304" pitchFamily="49" charset="-128"/>
                          <a:cs typeface="Times New Roman" panose="02020603050405020304" pitchFamily="18" charset="0"/>
                        </a:rPr>
                        <a:t>isbn</a:t>
                      </a:r>
                      <a:r>
                        <a:rPr lang="en-US" sz="1400" dirty="0">
                          <a:effectLst/>
                          <a:latin typeface="Aptos" panose="020B0004020202020204" pitchFamily="34" charset="0"/>
                          <a:ea typeface="MS Mincho" panose="02020609040205080304" pitchFamily="49" charset="-128"/>
                          <a:cs typeface="Times New Roman" panose="02020603050405020304" pitchFamily="18" charset="0"/>
                        </a:rPr>
                        <a:t>: ‘123’} )</a:t>
                      </a:r>
                      <a:endParaRPr lang="en-SG" sz="14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47376329"/>
                  </a:ext>
                </a:extLst>
              </a:tr>
            </a:tbl>
          </a:graphicData>
        </a:graphic>
      </p:graphicFrame>
      <p:sp>
        <p:nvSpPr>
          <p:cNvPr id="6" name="Google Shape;78;g36a222053df_0_5">
            <a:extLst>
              <a:ext uri="{FF2B5EF4-FFF2-40B4-BE49-F238E27FC236}">
                <a16:creationId xmlns:a16="http://schemas.microsoft.com/office/drawing/2014/main" id="{644E8C81-E2BC-CB22-9DE3-10693013EC21}"/>
              </a:ext>
            </a:extLst>
          </p:cNvPr>
          <p:cNvSpPr/>
          <p:nvPr/>
        </p:nvSpPr>
        <p:spPr>
          <a:xfrm>
            <a:off x="259950" y="1332049"/>
            <a:ext cx="11672100" cy="582475"/>
          </a:xfrm>
          <a:prstGeom prst="rect">
            <a:avLst/>
          </a:prstGeom>
          <a:solidFill>
            <a:srgbClr val="548135">
              <a:alpha val="0"/>
            </a:srgbClr>
          </a:solidFill>
          <a:ln>
            <a:noFill/>
          </a:ln>
        </p:spPr>
        <p:txBody>
          <a:bodyPr spcFirstLastPara="1" wrap="square" lIns="83850" tIns="0" rIns="83850" bIns="41925" anchor="t" anchorCtr="0">
            <a:noAutofit/>
          </a:bodyPr>
          <a:lstStyle/>
          <a:p>
            <a:pPr>
              <a:lnSpc>
                <a:spcPct val="115000"/>
              </a:lnSpc>
              <a:spcBef>
                <a:spcPts val="2400"/>
              </a:spcBef>
              <a:buNone/>
            </a:pPr>
            <a:r>
              <a:rPr lang="en-US" sz="2000" b="1" kern="0" dirty="0">
                <a:solidFill>
                  <a:srgbClr val="365F91"/>
                </a:solidFill>
                <a:effectLst/>
                <a:latin typeface="Calibri" panose="020F0502020204030204" pitchFamily="34" charset="0"/>
                <a:ea typeface="MS Gothic" panose="020B0609070205080204" pitchFamily="49" charset="-128"/>
                <a:cs typeface="Times New Roman" panose="02020603050405020304" pitchFamily="18" charset="0"/>
              </a:rPr>
              <a:t>SQL vs MongoDB Terminology Mapping</a:t>
            </a:r>
            <a:endParaRPr lang="en-SG" sz="2000" b="1" kern="0" dirty="0">
              <a:solidFill>
                <a:srgbClr val="365F91"/>
              </a:solidFill>
              <a:effectLst/>
              <a:latin typeface="Calibri" panose="020F0502020204030204" pitchFamily="34" charset="0"/>
              <a:ea typeface="MS Gothic" panose="020B0609070205080204" pitchFamily="49" charset="-128"/>
              <a:cs typeface="Times New Roman" panose="02020603050405020304" pitchFamily="18" charset="0"/>
            </a:endParaRPr>
          </a:p>
        </p:txBody>
      </p:sp>
    </p:spTree>
    <p:extLst>
      <p:ext uri="{BB962C8B-B14F-4D97-AF65-F5344CB8AC3E}">
        <p14:creationId xmlns:p14="http://schemas.microsoft.com/office/powerpoint/2010/main" val="39333329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4"/>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Clr>
                <a:srgbClr val="000000"/>
              </a:buClr>
              <a:buSzPts val="2400"/>
              <a:buFont typeface="Arial"/>
              <a:buNone/>
            </a:pPr>
            <a:r>
              <a:rPr lang="en-US" sz="2400" b="1" i="0" u="none" strike="noStrike" cap="none">
                <a:solidFill>
                  <a:srgbClr val="11175E"/>
                </a:solidFill>
                <a:latin typeface="Arial"/>
                <a:ea typeface="Arial"/>
                <a:cs typeface="Arial"/>
                <a:sym typeface="Arial"/>
              </a:rPr>
              <a:t>Example 1: Objectives</a:t>
            </a:r>
            <a:endParaRPr sz="2400" b="1" i="0" u="none" strike="noStrike" cap="none">
              <a:solidFill>
                <a:srgbClr val="11175E"/>
              </a:solidFill>
              <a:latin typeface="Arial"/>
              <a:ea typeface="Arial"/>
              <a:cs typeface="Arial"/>
              <a:sym typeface="Arial"/>
            </a:endParaRPr>
          </a:p>
        </p:txBody>
      </p:sp>
      <p:sp>
        <p:nvSpPr>
          <p:cNvPr id="106" name="Google Shape;106;p4"/>
          <p:cNvSpPr txBox="1"/>
          <p:nvPr/>
        </p:nvSpPr>
        <p:spPr>
          <a:xfrm>
            <a:off x="253796" y="1381205"/>
            <a:ext cx="11672100" cy="40479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1200"/>
              </a:spcBef>
              <a:spcAft>
                <a:spcPts val="0"/>
              </a:spcAft>
              <a:buClr>
                <a:schemeClr val="dk1"/>
              </a:buClr>
              <a:buSzPts val="1100"/>
              <a:buFont typeface="Arial"/>
              <a:buNone/>
            </a:pPr>
            <a:r>
              <a:rPr lang="en-US" sz="1800" b="1" i="0" u="none" strike="noStrike" cap="none">
                <a:solidFill>
                  <a:schemeClr val="dk1"/>
                </a:solidFill>
                <a:latin typeface="Arial"/>
                <a:ea typeface="Arial"/>
                <a:cs typeface="Arial"/>
                <a:sym typeface="Arial"/>
              </a:rPr>
              <a:t>What we are building:</a:t>
            </a:r>
            <a:endParaRPr sz="1800" b="0" i="0" u="none" strike="noStrike" cap="none">
              <a:solidFill>
                <a:schemeClr val="dk1"/>
              </a:solidFill>
              <a:latin typeface="Arial"/>
              <a:ea typeface="Arial"/>
              <a:cs typeface="Arial"/>
              <a:sym typeface="Arial"/>
            </a:endParaRPr>
          </a:p>
          <a:p>
            <a:pPr marL="285750" marR="0" lvl="0" indent="-285750" algn="l" rtl="0">
              <a:lnSpc>
                <a:spcPct val="115000"/>
              </a:lnSpc>
              <a:spcBef>
                <a:spcPts val="1200"/>
              </a:spcBef>
              <a:spcAft>
                <a:spcPts val="0"/>
              </a:spcAft>
              <a:buClr>
                <a:schemeClr val="dk1"/>
              </a:buClr>
              <a:buSzPts val="1100"/>
              <a:buFont typeface="Arial"/>
              <a:buChar char="•"/>
            </a:pPr>
            <a:r>
              <a:rPr lang="en-US" sz="1600" b="0" i="0" u="none" strike="noStrike" cap="none">
                <a:solidFill>
                  <a:srgbClr val="000000"/>
                </a:solidFill>
                <a:latin typeface="Arial"/>
                <a:ea typeface="Arial"/>
                <a:cs typeface="Arial"/>
                <a:sym typeface="Arial"/>
              </a:rPr>
              <a:t>Create a new database in Altas for all our practice/Exercises</a:t>
            </a:r>
            <a:endParaRPr sz="1600" b="0" i="0" u="none" strike="noStrike" cap="none">
              <a:solidFill>
                <a:srgbClr val="000000"/>
              </a:solidFill>
              <a:latin typeface="Arial"/>
              <a:ea typeface="Arial"/>
              <a:cs typeface="Arial"/>
              <a:sym typeface="Arial"/>
            </a:endParaRPr>
          </a:p>
          <a:p>
            <a:pPr marL="285750" marR="0" lvl="0" indent="-285750" algn="l" rtl="0">
              <a:lnSpc>
                <a:spcPct val="115000"/>
              </a:lnSpc>
              <a:spcBef>
                <a:spcPts val="1200"/>
              </a:spcBef>
              <a:spcAft>
                <a:spcPts val="0"/>
              </a:spcAft>
              <a:buClr>
                <a:schemeClr val="dk1"/>
              </a:buClr>
              <a:buSzPts val="1100"/>
              <a:buFont typeface="Arial"/>
              <a:buChar char="•"/>
            </a:pPr>
            <a:r>
              <a:rPr lang="en-US" sz="1600" b="0" i="0" u="none" strike="noStrike" cap="none">
                <a:solidFill>
                  <a:srgbClr val="000000"/>
                </a:solidFill>
                <a:latin typeface="Arial"/>
                <a:ea typeface="Arial"/>
                <a:cs typeface="Arial"/>
                <a:sym typeface="Arial"/>
              </a:rPr>
              <a:t>Get the values in our connection string and use in our </a:t>
            </a:r>
            <a:r>
              <a:rPr lang="en-US" sz="1600" b="1" i="0" u="none" strike="noStrike" cap="none">
                <a:solidFill>
                  <a:schemeClr val="dk1"/>
                </a:solidFill>
                <a:latin typeface="Consolas"/>
                <a:ea typeface="Consolas"/>
                <a:cs typeface="Consolas"/>
                <a:sym typeface="Consolas"/>
              </a:rPr>
              <a:t>config.env</a:t>
            </a:r>
            <a:r>
              <a:rPr lang="en-US" sz="1600" b="0" i="0" u="none" strike="noStrike" cap="none">
                <a:solidFill>
                  <a:srgbClr val="000000"/>
                </a:solidFill>
                <a:latin typeface="Arial"/>
                <a:ea typeface="Arial"/>
                <a:cs typeface="Arial"/>
                <a:sym typeface="Arial"/>
              </a:rPr>
              <a:t> file to connect to our database in cloud MongoDB.</a:t>
            </a:r>
            <a:endParaRPr sz="1600" b="0" i="0" u="none" strike="noStrike" cap="none">
              <a:solidFill>
                <a:srgbClr val="000000"/>
              </a:solidFill>
              <a:latin typeface="Arial"/>
              <a:ea typeface="Arial"/>
              <a:cs typeface="Arial"/>
              <a:sym typeface="Arial"/>
            </a:endParaRPr>
          </a:p>
          <a:p>
            <a:pPr marL="285750" marR="0" lvl="0" indent="-285750" algn="l" rtl="0">
              <a:lnSpc>
                <a:spcPct val="115000"/>
              </a:lnSpc>
              <a:spcBef>
                <a:spcPts val="1200"/>
              </a:spcBef>
              <a:spcAft>
                <a:spcPts val="0"/>
              </a:spcAft>
              <a:buClr>
                <a:schemeClr val="dk1"/>
              </a:buClr>
              <a:buSzPts val="1100"/>
              <a:buFont typeface="Arial"/>
              <a:buChar char="•"/>
            </a:pPr>
            <a:r>
              <a:rPr lang="en-US" sz="1600" b="0" i="0" u="none" strike="noStrike" cap="none">
                <a:solidFill>
                  <a:srgbClr val="000000"/>
                </a:solidFill>
                <a:latin typeface="Arial"/>
                <a:ea typeface="Arial"/>
                <a:cs typeface="Arial"/>
                <a:sym typeface="Arial"/>
              </a:rPr>
              <a:t>Install </a:t>
            </a:r>
            <a:r>
              <a:rPr lang="en-US" sz="1600" b="1" i="0" u="none" strike="noStrike" cap="none">
                <a:solidFill>
                  <a:srgbClr val="000000"/>
                </a:solidFill>
                <a:latin typeface="Consolas"/>
                <a:ea typeface="Consolas"/>
                <a:cs typeface="Consolas"/>
                <a:sym typeface="Consolas"/>
              </a:rPr>
              <a:t>mongoose</a:t>
            </a:r>
            <a:r>
              <a:rPr lang="en-US" sz="1600" b="0" i="0" u="none" strike="noStrike" cap="none">
                <a:solidFill>
                  <a:srgbClr val="000000"/>
                </a:solidFill>
                <a:latin typeface="Arial"/>
                <a:ea typeface="Arial"/>
                <a:cs typeface="Arial"/>
                <a:sym typeface="Arial"/>
              </a:rPr>
              <a:t> and </a:t>
            </a:r>
            <a:r>
              <a:rPr lang="en-US" sz="1600" b="1" i="0" u="none" strike="noStrike" cap="none">
                <a:solidFill>
                  <a:schemeClr val="dk1"/>
                </a:solidFill>
                <a:latin typeface="Consolas"/>
                <a:ea typeface="Consolas"/>
                <a:cs typeface="Consolas"/>
                <a:sym typeface="Consolas"/>
              </a:rPr>
              <a:t>dotenv</a:t>
            </a:r>
            <a:r>
              <a:rPr lang="en-US" sz="1600" b="0" i="0" u="none" strike="noStrike" cap="none">
                <a:solidFill>
                  <a:srgbClr val="000000"/>
                </a:solidFill>
                <a:latin typeface="Arial"/>
                <a:ea typeface="Arial"/>
                <a:cs typeface="Arial"/>
                <a:sym typeface="Arial"/>
              </a:rPr>
              <a:t> dependencies.</a:t>
            </a:r>
            <a:endParaRPr sz="1600" b="0" i="0" u="none" strike="noStrike" cap="none">
              <a:solidFill>
                <a:srgbClr val="000000"/>
              </a:solidFill>
              <a:latin typeface="Arial"/>
              <a:ea typeface="Arial"/>
              <a:cs typeface="Arial"/>
              <a:sym typeface="Arial"/>
            </a:endParaRPr>
          </a:p>
          <a:p>
            <a:pPr marL="285750" marR="0" lvl="0" indent="-285750" algn="l" rtl="0">
              <a:lnSpc>
                <a:spcPct val="115000"/>
              </a:lnSpc>
              <a:spcBef>
                <a:spcPts val="1200"/>
              </a:spcBef>
              <a:spcAft>
                <a:spcPts val="0"/>
              </a:spcAft>
              <a:buClr>
                <a:schemeClr val="dk1"/>
              </a:buClr>
              <a:buSzPts val="1100"/>
              <a:buFont typeface="Arial"/>
              <a:buChar char="•"/>
            </a:pPr>
            <a:r>
              <a:rPr lang="en-US" sz="1600" b="0" i="0" u="none" strike="noStrike" cap="none">
                <a:solidFill>
                  <a:srgbClr val="000000"/>
                </a:solidFill>
                <a:latin typeface="Arial"/>
                <a:ea typeface="Arial"/>
                <a:cs typeface="Arial"/>
                <a:sym typeface="Arial"/>
              </a:rPr>
              <a:t>Connect to our database using script in </a:t>
            </a:r>
            <a:r>
              <a:rPr lang="en-US" sz="1600" b="1" i="0" u="none" strike="noStrike" cap="none">
                <a:solidFill>
                  <a:schemeClr val="dk1"/>
                </a:solidFill>
                <a:latin typeface="Consolas"/>
                <a:ea typeface="Consolas"/>
                <a:cs typeface="Consolas"/>
                <a:sym typeface="Consolas"/>
              </a:rPr>
              <a:t>server.js</a:t>
            </a:r>
            <a:endParaRPr sz="1600" b="1" i="0" u="none" strike="noStrike" cap="none">
              <a:solidFill>
                <a:schemeClr val="dk1"/>
              </a:solidFill>
              <a:latin typeface="Consolas"/>
              <a:ea typeface="Consolas"/>
              <a:cs typeface="Consolas"/>
              <a:sym typeface="Consolas"/>
            </a:endParaRPr>
          </a:p>
          <a:p>
            <a:pPr marL="285750" marR="0" lvl="0" indent="-285750" algn="l" rtl="0">
              <a:lnSpc>
                <a:spcPct val="115000"/>
              </a:lnSpc>
              <a:spcBef>
                <a:spcPts val="1200"/>
              </a:spcBef>
              <a:spcAft>
                <a:spcPts val="0"/>
              </a:spcAft>
              <a:buClr>
                <a:schemeClr val="dk1"/>
              </a:buClr>
              <a:buSzPts val="1100"/>
              <a:buFont typeface="Arial"/>
              <a:buChar char="•"/>
            </a:pPr>
            <a:r>
              <a:rPr lang="en-US" sz="1600" b="0" i="0" u="none" strike="noStrike" cap="none">
                <a:solidFill>
                  <a:srgbClr val="000000"/>
                </a:solidFill>
                <a:latin typeface="Arial"/>
                <a:ea typeface="Arial"/>
                <a:cs typeface="Arial"/>
                <a:sym typeface="Arial"/>
              </a:rPr>
              <a:t>Create a database schema using script in </a:t>
            </a:r>
            <a:r>
              <a:rPr lang="en-US" sz="1600" b="1" i="0" u="none" strike="noStrike" cap="none">
                <a:solidFill>
                  <a:schemeClr val="dk1"/>
                </a:solidFill>
                <a:latin typeface="Consolas"/>
                <a:ea typeface="Consolas"/>
                <a:cs typeface="Consolas"/>
                <a:sym typeface="Consolas"/>
              </a:rPr>
              <a:t>book-model.js</a:t>
            </a:r>
            <a:endParaRPr sz="1600" b="1" i="0" u="none" strike="noStrike" cap="none">
              <a:solidFill>
                <a:schemeClr val="dk1"/>
              </a:solidFill>
              <a:latin typeface="Consolas"/>
              <a:ea typeface="Consolas"/>
              <a:cs typeface="Consolas"/>
              <a:sym typeface="Consolas"/>
            </a:endParaRPr>
          </a:p>
          <a:p>
            <a:pPr marL="285750" marR="0" lvl="0" indent="-285750" algn="l" rtl="0">
              <a:lnSpc>
                <a:spcPct val="115000"/>
              </a:lnSpc>
              <a:spcBef>
                <a:spcPts val="1200"/>
              </a:spcBef>
              <a:spcAft>
                <a:spcPts val="0"/>
              </a:spcAft>
              <a:buClr>
                <a:schemeClr val="dk1"/>
              </a:buClr>
              <a:buSzPts val="1100"/>
              <a:buFont typeface="Arial"/>
              <a:buChar char="•"/>
            </a:pPr>
            <a:r>
              <a:rPr lang="en-US" sz="1600" b="0" i="0" u="none" strike="noStrike" cap="none">
                <a:solidFill>
                  <a:srgbClr val="000000"/>
                </a:solidFill>
                <a:latin typeface="Arial"/>
                <a:ea typeface="Arial"/>
                <a:cs typeface="Arial"/>
                <a:sym typeface="Arial"/>
              </a:rPr>
              <a:t>Connect our database using </a:t>
            </a:r>
            <a:r>
              <a:rPr lang="en-US" sz="1600" b="1" i="0" u="none" strike="noStrike" cap="none">
                <a:solidFill>
                  <a:srgbClr val="000000"/>
                </a:solidFill>
                <a:latin typeface="Arial"/>
                <a:ea typeface="Arial"/>
                <a:cs typeface="Arial"/>
                <a:sym typeface="Arial"/>
              </a:rPr>
              <a:t>Compass</a:t>
            </a:r>
            <a:endParaRPr sz="1600" b="1" i="0" u="none" strike="noStrike" cap="none">
              <a:solidFill>
                <a:srgbClr val="000000"/>
              </a:solidFill>
              <a:latin typeface="Arial"/>
              <a:ea typeface="Arial"/>
              <a:cs typeface="Arial"/>
              <a:sym typeface="Arial"/>
            </a:endParaRPr>
          </a:p>
          <a:p>
            <a:pPr marL="285750" marR="0" lvl="0" indent="-285750" algn="l" rtl="0">
              <a:lnSpc>
                <a:spcPct val="115000"/>
              </a:lnSpc>
              <a:spcBef>
                <a:spcPts val="1200"/>
              </a:spcBef>
              <a:spcAft>
                <a:spcPts val="0"/>
              </a:spcAft>
              <a:buClr>
                <a:schemeClr val="dk1"/>
              </a:buClr>
              <a:buSzPts val="1100"/>
              <a:buFont typeface="Arial"/>
              <a:buChar char="•"/>
            </a:pPr>
            <a:r>
              <a:rPr lang="en-US" sz="1600" b="0" i="0" u="none" strike="noStrike" cap="none">
                <a:solidFill>
                  <a:srgbClr val="000000"/>
                </a:solidFill>
                <a:latin typeface="Arial"/>
                <a:ea typeface="Arial"/>
                <a:cs typeface="Arial"/>
                <a:sym typeface="Arial"/>
              </a:rPr>
              <a:t>Learn how bulk import/delete JSON data using </a:t>
            </a:r>
            <a:r>
              <a:rPr lang="en-US" sz="1600" b="1" i="0" u="none" strike="noStrike" cap="none">
                <a:solidFill>
                  <a:srgbClr val="000000"/>
                </a:solidFill>
                <a:latin typeface="Arial"/>
                <a:ea typeface="Arial"/>
                <a:cs typeface="Arial"/>
                <a:sym typeface="Arial"/>
              </a:rPr>
              <a:t>Compass</a:t>
            </a:r>
            <a:endParaRPr sz="1600" b="1" i="0" u="none" strike="noStrike" cap="none">
              <a:solidFill>
                <a:srgbClr val="000000"/>
              </a:solidFill>
              <a:latin typeface="Arial"/>
              <a:ea typeface="Arial"/>
              <a:cs typeface="Arial"/>
              <a:sym typeface="Arial"/>
            </a:endParaRPr>
          </a:p>
          <a:p>
            <a:pPr marL="285750" marR="0" lvl="0" indent="-215900" algn="l" rtl="0">
              <a:lnSpc>
                <a:spcPct val="115000"/>
              </a:lnSpc>
              <a:spcBef>
                <a:spcPts val="1200"/>
              </a:spcBef>
              <a:spcAft>
                <a:spcPts val="0"/>
              </a:spcAft>
              <a:buClr>
                <a:schemeClr val="dk1"/>
              </a:buClr>
              <a:buSzPts val="1100"/>
              <a:buFont typeface="Arial"/>
              <a:buNone/>
            </a:pPr>
            <a:endParaRPr sz="1800" b="0" i="0" u="none" strike="noStrike" cap="non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g36e7437085d_0_145"/>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Clr>
                <a:srgbClr val="000000"/>
              </a:buClr>
              <a:buSzPts val="2400"/>
              <a:buFont typeface="Arial"/>
              <a:buNone/>
            </a:pPr>
            <a:r>
              <a:rPr lang="en-US" sz="2400" b="1" i="0" u="none" strike="noStrike" cap="none">
                <a:solidFill>
                  <a:srgbClr val="11175E"/>
                </a:solidFill>
                <a:latin typeface="Arial"/>
                <a:ea typeface="Arial"/>
                <a:cs typeface="Arial"/>
                <a:sym typeface="Arial"/>
              </a:rPr>
              <a:t>Example 1: Create new database in Atlas </a:t>
            </a:r>
            <a:endParaRPr sz="2400" b="1" i="0" u="none" strike="noStrike" cap="none">
              <a:solidFill>
                <a:srgbClr val="11175E"/>
              </a:solidFill>
              <a:latin typeface="Arial"/>
              <a:ea typeface="Arial"/>
              <a:cs typeface="Arial"/>
              <a:sym typeface="Arial"/>
            </a:endParaRPr>
          </a:p>
        </p:txBody>
      </p:sp>
      <p:pic>
        <p:nvPicPr>
          <p:cNvPr id="112" name="Google Shape;112;g36e7437085d_0_145"/>
          <p:cNvPicPr preferRelativeResize="0"/>
          <p:nvPr/>
        </p:nvPicPr>
        <p:blipFill rotWithShape="1">
          <a:blip r:embed="rId3">
            <a:alphaModFix/>
          </a:blip>
          <a:srcRect l="20519" t="13571" r="14639" b="6748"/>
          <a:stretch/>
        </p:blipFill>
        <p:spPr>
          <a:xfrm>
            <a:off x="7559899" y="1397246"/>
            <a:ext cx="3163825" cy="2388703"/>
          </a:xfrm>
          <a:prstGeom prst="rect">
            <a:avLst/>
          </a:prstGeom>
          <a:noFill/>
          <a:ln w="9525" cap="flat" cmpd="sng">
            <a:solidFill>
              <a:schemeClr val="accent1"/>
            </a:solidFill>
            <a:prstDash val="solid"/>
            <a:round/>
            <a:headEnd type="none" w="sm" len="sm"/>
            <a:tailEnd type="none" w="sm" len="sm"/>
          </a:ln>
        </p:spPr>
      </p:pic>
      <p:sp>
        <p:nvSpPr>
          <p:cNvPr id="113" name="Google Shape;113;g36e7437085d_0_145"/>
          <p:cNvSpPr txBox="1"/>
          <p:nvPr/>
        </p:nvSpPr>
        <p:spPr>
          <a:xfrm>
            <a:off x="112382" y="3679371"/>
            <a:ext cx="7236367" cy="1960673"/>
          </a:xfrm>
          <a:prstGeom prst="rect">
            <a:avLst/>
          </a:prstGeom>
          <a:noFill/>
          <a:ln>
            <a:noFill/>
          </a:ln>
        </p:spPr>
        <p:txBody>
          <a:bodyPr spcFirstLastPara="1" wrap="square" lIns="91425" tIns="91425" rIns="91425" bIns="91425" anchor="t" anchorCtr="0">
            <a:noAutofit/>
          </a:bodyPr>
          <a:lstStyle/>
          <a:p>
            <a:pPr marL="457200" marR="0" lvl="0" indent="-228600" algn="l"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Arial"/>
              <a:ea typeface="Arial"/>
              <a:cs typeface="Arial"/>
              <a:sym typeface="Arial"/>
            </a:endParaRPr>
          </a:p>
        </p:txBody>
      </p:sp>
      <p:sp>
        <p:nvSpPr>
          <p:cNvPr id="114" name="Google Shape;114;g36e7437085d_0_145"/>
          <p:cNvSpPr txBox="1"/>
          <p:nvPr/>
        </p:nvSpPr>
        <p:spPr>
          <a:xfrm>
            <a:off x="247451" y="1415534"/>
            <a:ext cx="6486461" cy="36929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000000"/>
                </a:solidFill>
                <a:latin typeface="Arial"/>
                <a:ea typeface="Arial"/>
                <a:cs typeface="Arial"/>
                <a:sym typeface="Arial"/>
              </a:rPr>
              <a:t>Create a new </a:t>
            </a:r>
            <a:r>
              <a:rPr lang="en-US" sz="1800" b="1" i="0" u="none" strike="noStrike" cap="none">
                <a:solidFill>
                  <a:srgbClr val="000000"/>
                </a:solidFill>
                <a:latin typeface="Consolas"/>
                <a:ea typeface="Consolas"/>
                <a:cs typeface="Consolas"/>
                <a:sym typeface="Consolas"/>
              </a:rPr>
              <a:t>week10</a:t>
            </a:r>
            <a:r>
              <a:rPr lang="en-US" sz="1800" b="1" i="0" u="none" strike="noStrike" cap="none">
                <a:solidFill>
                  <a:srgbClr val="000000"/>
                </a:solidFill>
                <a:latin typeface="Arial"/>
                <a:ea typeface="Arial"/>
                <a:cs typeface="Arial"/>
                <a:sym typeface="Arial"/>
              </a:rPr>
              <a:t> database in Atlas</a:t>
            </a:r>
            <a:endParaRPr sz="1800" b="1" i="0" u="none" strike="noStrike" cap="none">
              <a:solidFill>
                <a:srgbClr val="000000"/>
              </a:solidFill>
              <a:latin typeface="Arial"/>
              <a:ea typeface="Arial"/>
              <a:cs typeface="Arial"/>
              <a:sym typeface="Arial"/>
            </a:endParaRPr>
          </a:p>
        </p:txBody>
      </p:sp>
      <p:sp>
        <p:nvSpPr>
          <p:cNvPr id="115" name="Google Shape;115;g36e7437085d_0_145"/>
          <p:cNvSpPr txBox="1"/>
          <p:nvPr/>
        </p:nvSpPr>
        <p:spPr>
          <a:xfrm>
            <a:off x="252569" y="1859644"/>
            <a:ext cx="5843400" cy="227750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chemeClr val="dk1"/>
                </a:solidFill>
                <a:latin typeface="Arial"/>
                <a:ea typeface="Arial"/>
                <a:cs typeface="Arial"/>
                <a:sym typeface="Arial"/>
              </a:rPr>
              <a:t>We will be creating a new database in </a:t>
            </a:r>
            <a:r>
              <a:rPr lang="en-US" sz="1600" b="1" i="0" u="none" strike="noStrike" cap="none">
                <a:solidFill>
                  <a:schemeClr val="dk1"/>
                </a:solidFill>
                <a:latin typeface="Arial"/>
                <a:ea typeface="Arial"/>
                <a:cs typeface="Arial"/>
                <a:sym typeface="Arial"/>
              </a:rPr>
              <a:t>Atlas</a:t>
            </a:r>
            <a:r>
              <a:rPr lang="en-US" sz="1600" b="0" i="0" u="none" strike="noStrike" cap="none">
                <a:solidFill>
                  <a:schemeClr val="dk1"/>
                </a:solidFill>
                <a:latin typeface="Arial"/>
                <a:ea typeface="Arial"/>
                <a:cs typeface="Arial"/>
                <a:sym typeface="Arial"/>
              </a:rPr>
              <a:t> called </a:t>
            </a:r>
            <a:r>
              <a:rPr lang="en-US" sz="1600" b="1" i="0" u="none" strike="noStrike" cap="none">
                <a:solidFill>
                  <a:schemeClr val="dk1"/>
                </a:solidFill>
                <a:latin typeface="Consolas"/>
                <a:ea typeface="Consolas"/>
                <a:cs typeface="Consolas"/>
                <a:sym typeface="Consolas"/>
              </a:rPr>
              <a:t>week10</a:t>
            </a:r>
            <a:r>
              <a:rPr lang="en-US" sz="1600" b="0" i="0" u="none" strike="noStrike" cap="none">
                <a:solidFill>
                  <a:schemeClr val="dk1"/>
                </a:solidFill>
                <a:latin typeface="Arial"/>
                <a:ea typeface="Arial"/>
                <a:cs typeface="Arial"/>
                <a:sym typeface="Arial"/>
              </a:rPr>
              <a:t> for all our practices and exercises. You can go ahead and </a:t>
            </a:r>
            <a:r>
              <a:rPr lang="en-US" sz="1600" b="1" i="0" u="none" strike="noStrike" cap="none">
                <a:solidFill>
                  <a:schemeClr val="dk1"/>
                </a:solidFill>
                <a:latin typeface="Arial"/>
                <a:ea typeface="Arial"/>
                <a:cs typeface="Arial"/>
                <a:sym typeface="Arial"/>
              </a:rPr>
              <a:t>drop</a:t>
            </a:r>
            <a:r>
              <a:rPr lang="en-US" sz="1600" b="0" i="0" u="none" strike="noStrike" cap="none">
                <a:solidFill>
                  <a:schemeClr val="dk1"/>
                </a:solidFill>
                <a:latin typeface="Arial"/>
                <a:ea typeface="Arial"/>
                <a:cs typeface="Arial"/>
                <a:sym typeface="Arial"/>
              </a:rPr>
              <a:t> </a:t>
            </a:r>
            <a:r>
              <a:rPr lang="en-US" sz="1600" b="1" i="0" u="none" strike="noStrike" cap="none">
                <a:solidFill>
                  <a:schemeClr val="dk1"/>
                </a:solidFill>
                <a:latin typeface="Consolas"/>
                <a:ea typeface="Consolas"/>
                <a:cs typeface="Consolas"/>
                <a:sym typeface="Consolas"/>
              </a:rPr>
              <a:t>pawpal-test</a:t>
            </a:r>
            <a:r>
              <a:rPr lang="en-US" sz="1600" b="0" i="0" u="none" strike="noStrike" cap="none">
                <a:solidFill>
                  <a:schemeClr val="dk1"/>
                </a:solidFill>
                <a:latin typeface="Arial"/>
                <a:ea typeface="Arial"/>
                <a:cs typeface="Arial"/>
                <a:sym typeface="Arial"/>
              </a:rPr>
              <a:t> database that we use previously.</a:t>
            </a:r>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Arial"/>
              <a:ea typeface="Arial"/>
              <a:cs typeface="Arial"/>
              <a:sym typeface="Arial"/>
            </a:endParaRPr>
          </a:p>
          <a:p>
            <a:pPr marL="457200" marR="0" lvl="0" indent="-330200" algn="l" rtl="0">
              <a:lnSpc>
                <a:spcPct val="100000"/>
              </a:lnSpc>
              <a:spcBef>
                <a:spcPts val="0"/>
              </a:spcBef>
              <a:spcAft>
                <a:spcPts val="0"/>
              </a:spcAft>
              <a:buClr>
                <a:schemeClr val="dk1"/>
              </a:buClr>
              <a:buSzPts val="1600"/>
              <a:buFont typeface="Arial"/>
              <a:buChar char="●"/>
            </a:pPr>
            <a:r>
              <a:rPr lang="en-US" sz="1600" b="0" i="0" u="none" strike="noStrike" cap="none">
                <a:solidFill>
                  <a:schemeClr val="dk1"/>
                </a:solidFill>
                <a:latin typeface="Arial"/>
                <a:ea typeface="Arial"/>
                <a:cs typeface="Arial"/>
                <a:sym typeface="Arial"/>
              </a:rPr>
              <a:t>In </a:t>
            </a:r>
            <a:r>
              <a:rPr lang="en-US" sz="1600" b="1" i="0" u="none" strike="noStrike" cap="none">
                <a:solidFill>
                  <a:schemeClr val="dk1"/>
                </a:solidFill>
                <a:latin typeface="Arial"/>
                <a:ea typeface="Arial"/>
                <a:cs typeface="Arial"/>
                <a:sym typeface="Arial"/>
              </a:rPr>
              <a:t>Atlas</a:t>
            </a:r>
            <a:r>
              <a:rPr lang="en-US" sz="1600" b="0" i="0" u="none" strike="noStrike" cap="none">
                <a:solidFill>
                  <a:schemeClr val="dk1"/>
                </a:solidFill>
                <a:latin typeface="Arial"/>
                <a:ea typeface="Arial"/>
                <a:cs typeface="Arial"/>
                <a:sym typeface="Arial"/>
              </a:rPr>
              <a:t>, click create database or add my Own Data.</a:t>
            </a:r>
            <a:endParaRPr sz="1600" b="0" i="0" u="none" strike="noStrike" cap="none">
              <a:solidFill>
                <a:srgbClr val="000000"/>
              </a:solidFill>
              <a:latin typeface="Arial"/>
              <a:ea typeface="Arial"/>
              <a:cs typeface="Arial"/>
              <a:sym typeface="Arial"/>
            </a:endParaRPr>
          </a:p>
          <a:p>
            <a:pPr marL="457200" marR="0" lvl="0" indent="-330200" algn="l" rtl="0">
              <a:lnSpc>
                <a:spcPct val="100000"/>
              </a:lnSpc>
              <a:spcBef>
                <a:spcPts val="0"/>
              </a:spcBef>
              <a:spcAft>
                <a:spcPts val="0"/>
              </a:spcAft>
              <a:buClr>
                <a:schemeClr val="dk1"/>
              </a:buClr>
              <a:buSzPts val="1600"/>
              <a:buFont typeface="Arial"/>
              <a:buChar char="●"/>
            </a:pPr>
            <a:r>
              <a:rPr lang="en-US" sz="1600" b="0" i="0" u="none" strike="noStrike" cap="none">
                <a:solidFill>
                  <a:schemeClr val="dk1"/>
                </a:solidFill>
                <a:latin typeface="Arial"/>
                <a:ea typeface="Arial"/>
                <a:cs typeface="Arial"/>
                <a:sym typeface="Arial"/>
              </a:rPr>
              <a:t>Key in the database and collection name.</a:t>
            </a:r>
            <a:endParaRPr sz="1600" b="0" i="0" u="none" strike="noStrike" cap="none">
              <a:solidFill>
                <a:srgbClr val="000000"/>
              </a:solidFill>
              <a:latin typeface="Arial"/>
              <a:ea typeface="Arial"/>
              <a:cs typeface="Arial"/>
              <a:sym typeface="Arial"/>
            </a:endParaRPr>
          </a:p>
          <a:p>
            <a:pPr marL="457200" marR="0" lvl="0" indent="-330200" algn="l" rtl="0">
              <a:lnSpc>
                <a:spcPct val="100000"/>
              </a:lnSpc>
              <a:spcBef>
                <a:spcPts val="0"/>
              </a:spcBef>
              <a:spcAft>
                <a:spcPts val="0"/>
              </a:spcAft>
              <a:buClr>
                <a:schemeClr val="dk1"/>
              </a:buClr>
              <a:buSzPts val="1600"/>
              <a:buFont typeface="Arial"/>
              <a:buChar char="●"/>
            </a:pPr>
            <a:r>
              <a:rPr lang="en-US" sz="1600" b="0" i="0" u="none" strike="noStrike" cap="none">
                <a:solidFill>
                  <a:schemeClr val="dk1"/>
                </a:solidFill>
                <a:latin typeface="Arial"/>
                <a:ea typeface="Arial"/>
                <a:cs typeface="Arial"/>
                <a:sym typeface="Arial"/>
              </a:rPr>
              <a:t>Click create.</a:t>
            </a:r>
            <a:endParaRPr sz="16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16" name="Google Shape;116;g36e7437085d_0_145"/>
          <p:cNvPicPr preferRelativeResize="0"/>
          <p:nvPr/>
        </p:nvPicPr>
        <p:blipFill rotWithShape="1">
          <a:blip r:embed="rId4">
            <a:alphaModFix/>
          </a:blip>
          <a:srcRect/>
          <a:stretch/>
        </p:blipFill>
        <p:spPr>
          <a:xfrm>
            <a:off x="7559899" y="4211378"/>
            <a:ext cx="3694606" cy="2362221"/>
          </a:xfrm>
          <a:prstGeom prst="rect">
            <a:avLst/>
          </a:prstGeom>
          <a:noFill/>
          <a:ln w="9525" cap="flat" cmpd="sng">
            <a:solidFill>
              <a:schemeClr val="accent1"/>
            </a:solidFill>
            <a:prstDash val="solid"/>
            <a:round/>
            <a:headEnd type="none" w="sm" len="sm"/>
            <a:tailEnd type="none" w="sm" len="sm"/>
          </a:ln>
        </p:spPr>
      </p:pic>
      <p:pic>
        <p:nvPicPr>
          <p:cNvPr id="3" name="Picture 2" descr="A screenshot of a computer&#10;&#10;AI-generated content may be incorrect.">
            <a:extLst>
              <a:ext uri="{FF2B5EF4-FFF2-40B4-BE49-F238E27FC236}">
                <a16:creationId xmlns:a16="http://schemas.microsoft.com/office/drawing/2014/main" id="{CD9711F8-AC05-FC42-B5E1-EE5B5A076B33}"/>
              </a:ext>
            </a:extLst>
          </p:cNvPr>
          <p:cNvPicPr>
            <a:picLocks noChangeAspect="1"/>
          </p:cNvPicPr>
          <p:nvPr/>
        </p:nvPicPr>
        <p:blipFill>
          <a:blip r:embed="rId5"/>
          <a:stretch>
            <a:fillRect/>
          </a:stretch>
        </p:blipFill>
        <p:spPr>
          <a:xfrm>
            <a:off x="427249" y="3925924"/>
            <a:ext cx="6921500" cy="24511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pic>
        <p:nvPicPr>
          <p:cNvPr id="121" name="Google Shape;121;g36e7437085d_0_166"/>
          <p:cNvPicPr preferRelativeResize="0"/>
          <p:nvPr/>
        </p:nvPicPr>
        <p:blipFill rotWithShape="1">
          <a:blip r:embed="rId3">
            <a:alphaModFix/>
          </a:blip>
          <a:srcRect/>
          <a:stretch/>
        </p:blipFill>
        <p:spPr>
          <a:xfrm>
            <a:off x="356616" y="1958823"/>
            <a:ext cx="11412543" cy="4001058"/>
          </a:xfrm>
          <a:prstGeom prst="rect">
            <a:avLst/>
          </a:prstGeom>
          <a:noFill/>
          <a:ln w="9525" cap="flat" cmpd="sng">
            <a:solidFill>
              <a:schemeClr val="accent1"/>
            </a:solidFill>
            <a:prstDash val="solid"/>
            <a:round/>
            <a:headEnd type="none" w="sm" len="sm"/>
            <a:tailEnd type="none" w="sm" len="sm"/>
          </a:ln>
        </p:spPr>
      </p:pic>
      <p:sp>
        <p:nvSpPr>
          <p:cNvPr id="122" name="Google Shape;122;g36e7437085d_0_166"/>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Clr>
                <a:srgbClr val="000000"/>
              </a:buClr>
              <a:buSzPts val="2400"/>
              <a:buFont typeface="Arial"/>
              <a:buNone/>
            </a:pPr>
            <a:r>
              <a:rPr lang="en-US" sz="2400" b="1" i="0" u="none" strike="noStrike" cap="none">
                <a:solidFill>
                  <a:srgbClr val="11175E"/>
                </a:solidFill>
                <a:latin typeface="Arial"/>
                <a:ea typeface="Arial"/>
                <a:cs typeface="Arial"/>
                <a:sym typeface="Arial"/>
              </a:rPr>
              <a:t>Example 1: Create new database in Atlas </a:t>
            </a:r>
            <a:endParaRPr sz="2400" b="1" i="0" u="none" strike="noStrike" cap="none">
              <a:solidFill>
                <a:srgbClr val="11175E"/>
              </a:solidFill>
              <a:latin typeface="Arial"/>
              <a:ea typeface="Arial"/>
              <a:cs typeface="Arial"/>
              <a:sym typeface="Arial"/>
            </a:endParaRPr>
          </a:p>
        </p:txBody>
      </p:sp>
      <p:sp>
        <p:nvSpPr>
          <p:cNvPr id="123" name="Google Shape;123;g36e7437085d_0_166"/>
          <p:cNvSpPr txBox="1"/>
          <p:nvPr/>
        </p:nvSpPr>
        <p:spPr>
          <a:xfrm>
            <a:off x="247451" y="1415534"/>
            <a:ext cx="6486461" cy="36929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000000"/>
                </a:solidFill>
                <a:latin typeface="Arial"/>
                <a:ea typeface="Arial"/>
                <a:cs typeface="Arial"/>
                <a:sym typeface="Arial"/>
              </a:rPr>
              <a:t>Books Collection is created</a:t>
            </a:r>
            <a:endParaRPr sz="1800" b="1" i="0" u="none" strike="noStrike" cap="non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g36e7437085d_0_174"/>
          <p:cNvSpPr txBox="1"/>
          <p:nvPr/>
        </p:nvSpPr>
        <p:spPr>
          <a:xfrm>
            <a:off x="104575" y="2628954"/>
            <a:ext cx="5843432" cy="3751154"/>
          </a:xfrm>
          <a:prstGeom prst="rect">
            <a:avLst/>
          </a:prstGeom>
          <a:noFill/>
          <a:ln>
            <a:noFill/>
          </a:ln>
        </p:spPr>
        <p:txBody>
          <a:bodyPr spcFirstLastPara="1" wrap="square" lIns="91425" tIns="91425" rIns="91425" bIns="91425" anchor="t" anchorCtr="0">
            <a:noAutofit/>
          </a:bodyPr>
          <a:lstStyle/>
          <a:p>
            <a:pPr marL="457200" marR="0" lvl="0" indent="-330200" algn="l" rtl="0">
              <a:lnSpc>
                <a:spcPct val="100000"/>
              </a:lnSpc>
              <a:spcBef>
                <a:spcPts val="0"/>
              </a:spcBef>
              <a:spcAft>
                <a:spcPts val="0"/>
              </a:spcAft>
              <a:buClr>
                <a:schemeClr val="dk1"/>
              </a:buClr>
              <a:buSzPts val="1600"/>
              <a:buFont typeface="Arial"/>
              <a:buChar char="●"/>
            </a:pPr>
            <a:r>
              <a:rPr lang="en-US" sz="1600" b="0" i="0" u="none" strike="noStrike" cap="none">
                <a:solidFill>
                  <a:schemeClr val="dk1"/>
                </a:solidFill>
                <a:latin typeface="Arial"/>
                <a:ea typeface="Arial"/>
                <a:cs typeface="Arial"/>
                <a:sym typeface="Arial"/>
              </a:rPr>
              <a:t>Click on </a:t>
            </a:r>
            <a:r>
              <a:rPr lang="en-US" sz="1600" b="1" i="0" u="none" strike="noStrike" cap="none">
                <a:solidFill>
                  <a:schemeClr val="dk1"/>
                </a:solidFill>
                <a:latin typeface="Arial"/>
                <a:ea typeface="Arial"/>
                <a:cs typeface="Arial"/>
                <a:sym typeface="Arial"/>
              </a:rPr>
              <a:t>Overview</a:t>
            </a:r>
            <a:r>
              <a:rPr lang="en-US" sz="1600" b="0" i="0" u="none" strike="noStrike" cap="none">
                <a:solidFill>
                  <a:schemeClr val="dk1"/>
                </a:solidFill>
                <a:latin typeface="Arial"/>
                <a:ea typeface="Arial"/>
                <a:cs typeface="Arial"/>
                <a:sym typeface="Arial"/>
              </a:rPr>
              <a:t> on the left sidebar and click connect on the Cluster</a:t>
            </a:r>
            <a:endParaRPr sz="1400" b="0" i="0" u="none" strike="noStrike" cap="none">
              <a:solidFill>
                <a:srgbClr val="000000"/>
              </a:solidFill>
              <a:latin typeface="Arial"/>
              <a:ea typeface="Arial"/>
              <a:cs typeface="Arial"/>
              <a:sym typeface="Arial"/>
            </a:endParaRPr>
          </a:p>
          <a:p>
            <a:pPr marL="457200" marR="0" lvl="0" indent="-228600" algn="l"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Arial"/>
              <a:ea typeface="Arial"/>
              <a:cs typeface="Arial"/>
              <a:sym typeface="Arial"/>
            </a:endParaRPr>
          </a:p>
          <a:p>
            <a:pPr marL="457200" marR="0" lvl="0" indent="-228600" algn="l"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Arial"/>
              <a:ea typeface="Arial"/>
              <a:cs typeface="Arial"/>
              <a:sym typeface="Arial"/>
            </a:endParaRPr>
          </a:p>
          <a:p>
            <a:pPr marL="457200" marR="0" lvl="0" indent="-228600" algn="l"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Arial"/>
              <a:ea typeface="Arial"/>
              <a:cs typeface="Arial"/>
              <a:sym typeface="Arial"/>
            </a:endParaRPr>
          </a:p>
          <a:p>
            <a:pPr marL="457200" marR="0" lvl="0" indent="-330200" algn="l" rtl="0">
              <a:lnSpc>
                <a:spcPct val="100000"/>
              </a:lnSpc>
              <a:spcBef>
                <a:spcPts val="0"/>
              </a:spcBef>
              <a:spcAft>
                <a:spcPts val="0"/>
              </a:spcAft>
              <a:buClr>
                <a:schemeClr val="dk1"/>
              </a:buClr>
              <a:buSzPts val="1600"/>
              <a:buFont typeface="Arial"/>
              <a:buChar char="●"/>
            </a:pPr>
            <a:r>
              <a:rPr lang="en-US" sz="1600" b="0" i="0" u="none" strike="noStrike" cap="none">
                <a:solidFill>
                  <a:schemeClr val="dk1"/>
                </a:solidFill>
                <a:latin typeface="Arial"/>
                <a:ea typeface="Arial"/>
                <a:cs typeface="Arial"/>
                <a:sym typeface="Arial"/>
              </a:rPr>
              <a:t>Click on </a:t>
            </a:r>
            <a:r>
              <a:rPr lang="en-US" sz="1600" b="1" i="0" u="none" strike="noStrike" cap="none">
                <a:solidFill>
                  <a:schemeClr val="dk1"/>
                </a:solidFill>
                <a:latin typeface="Arial"/>
                <a:ea typeface="Arial"/>
                <a:cs typeface="Arial"/>
                <a:sym typeface="Arial"/>
              </a:rPr>
              <a:t>Drivers</a:t>
            </a:r>
            <a:endParaRPr sz="1400" b="1" i="0" u="none" strike="noStrike" cap="none">
              <a:solidFill>
                <a:srgbClr val="000000"/>
              </a:solidFill>
              <a:latin typeface="Arial"/>
              <a:ea typeface="Arial"/>
              <a:cs typeface="Arial"/>
              <a:sym typeface="Arial"/>
            </a:endParaRPr>
          </a:p>
          <a:p>
            <a:pPr marL="457200" marR="0" lvl="0" indent="-228600" algn="l"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Arial"/>
              <a:ea typeface="Arial"/>
              <a:cs typeface="Arial"/>
              <a:sym typeface="Arial"/>
            </a:endParaRPr>
          </a:p>
        </p:txBody>
      </p:sp>
      <p:pic>
        <p:nvPicPr>
          <p:cNvPr id="129" name="Google Shape;129;g36e7437085d_0_174"/>
          <p:cNvPicPr preferRelativeResize="0"/>
          <p:nvPr/>
        </p:nvPicPr>
        <p:blipFill rotWithShape="1">
          <a:blip r:embed="rId3">
            <a:alphaModFix/>
          </a:blip>
          <a:srcRect/>
          <a:stretch/>
        </p:blipFill>
        <p:spPr>
          <a:xfrm>
            <a:off x="6484660" y="1426757"/>
            <a:ext cx="5454771" cy="2078491"/>
          </a:xfrm>
          <a:prstGeom prst="rect">
            <a:avLst/>
          </a:prstGeom>
          <a:noFill/>
          <a:ln w="9525" cap="flat" cmpd="sng">
            <a:solidFill>
              <a:schemeClr val="accent1"/>
            </a:solidFill>
            <a:prstDash val="solid"/>
            <a:round/>
            <a:headEnd type="none" w="sm" len="sm"/>
            <a:tailEnd type="none" w="sm" len="sm"/>
          </a:ln>
        </p:spPr>
      </p:pic>
      <p:sp>
        <p:nvSpPr>
          <p:cNvPr id="130" name="Google Shape;130;g36e7437085d_0_174"/>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Clr>
                <a:srgbClr val="000000"/>
              </a:buClr>
              <a:buSzPts val="2400"/>
              <a:buFont typeface="Arial"/>
              <a:buNone/>
            </a:pPr>
            <a:r>
              <a:rPr lang="en-US" sz="2400" b="1" i="0" u="none" strike="noStrike" cap="none">
                <a:solidFill>
                  <a:srgbClr val="11175E"/>
                </a:solidFill>
                <a:latin typeface="Arial"/>
                <a:ea typeface="Arial"/>
                <a:cs typeface="Arial"/>
                <a:sym typeface="Arial"/>
              </a:rPr>
              <a:t>Example 1: Create new database in Atlas </a:t>
            </a:r>
            <a:endParaRPr sz="2400" b="1" i="0" u="none" strike="noStrike" cap="none">
              <a:solidFill>
                <a:srgbClr val="11175E"/>
              </a:solidFill>
              <a:latin typeface="Arial"/>
              <a:ea typeface="Arial"/>
              <a:cs typeface="Arial"/>
              <a:sym typeface="Arial"/>
            </a:endParaRPr>
          </a:p>
        </p:txBody>
      </p:sp>
      <p:sp>
        <p:nvSpPr>
          <p:cNvPr id="131" name="Google Shape;131;g36e7437085d_0_174"/>
          <p:cNvSpPr txBox="1"/>
          <p:nvPr/>
        </p:nvSpPr>
        <p:spPr>
          <a:xfrm>
            <a:off x="247451" y="1433822"/>
            <a:ext cx="6486600" cy="36929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000000"/>
                </a:solidFill>
                <a:latin typeface="Arial"/>
                <a:ea typeface="Arial"/>
                <a:cs typeface="Arial"/>
                <a:sym typeface="Arial"/>
              </a:rPr>
              <a:t>Connect and setup connection security</a:t>
            </a:r>
            <a:endParaRPr sz="1800" b="1" i="0" u="none" strike="noStrike" cap="none">
              <a:solidFill>
                <a:srgbClr val="000000"/>
              </a:solidFill>
              <a:latin typeface="Arial"/>
              <a:ea typeface="Arial"/>
              <a:cs typeface="Arial"/>
              <a:sym typeface="Arial"/>
            </a:endParaRPr>
          </a:p>
        </p:txBody>
      </p:sp>
      <p:sp>
        <p:nvSpPr>
          <p:cNvPr id="132" name="Google Shape;132;g36e7437085d_0_174"/>
          <p:cNvSpPr txBox="1"/>
          <p:nvPr/>
        </p:nvSpPr>
        <p:spPr>
          <a:xfrm>
            <a:off x="252569" y="1859644"/>
            <a:ext cx="5843432" cy="874085"/>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Clr>
                <a:srgbClr val="000000"/>
              </a:buClr>
              <a:buSzPts val="1600"/>
              <a:buFont typeface="Arial"/>
              <a:buNone/>
            </a:pPr>
            <a:r>
              <a:rPr lang="en-US" sz="1600" b="0" i="0" u="none" strike="noStrike" cap="none">
                <a:solidFill>
                  <a:schemeClr val="dk1"/>
                </a:solidFill>
                <a:latin typeface="Arial"/>
                <a:ea typeface="Arial"/>
                <a:cs typeface="Arial"/>
                <a:sym typeface="Arial"/>
              </a:rPr>
              <a:t>Now that we create our database, we need to create a link for our application to connect to it.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33" name="Google Shape;133;g36e7437085d_0_174"/>
          <p:cNvPicPr preferRelativeResize="0"/>
          <p:nvPr/>
        </p:nvPicPr>
        <p:blipFill rotWithShape="1">
          <a:blip r:embed="rId4">
            <a:alphaModFix/>
          </a:blip>
          <a:srcRect/>
          <a:stretch/>
        </p:blipFill>
        <p:spPr>
          <a:xfrm>
            <a:off x="6484660" y="3677881"/>
            <a:ext cx="3092156" cy="3084869"/>
          </a:xfrm>
          <a:prstGeom prst="rect">
            <a:avLst/>
          </a:prstGeom>
          <a:noFill/>
          <a:ln w="9525" cap="flat" cmpd="sng">
            <a:solidFill>
              <a:schemeClr val="accent1"/>
            </a:solidFill>
            <a:prstDash val="solid"/>
            <a:round/>
            <a:headEnd type="none" w="sm" len="sm"/>
            <a:tailEnd type="none" w="sm" len="sm"/>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g36e7437085d_0_190"/>
          <p:cNvSpPr txBox="1"/>
          <p:nvPr/>
        </p:nvSpPr>
        <p:spPr>
          <a:xfrm>
            <a:off x="117930" y="1804678"/>
            <a:ext cx="5941493" cy="2427600"/>
          </a:xfrm>
          <a:prstGeom prst="rect">
            <a:avLst/>
          </a:prstGeom>
          <a:noFill/>
          <a:ln>
            <a:noFill/>
          </a:ln>
        </p:spPr>
        <p:txBody>
          <a:bodyPr spcFirstLastPara="1" wrap="square" lIns="91425" tIns="91425" rIns="91425" bIns="91425" anchor="t" anchorCtr="0">
            <a:noAutofit/>
          </a:bodyPr>
          <a:lstStyle/>
          <a:p>
            <a:pPr marL="457200" marR="0" lvl="0" indent="-330200" algn="l" rtl="0">
              <a:lnSpc>
                <a:spcPct val="100000"/>
              </a:lnSpc>
              <a:spcBef>
                <a:spcPts val="0"/>
              </a:spcBef>
              <a:spcAft>
                <a:spcPts val="0"/>
              </a:spcAft>
              <a:buClr>
                <a:schemeClr val="dk1"/>
              </a:buClr>
              <a:buSzPts val="1600"/>
              <a:buFont typeface="Arial"/>
              <a:buChar char="●"/>
            </a:pPr>
            <a:r>
              <a:rPr lang="en-US" sz="1600" b="0" i="0" u="none" strike="noStrike" cap="none">
                <a:solidFill>
                  <a:schemeClr val="dk1"/>
                </a:solidFill>
                <a:latin typeface="Arial"/>
                <a:ea typeface="Arial"/>
                <a:cs typeface="Arial"/>
                <a:sym typeface="Arial"/>
              </a:rPr>
              <a:t>Select </a:t>
            </a:r>
            <a:r>
              <a:rPr lang="en-US" sz="1600" b="1" i="0" u="none" strike="noStrike" cap="none">
                <a:solidFill>
                  <a:schemeClr val="dk1"/>
                </a:solidFill>
                <a:latin typeface="Arial"/>
                <a:ea typeface="Arial"/>
                <a:cs typeface="Arial"/>
                <a:sym typeface="Arial"/>
              </a:rPr>
              <a:t>Node.js</a:t>
            </a:r>
            <a:r>
              <a:rPr lang="en-US" sz="1600" b="0" i="0" u="none" strike="noStrike" cap="none">
                <a:solidFill>
                  <a:srgbClr val="0000FF"/>
                </a:solidFill>
                <a:latin typeface="Arial"/>
                <a:ea typeface="Arial"/>
                <a:cs typeface="Arial"/>
                <a:sym typeface="Arial"/>
              </a:rPr>
              <a:t> </a:t>
            </a:r>
            <a:r>
              <a:rPr lang="en-US" sz="1600" b="0" i="0" u="none" strike="noStrike" cap="none">
                <a:solidFill>
                  <a:schemeClr val="dk1"/>
                </a:solidFill>
                <a:latin typeface="Arial"/>
                <a:ea typeface="Arial"/>
                <a:cs typeface="Arial"/>
                <a:sym typeface="Arial"/>
              </a:rPr>
              <a:t>as the Driver and copy the </a:t>
            </a:r>
            <a:r>
              <a:rPr lang="en-US" sz="1600" b="1" i="0" u="none" strike="noStrike" cap="none">
                <a:solidFill>
                  <a:srgbClr val="FF0000"/>
                </a:solidFill>
                <a:latin typeface="Arial"/>
                <a:ea typeface="Arial"/>
                <a:cs typeface="Arial"/>
                <a:sym typeface="Arial"/>
              </a:rPr>
              <a:t>USERNAME</a:t>
            </a:r>
            <a:r>
              <a:rPr lang="en-US" sz="1600" b="0" i="0" u="none" strike="noStrike" cap="none">
                <a:solidFill>
                  <a:schemeClr val="dk1"/>
                </a:solidFill>
                <a:latin typeface="Arial"/>
                <a:ea typeface="Arial"/>
                <a:cs typeface="Arial"/>
                <a:sym typeface="Arial"/>
              </a:rPr>
              <a:t>, </a:t>
            </a:r>
            <a:r>
              <a:rPr lang="en-US" sz="1600" b="1" i="0" u="none" strike="noStrike" cap="none">
                <a:solidFill>
                  <a:srgbClr val="FF0000"/>
                </a:solidFill>
                <a:latin typeface="Arial"/>
                <a:ea typeface="Arial"/>
                <a:cs typeface="Arial"/>
                <a:sym typeface="Arial"/>
              </a:rPr>
              <a:t>PASSWORD</a:t>
            </a:r>
            <a:r>
              <a:rPr lang="en-US" sz="1600" b="0" i="0" u="none" strike="noStrike" cap="none">
                <a:solidFill>
                  <a:schemeClr val="dk1"/>
                </a:solidFill>
                <a:latin typeface="Arial"/>
                <a:ea typeface="Arial"/>
                <a:cs typeface="Arial"/>
                <a:sym typeface="Arial"/>
              </a:rPr>
              <a:t>  and </a:t>
            </a:r>
            <a:r>
              <a:rPr lang="en-US" sz="1600" b="1" i="0" u="none" strike="noStrike" cap="none">
                <a:solidFill>
                  <a:srgbClr val="FF0000"/>
                </a:solidFill>
                <a:latin typeface="Arial"/>
                <a:ea typeface="Arial"/>
                <a:cs typeface="Arial"/>
                <a:sym typeface="Arial"/>
              </a:rPr>
              <a:t>CLUSTERADDRESS</a:t>
            </a:r>
            <a:r>
              <a:rPr lang="en-US" sz="1600" b="0" i="0" u="none" strike="noStrike" cap="none">
                <a:solidFill>
                  <a:schemeClr val="dk1"/>
                </a:solidFill>
                <a:latin typeface="Arial"/>
                <a:ea typeface="Arial"/>
                <a:cs typeface="Arial"/>
                <a:sym typeface="Arial"/>
              </a:rPr>
              <a:t> to a digital text file. </a:t>
            </a:r>
            <a:endParaRPr sz="1600" b="0" i="0" u="none" strike="noStrike" cap="none">
              <a:solidFill>
                <a:schemeClr val="dk1"/>
              </a:solidFill>
              <a:latin typeface="Arial"/>
              <a:ea typeface="Arial"/>
              <a:cs typeface="Arial"/>
              <a:sym typeface="Arial"/>
            </a:endParaRPr>
          </a:p>
          <a:p>
            <a:pPr marL="457200" marR="0" lvl="0" indent="-330200" algn="l" rtl="0">
              <a:lnSpc>
                <a:spcPct val="100000"/>
              </a:lnSpc>
              <a:spcBef>
                <a:spcPts val="0"/>
              </a:spcBef>
              <a:spcAft>
                <a:spcPts val="0"/>
              </a:spcAft>
              <a:buClr>
                <a:schemeClr val="dk1"/>
              </a:buClr>
              <a:buSzPts val="1600"/>
              <a:buFont typeface="Arial"/>
              <a:buChar char="●"/>
            </a:pPr>
            <a:r>
              <a:rPr lang="en-US" sz="1600" b="0" i="0" u="none" strike="noStrike" cap="none">
                <a:solidFill>
                  <a:schemeClr val="dk1"/>
                </a:solidFill>
                <a:latin typeface="Arial"/>
                <a:ea typeface="Arial"/>
                <a:cs typeface="Arial"/>
                <a:sym typeface="Arial"/>
              </a:rPr>
              <a:t>Ensure that username and password does not contain any special characters</a:t>
            </a:r>
            <a:endParaRPr sz="1600" b="0" i="0" u="none" strike="noStrike" cap="none">
              <a:solidFill>
                <a:schemeClr val="dk1"/>
              </a:solidFill>
              <a:latin typeface="Arial"/>
              <a:ea typeface="Arial"/>
              <a:cs typeface="Arial"/>
              <a:sym typeface="Arial"/>
            </a:endParaRPr>
          </a:p>
          <a:p>
            <a:pPr marL="457200" marR="0" lvl="0" indent="-330200" algn="l" rtl="0">
              <a:lnSpc>
                <a:spcPct val="100000"/>
              </a:lnSpc>
              <a:spcBef>
                <a:spcPts val="0"/>
              </a:spcBef>
              <a:spcAft>
                <a:spcPts val="0"/>
              </a:spcAft>
              <a:buClr>
                <a:schemeClr val="dk1"/>
              </a:buClr>
              <a:buSzPts val="1600"/>
              <a:buFont typeface="Arial"/>
              <a:buChar char="●"/>
            </a:pPr>
            <a:r>
              <a:rPr lang="en-US" sz="1600" b="0" i="0" u="none" strike="noStrike" cap="none">
                <a:solidFill>
                  <a:schemeClr val="dk1"/>
                </a:solidFill>
                <a:latin typeface="Arial"/>
                <a:ea typeface="Arial"/>
                <a:cs typeface="Arial"/>
                <a:sym typeface="Arial"/>
              </a:rPr>
              <a:t>Also copy the </a:t>
            </a:r>
            <a:r>
              <a:rPr lang="en-US" sz="1600" b="1" i="0" u="none" strike="noStrike" cap="none">
                <a:solidFill>
                  <a:schemeClr val="dk1"/>
                </a:solidFill>
                <a:latin typeface="Arial"/>
                <a:ea typeface="Arial"/>
                <a:cs typeface="Arial"/>
                <a:sym typeface="Arial"/>
              </a:rPr>
              <a:t>entire string </a:t>
            </a:r>
            <a:r>
              <a:rPr lang="en-US" sz="1600" b="0" i="0" u="none" strike="noStrike" cap="none">
                <a:solidFill>
                  <a:schemeClr val="dk1"/>
                </a:solidFill>
                <a:latin typeface="Arial"/>
                <a:ea typeface="Arial"/>
                <a:cs typeface="Arial"/>
                <a:sym typeface="Arial"/>
              </a:rPr>
              <a:t>for connecting to </a:t>
            </a:r>
            <a:r>
              <a:rPr lang="en-US" sz="1600" b="1" i="0" u="none" strike="noStrike" cap="none">
                <a:solidFill>
                  <a:schemeClr val="dk1"/>
                </a:solidFill>
                <a:latin typeface="Arial"/>
                <a:ea typeface="Arial"/>
                <a:cs typeface="Arial"/>
                <a:sym typeface="Arial"/>
              </a:rPr>
              <a:t>Compass</a:t>
            </a:r>
            <a:r>
              <a:rPr lang="en-US" sz="1600" b="0" i="0" u="none" strike="noStrike" cap="none">
                <a:solidFill>
                  <a:schemeClr val="dk1"/>
                </a:solidFill>
                <a:latin typeface="Arial"/>
                <a:ea typeface="Arial"/>
                <a:cs typeface="Arial"/>
                <a:sym typeface="Arial"/>
              </a:rPr>
              <a:t> App later.</a:t>
            </a:r>
            <a:endParaRPr sz="1600" b="0" i="0" u="none" strike="noStrike" cap="none">
              <a:solidFill>
                <a:schemeClr val="dk1"/>
              </a:solidFill>
              <a:latin typeface="Arial"/>
              <a:ea typeface="Arial"/>
              <a:cs typeface="Arial"/>
              <a:sym typeface="Arial"/>
            </a:endParaRPr>
          </a:p>
          <a:p>
            <a:pPr marL="457200" marR="0" lvl="0" indent="-330200" algn="l" rtl="0">
              <a:lnSpc>
                <a:spcPct val="100000"/>
              </a:lnSpc>
              <a:spcBef>
                <a:spcPts val="0"/>
              </a:spcBef>
              <a:spcAft>
                <a:spcPts val="0"/>
              </a:spcAft>
              <a:buClr>
                <a:schemeClr val="dk1"/>
              </a:buClr>
              <a:buSzPts val="1600"/>
              <a:buFont typeface="Arial"/>
              <a:buChar char="●"/>
            </a:pPr>
            <a:r>
              <a:rPr lang="en-US" sz="1600" b="0" i="0" u="none" strike="noStrike" cap="none">
                <a:solidFill>
                  <a:schemeClr val="dk1"/>
                </a:solidFill>
                <a:latin typeface="Arial"/>
                <a:ea typeface="Arial"/>
                <a:cs typeface="Arial"/>
                <a:sym typeface="Arial"/>
              </a:rPr>
              <a:t>Click </a:t>
            </a:r>
            <a:r>
              <a:rPr lang="en-US" sz="1600" b="1" i="0" u="none" strike="noStrike" cap="none">
                <a:solidFill>
                  <a:schemeClr val="dk1"/>
                </a:solidFill>
                <a:latin typeface="Arial"/>
                <a:ea typeface="Arial"/>
                <a:cs typeface="Arial"/>
                <a:sym typeface="Arial"/>
              </a:rPr>
              <a:t>Done</a:t>
            </a:r>
            <a:r>
              <a:rPr lang="en-US" sz="1600" b="0" i="0" u="none" strike="noStrike" cap="none">
                <a:solidFill>
                  <a:schemeClr val="dk1"/>
                </a:solidFill>
                <a:latin typeface="Arial"/>
                <a:ea typeface="Arial"/>
                <a:cs typeface="Arial"/>
                <a:sym typeface="Arial"/>
              </a:rPr>
              <a:t>.</a:t>
            </a:r>
            <a:endParaRPr sz="1600" b="0" i="0" u="none" strike="noStrike" cap="none">
              <a:solidFill>
                <a:schemeClr val="dk1"/>
              </a:solidFill>
              <a:latin typeface="Arial"/>
              <a:ea typeface="Arial"/>
              <a:cs typeface="Arial"/>
              <a:sym typeface="Arial"/>
            </a:endParaRPr>
          </a:p>
        </p:txBody>
      </p:sp>
      <p:pic>
        <p:nvPicPr>
          <p:cNvPr id="139" name="Google Shape;139;g36e7437085d_0_190"/>
          <p:cNvPicPr preferRelativeResize="0"/>
          <p:nvPr/>
        </p:nvPicPr>
        <p:blipFill rotWithShape="1">
          <a:blip r:embed="rId3">
            <a:alphaModFix/>
          </a:blip>
          <a:srcRect/>
          <a:stretch/>
        </p:blipFill>
        <p:spPr>
          <a:xfrm>
            <a:off x="6491699" y="1397246"/>
            <a:ext cx="5452850" cy="4883922"/>
          </a:xfrm>
          <a:prstGeom prst="rect">
            <a:avLst/>
          </a:prstGeom>
          <a:noFill/>
          <a:ln w="9525" cap="flat" cmpd="sng">
            <a:solidFill>
              <a:schemeClr val="accent1"/>
            </a:solidFill>
            <a:prstDash val="solid"/>
            <a:round/>
            <a:headEnd type="none" w="sm" len="sm"/>
            <a:tailEnd type="none" w="sm" len="sm"/>
          </a:ln>
        </p:spPr>
      </p:pic>
      <p:sp>
        <p:nvSpPr>
          <p:cNvPr id="140" name="Google Shape;140;g36e7437085d_0_190"/>
          <p:cNvSpPr txBox="1"/>
          <p:nvPr/>
        </p:nvSpPr>
        <p:spPr>
          <a:xfrm>
            <a:off x="231725" y="4707843"/>
            <a:ext cx="6156736" cy="1201625"/>
          </a:xfrm>
          <a:prstGeom prst="rect">
            <a:avLst/>
          </a:prstGeom>
          <a:solidFill>
            <a:srgbClr val="D5DBE5"/>
          </a:solidFill>
          <a:ln w="25400" cap="flat" cmpd="sng">
            <a:solidFill>
              <a:schemeClr val="accent1"/>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Arial"/>
                <a:ea typeface="Arial"/>
                <a:cs typeface="Arial"/>
                <a:sym typeface="Arial"/>
              </a:rPr>
              <a:t>Your connection string looks something like this. </a:t>
            </a:r>
            <a:br>
              <a:rPr lang="en-US" sz="1400" b="0" i="0" u="none" strike="noStrike" cap="none">
                <a:solidFill>
                  <a:schemeClr val="dk1"/>
                </a:solidFill>
                <a:latin typeface="Arial"/>
                <a:ea typeface="Arial"/>
                <a:cs typeface="Arial"/>
                <a:sym typeface="Arial"/>
              </a:rPr>
            </a:br>
            <a:r>
              <a:rPr lang="en-US" sz="1400" b="0" i="0" u="none" strike="noStrike" cap="none">
                <a:solidFill>
                  <a:schemeClr val="dk1"/>
                </a:solidFill>
                <a:latin typeface="Consolas"/>
                <a:ea typeface="Consolas"/>
                <a:cs typeface="Consolas"/>
                <a:sym typeface="Consolas"/>
              </a:rPr>
              <a:t>mongodb+srv://</a:t>
            </a:r>
            <a:r>
              <a:rPr lang="en-US" sz="1400" b="0" i="0" u="none" strike="noStrike" cap="none">
                <a:solidFill>
                  <a:srgbClr val="FF0000"/>
                </a:solidFill>
                <a:latin typeface="Consolas"/>
                <a:ea typeface="Consolas"/>
                <a:cs typeface="Consolas"/>
                <a:sym typeface="Consolas"/>
              </a:rPr>
              <a:t>&lt;USERNAME&gt;:&lt;PASSWORD</a:t>
            </a:r>
            <a:r>
              <a:rPr lang="en-US" sz="1400" b="0" i="0" u="none" strike="noStrike" cap="none">
                <a:solidFill>
                  <a:schemeClr val="dk1"/>
                </a:solidFill>
                <a:latin typeface="Consolas"/>
                <a:ea typeface="Consolas"/>
                <a:cs typeface="Consolas"/>
                <a:sym typeface="Consolas"/>
              </a:rPr>
              <a:t>&gt;@</a:t>
            </a:r>
            <a:r>
              <a:rPr lang="en-US" sz="1400" b="0" i="0" u="none" strike="noStrike" cap="none">
                <a:solidFill>
                  <a:srgbClr val="FF0000"/>
                </a:solidFill>
                <a:latin typeface="Consolas"/>
                <a:ea typeface="Consolas"/>
                <a:cs typeface="Consolas"/>
                <a:sym typeface="Consolas"/>
              </a:rPr>
              <a:t>&lt;CLUSTERADDRESS&gt;</a:t>
            </a:r>
            <a:r>
              <a:rPr lang="en-US" sz="1400" b="0" i="0" u="none" strike="noStrike" cap="none">
                <a:solidFill>
                  <a:schemeClr val="dk1"/>
                </a:solidFill>
                <a:latin typeface="Consolas"/>
                <a:ea typeface="Consolas"/>
                <a:cs typeface="Consolas"/>
                <a:sym typeface="Consolas"/>
              </a:rPr>
              <a:t>/? retryWrites=true&amp;w=majority</a:t>
            </a:r>
            <a:br>
              <a:rPr lang="en-US" sz="1400" b="0" i="0" u="none" strike="noStrike" cap="none">
                <a:solidFill>
                  <a:schemeClr val="dk1"/>
                </a:solidFill>
                <a:latin typeface="Arial"/>
                <a:ea typeface="Arial"/>
                <a:cs typeface="Arial"/>
                <a:sym typeface="Arial"/>
              </a:rPr>
            </a:br>
            <a:br>
              <a:rPr lang="en-US" sz="1400" b="0" i="0" u="none" strike="noStrike" cap="none">
                <a:solidFill>
                  <a:schemeClr val="dk1"/>
                </a:solidFill>
                <a:latin typeface="Arial"/>
                <a:ea typeface="Arial"/>
                <a:cs typeface="Arial"/>
                <a:sym typeface="Arial"/>
              </a:rPr>
            </a:br>
            <a:r>
              <a:rPr lang="en-US" sz="1400" b="0" i="0" u="none" strike="noStrike" cap="none">
                <a:solidFill>
                  <a:schemeClr val="dk1"/>
                </a:solidFill>
                <a:latin typeface="Arial"/>
                <a:ea typeface="Arial"/>
                <a:cs typeface="Arial"/>
                <a:sym typeface="Arial"/>
              </a:rPr>
              <a:t>The words highlighted in </a:t>
            </a:r>
            <a:r>
              <a:rPr lang="en-US" sz="1400" b="1" i="0" u="none" strike="noStrike" cap="none">
                <a:solidFill>
                  <a:schemeClr val="dk1"/>
                </a:solidFill>
                <a:latin typeface="Arial"/>
                <a:ea typeface="Arial"/>
                <a:cs typeface="Arial"/>
                <a:sym typeface="Arial"/>
              </a:rPr>
              <a:t>red</a:t>
            </a:r>
            <a:r>
              <a:rPr lang="en-US" sz="1400" b="0" i="0" u="none" strike="noStrike" cap="none">
                <a:solidFill>
                  <a:schemeClr val="dk1"/>
                </a:solidFill>
                <a:latin typeface="Arial"/>
                <a:ea typeface="Arial"/>
                <a:cs typeface="Arial"/>
                <a:sym typeface="Arial"/>
              </a:rPr>
              <a:t> will change according to each user.</a:t>
            </a:r>
            <a:endParaRPr sz="1400" b="0" i="0" u="none" strike="noStrike" cap="none">
              <a:solidFill>
                <a:schemeClr val="dk1"/>
              </a:solidFill>
              <a:latin typeface="Arial"/>
              <a:ea typeface="Arial"/>
              <a:cs typeface="Arial"/>
              <a:sym typeface="Arial"/>
            </a:endParaRPr>
          </a:p>
        </p:txBody>
      </p:sp>
      <p:sp>
        <p:nvSpPr>
          <p:cNvPr id="141" name="Google Shape;141;g36e7437085d_0_190"/>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Clr>
                <a:srgbClr val="000000"/>
              </a:buClr>
              <a:buSzPts val="2400"/>
              <a:buFont typeface="Arial"/>
              <a:buNone/>
            </a:pPr>
            <a:r>
              <a:rPr lang="en-US" sz="2400" b="1" i="0" u="none" strike="noStrike" cap="none">
                <a:solidFill>
                  <a:srgbClr val="11175E"/>
                </a:solidFill>
                <a:latin typeface="Arial"/>
                <a:ea typeface="Arial"/>
                <a:cs typeface="Arial"/>
                <a:sym typeface="Arial"/>
              </a:rPr>
              <a:t>Example 1: Create new database in Atlas </a:t>
            </a:r>
            <a:endParaRPr sz="2400" b="1" i="0" u="none" strike="noStrike" cap="none">
              <a:solidFill>
                <a:srgbClr val="11175E"/>
              </a:solidFill>
              <a:latin typeface="Arial"/>
              <a:ea typeface="Arial"/>
              <a:cs typeface="Arial"/>
              <a:sym typeface="Arial"/>
            </a:endParaRPr>
          </a:p>
        </p:txBody>
      </p:sp>
      <p:sp>
        <p:nvSpPr>
          <p:cNvPr id="142" name="Google Shape;142;g36e7437085d_0_190"/>
          <p:cNvSpPr txBox="1"/>
          <p:nvPr/>
        </p:nvSpPr>
        <p:spPr>
          <a:xfrm>
            <a:off x="247451" y="1415534"/>
            <a:ext cx="6486461" cy="3385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solidFill>
                  <a:srgbClr val="000000"/>
                </a:solidFill>
                <a:latin typeface="Arial"/>
                <a:ea typeface="Arial"/>
                <a:cs typeface="Arial"/>
                <a:sym typeface="Arial"/>
              </a:rPr>
              <a:t>Choose a connection method</a:t>
            </a:r>
            <a:endParaRPr sz="1600" b="1" i="0" u="none" strike="noStrike" cap="non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g36e7437085d_0_198"/>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Clr>
                <a:srgbClr val="000000"/>
              </a:buClr>
              <a:buSzPts val="2400"/>
              <a:buFont typeface="Arial"/>
              <a:buNone/>
            </a:pPr>
            <a:r>
              <a:rPr lang="en-US" sz="2400" b="1" i="0" u="none" strike="noStrike" cap="none">
                <a:solidFill>
                  <a:srgbClr val="11175E"/>
                </a:solidFill>
                <a:latin typeface="Arial"/>
                <a:ea typeface="Arial"/>
                <a:cs typeface="Arial"/>
                <a:sym typeface="Arial"/>
              </a:rPr>
              <a:t>Example 1: Connecting to MongoDB on Atlas</a:t>
            </a:r>
            <a:endParaRPr sz="2400" b="1" i="0" u="none" strike="noStrike" cap="none">
              <a:solidFill>
                <a:srgbClr val="11175E"/>
              </a:solidFill>
              <a:latin typeface="Arial"/>
              <a:ea typeface="Arial"/>
              <a:cs typeface="Arial"/>
              <a:sym typeface="Arial"/>
            </a:endParaRPr>
          </a:p>
        </p:txBody>
      </p:sp>
      <p:sp>
        <p:nvSpPr>
          <p:cNvPr id="148" name="Google Shape;148;g36e7437085d_0_198"/>
          <p:cNvSpPr txBox="1"/>
          <p:nvPr/>
        </p:nvSpPr>
        <p:spPr>
          <a:xfrm>
            <a:off x="247451" y="1415534"/>
            <a:ext cx="6486461" cy="36929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000000"/>
                </a:solidFill>
                <a:latin typeface="Arial"/>
                <a:ea typeface="Arial"/>
                <a:cs typeface="Arial"/>
                <a:sym typeface="Arial"/>
              </a:rPr>
              <a:t>Create </a:t>
            </a:r>
            <a:r>
              <a:rPr lang="en-US" sz="1800" b="1" i="0" u="none" strike="noStrike" cap="none">
                <a:solidFill>
                  <a:srgbClr val="000000"/>
                </a:solidFill>
                <a:latin typeface="Consolas"/>
                <a:ea typeface="Consolas"/>
                <a:cs typeface="Consolas"/>
                <a:sym typeface="Consolas"/>
              </a:rPr>
              <a:t>config.env</a:t>
            </a:r>
            <a:r>
              <a:rPr lang="en-US" sz="1800" b="1" i="0" u="none" strike="noStrike" cap="none">
                <a:solidFill>
                  <a:srgbClr val="000000"/>
                </a:solidFill>
                <a:latin typeface="Arial"/>
                <a:ea typeface="Arial"/>
                <a:cs typeface="Arial"/>
                <a:sym typeface="Arial"/>
              </a:rPr>
              <a:t> in VSC week10 example1 folder</a:t>
            </a:r>
            <a:endParaRPr sz="1800" b="1" i="0" u="none" strike="noStrike" cap="none">
              <a:solidFill>
                <a:srgbClr val="000000"/>
              </a:solidFill>
              <a:latin typeface="Arial"/>
              <a:ea typeface="Arial"/>
              <a:cs typeface="Arial"/>
              <a:sym typeface="Arial"/>
            </a:endParaRPr>
          </a:p>
        </p:txBody>
      </p:sp>
      <p:sp>
        <p:nvSpPr>
          <p:cNvPr id="149" name="Google Shape;149;g36e7437085d_0_198"/>
          <p:cNvSpPr txBox="1"/>
          <p:nvPr/>
        </p:nvSpPr>
        <p:spPr>
          <a:xfrm>
            <a:off x="252568" y="1859644"/>
            <a:ext cx="6921186" cy="2289817"/>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Clr>
                <a:srgbClr val="000000"/>
              </a:buClr>
              <a:buSzPts val="1600"/>
              <a:buFont typeface="Arial"/>
              <a:buNone/>
            </a:pPr>
            <a:r>
              <a:rPr lang="en-US" sz="1600" b="0" i="0" u="none" strike="noStrike" cap="none">
                <a:solidFill>
                  <a:schemeClr val="dk1"/>
                </a:solidFill>
                <a:latin typeface="Arial"/>
                <a:ea typeface="Arial"/>
                <a:cs typeface="Arial"/>
                <a:sym typeface="Arial"/>
              </a:rPr>
              <a:t>Now that we have created the database and collection in </a:t>
            </a:r>
            <a:r>
              <a:rPr lang="en-US" sz="1600" b="1" i="0" u="none" strike="noStrike" cap="none">
                <a:solidFill>
                  <a:schemeClr val="dk1"/>
                </a:solidFill>
                <a:latin typeface="Arial"/>
                <a:ea typeface="Arial"/>
                <a:cs typeface="Arial"/>
                <a:sym typeface="Arial"/>
              </a:rPr>
              <a:t>Atlas</a:t>
            </a:r>
            <a:r>
              <a:rPr lang="en-US" sz="1600" b="0" i="0" u="none" strike="noStrike" cap="none">
                <a:solidFill>
                  <a:schemeClr val="dk1"/>
                </a:solidFill>
                <a:latin typeface="Arial"/>
                <a:ea typeface="Arial"/>
                <a:cs typeface="Arial"/>
                <a:sym typeface="Arial"/>
              </a:rPr>
              <a:t>, </a:t>
            </a:r>
            <a:br>
              <a:rPr lang="en-US" sz="1600" b="0" i="0" u="none" strike="noStrike" cap="none">
                <a:solidFill>
                  <a:schemeClr val="dk1"/>
                </a:solidFill>
                <a:latin typeface="Arial"/>
                <a:ea typeface="Arial"/>
                <a:cs typeface="Arial"/>
                <a:sym typeface="Arial"/>
              </a:rPr>
            </a:br>
            <a:r>
              <a:rPr lang="en-US" sz="1600" b="0" i="0" u="none" strike="noStrike" cap="none">
                <a:solidFill>
                  <a:schemeClr val="dk1"/>
                </a:solidFill>
                <a:latin typeface="Arial"/>
                <a:ea typeface="Arial"/>
                <a:cs typeface="Arial"/>
                <a:sym typeface="Arial"/>
              </a:rPr>
              <a:t>we create a file in VSC to connect it to the week 10 database in </a:t>
            </a:r>
            <a:r>
              <a:rPr lang="en-US" sz="1600" b="1" i="0" u="none" strike="noStrike" cap="none">
                <a:solidFill>
                  <a:schemeClr val="dk1"/>
                </a:solidFill>
                <a:latin typeface="Arial"/>
                <a:ea typeface="Arial"/>
                <a:cs typeface="Arial"/>
                <a:sym typeface="Arial"/>
              </a:rPr>
              <a:t>Atlas</a:t>
            </a:r>
            <a:r>
              <a:rPr lang="en-US" sz="1600" b="0" i="0" u="none" strike="noStrike" cap="none">
                <a:solidFill>
                  <a:schemeClr val="dk1"/>
                </a:solidFill>
                <a:latin typeface="Arial"/>
                <a:ea typeface="Arial"/>
                <a:cs typeface="Arial"/>
                <a:sym typeface="Arial"/>
              </a:rPr>
              <a:t>. We will be using the resource folder </a:t>
            </a:r>
            <a:r>
              <a:rPr lang="en-US" sz="1600" b="1" i="0" u="none" strike="noStrike" cap="none">
                <a:solidFill>
                  <a:schemeClr val="dk1"/>
                </a:solidFill>
                <a:latin typeface="Consolas"/>
                <a:ea typeface="Consolas"/>
                <a:cs typeface="Consolas"/>
                <a:sym typeface="Consolas"/>
              </a:rPr>
              <a:t>example1</a:t>
            </a:r>
            <a:endParaRPr/>
          </a:p>
          <a:p>
            <a:pPr marL="0" marR="0" lvl="0" indent="0" algn="l" rtl="0">
              <a:lnSpc>
                <a:spcPct val="115000"/>
              </a:lnSpc>
              <a:spcBef>
                <a:spcPts val="0"/>
              </a:spcBef>
              <a:spcAft>
                <a:spcPts val="0"/>
              </a:spcAft>
              <a:buClr>
                <a:srgbClr val="000000"/>
              </a:buClr>
              <a:buSzPts val="1600"/>
              <a:buFont typeface="Arial"/>
              <a:buNone/>
            </a:pPr>
            <a:endParaRPr sz="1600" b="1" i="0" u="none" strike="noStrike" cap="none">
              <a:solidFill>
                <a:schemeClr val="dk1"/>
              </a:solidFill>
              <a:latin typeface="Arial"/>
              <a:ea typeface="Arial"/>
              <a:cs typeface="Arial"/>
              <a:sym typeface="Arial"/>
            </a:endParaRPr>
          </a:p>
          <a:p>
            <a:pPr marL="285750" marR="0" lvl="0" indent="-285750" algn="l" rtl="0">
              <a:lnSpc>
                <a:spcPct val="115000"/>
              </a:lnSpc>
              <a:spcBef>
                <a:spcPts val="0"/>
              </a:spcBef>
              <a:spcAft>
                <a:spcPts val="0"/>
              </a:spcAft>
              <a:buClr>
                <a:srgbClr val="000000"/>
              </a:buClr>
              <a:buSzPts val="1600"/>
              <a:buFont typeface="Arial"/>
              <a:buChar char="•"/>
            </a:pPr>
            <a:r>
              <a:rPr lang="en-US" sz="1600" b="0" i="0" u="none" strike="noStrike" cap="none">
                <a:solidFill>
                  <a:schemeClr val="dk1"/>
                </a:solidFill>
                <a:latin typeface="Arial"/>
                <a:ea typeface="Arial"/>
                <a:cs typeface="Arial"/>
                <a:sym typeface="Arial"/>
              </a:rPr>
              <a:t>Navigate to the </a:t>
            </a:r>
            <a:r>
              <a:rPr lang="en-US" sz="1600" b="1" i="0" u="none" strike="noStrike" cap="none">
                <a:solidFill>
                  <a:schemeClr val="dk1"/>
                </a:solidFill>
                <a:latin typeface="Consolas"/>
                <a:ea typeface="Consolas"/>
                <a:cs typeface="Consolas"/>
                <a:sym typeface="Consolas"/>
              </a:rPr>
              <a:t>example1</a:t>
            </a:r>
            <a:r>
              <a:rPr lang="en-US" sz="1600" b="0" i="0" u="none" strike="noStrike" cap="none">
                <a:solidFill>
                  <a:schemeClr val="dk1"/>
                </a:solidFill>
                <a:latin typeface="Arial"/>
                <a:ea typeface="Arial"/>
                <a:cs typeface="Arial"/>
                <a:sym typeface="Arial"/>
              </a:rPr>
              <a:t> folder in VSC, create a file named </a:t>
            </a:r>
            <a:r>
              <a:rPr lang="en-US" sz="1600" b="1" i="0" u="none" strike="noStrike" cap="none">
                <a:solidFill>
                  <a:schemeClr val="dk1"/>
                </a:solidFill>
                <a:latin typeface="Consolas"/>
                <a:ea typeface="Consolas"/>
                <a:cs typeface="Consolas"/>
                <a:sym typeface="Consolas"/>
              </a:rPr>
              <a:t>config.env</a:t>
            </a:r>
            <a:r>
              <a:rPr lang="en-US" sz="1600" b="0" i="0" u="none" strike="noStrike" cap="none">
                <a:solidFill>
                  <a:schemeClr val="dk1"/>
                </a:solidFill>
                <a:latin typeface="Consolas"/>
                <a:ea typeface="Consolas"/>
                <a:cs typeface="Consolas"/>
                <a:sym typeface="Consolas"/>
              </a:rPr>
              <a:t>.</a:t>
            </a:r>
            <a:endParaRPr/>
          </a:p>
          <a:p>
            <a:pPr marL="0" marR="0" lvl="0" indent="0" algn="l" rtl="0">
              <a:lnSpc>
                <a:spcPct val="115000"/>
              </a:lnSpc>
              <a:spcBef>
                <a:spcPts val="0"/>
              </a:spcBef>
              <a:spcAft>
                <a:spcPts val="0"/>
              </a:spcAft>
              <a:buClr>
                <a:srgbClr val="000000"/>
              </a:buClr>
              <a:buSzPts val="1600"/>
              <a:buFont typeface="Arial"/>
              <a:buNone/>
            </a:pPr>
            <a:endParaRPr sz="16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50" name="Google Shape;150;g36e7437085d_0_198"/>
          <p:cNvPicPr preferRelativeResize="0"/>
          <p:nvPr/>
        </p:nvPicPr>
        <p:blipFill rotWithShape="1">
          <a:blip r:embed="rId3">
            <a:alphaModFix/>
          </a:blip>
          <a:srcRect/>
          <a:stretch/>
        </p:blipFill>
        <p:spPr>
          <a:xfrm>
            <a:off x="7534988" y="1665288"/>
            <a:ext cx="3118663" cy="3584934"/>
          </a:xfrm>
          <a:prstGeom prst="rect">
            <a:avLst/>
          </a:prstGeom>
          <a:noFill/>
          <a:ln>
            <a:noFill/>
          </a:ln>
        </p:spPr>
      </p:pic>
      <p:sp>
        <p:nvSpPr>
          <p:cNvPr id="151" name="Google Shape;151;g36e7437085d_0_198"/>
          <p:cNvSpPr/>
          <p:nvPr/>
        </p:nvSpPr>
        <p:spPr>
          <a:xfrm rot="10800000">
            <a:off x="9394243" y="3772387"/>
            <a:ext cx="395021" cy="365760"/>
          </a:xfrm>
          <a:prstGeom prst="rightArrow">
            <a:avLst>
              <a:gd name="adj1" fmla="val 50000"/>
              <a:gd name="adj2" fmla="val 50000"/>
            </a:avLst>
          </a:prstGeom>
          <a:solidFill>
            <a:srgbClr val="C00000"/>
          </a:solidFill>
          <a:ln w="25400" cap="flat" cmpd="sng">
            <a:solidFill>
              <a:srgbClr val="C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5"/>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Clr>
                <a:srgbClr val="000000"/>
              </a:buClr>
              <a:buSzPts val="2400"/>
              <a:buFont typeface="Arial"/>
              <a:buNone/>
            </a:pPr>
            <a:r>
              <a:rPr lang="en-US" sz="2400" b="1" i="0" u="none" strike="noStrike" cap="none">
                <a:solidFill>
                  <a:srgbClr val="11175E"/>
                </a:solidFill>
                <a:latin typeface="Arial"/>
                <a:ea typeface="Arial"/>
                <a:cs typeface="Arial"/>
                <a:sym typeface="Arial"/>
              </a:rPr>
              <a:t>Example 1: Create </a:t>
            </a:r>
            <a:r>
              <a:rPr lang="en-US" sz="2400" b="1" i="0" u="none" strike="noStrike" cap="none">
                <a:solidFill>
                  <a:schemeClr val="dk1"/>
                </a:solidFill>
                <a:latin typeface="Consolas"/>
                <a:ea typeface="Consolas"/>
                <a:cs typeface="Consolas"/>
                <a:sym typeface="Consolas"/>
              </a:rPr>
              <a:t>config.env </a:t>
            </a:r>
            <a:r>
              <a:rPr lang="en-US" sz="2400" b="1" i="0" u="none" strike="noStrike" cap="none">
                <a:solidFill>
                  <a:srgbClr val="11175E"/>
                </a:solidFill>
                <a:latin typeface="Arial"/>
                <a:ea typeface="Arial"/>
                <a:cs typeface="Arial"/>
                <a:sym typeface="Arial"/>
              </a:rPr>
              <a:t>in VSC</a:t>
            </a:r>
            <a:endParaRPr sz="2400" b="1" i="0" u="none" strike="noStrike" cap="none">
              <a:solidFill>
                <a:srgbClr val="11175E"/>
              </a:solidFill>
              <a:latin typeface="Arial"/>
              <a:ea typeface="Arial"/>
              <a:cs typeface="Arial"/>
              <a:sym typeface="Arial"/>
            </a:endParaRPr>
          </a:p>
        </p:txBody>
      </p:sp>
      <p:sp>
        <p:nvSpPr>
          <p:cNvPr id="157" name="Google Shape;157;p5"/>
          <p:cNvSpPr txBox="1"/>
          <p:nvPr/>
        </p:nvSpPr>
        <p:spPr>
          <a:xfrm>
            <a:off x="334729" y="2754116"/>
            <a:ext cx="11522541" cy="3278244"/>
          </a:xfrm>
          <a:prstGeom prst="rect">
            <a:avLst/>
          </a:prstGeom>
          <a:noFill/>
          <a:ln>
            <a:noFill/>
          </a:ln>
        </p:spPr>
        <p:txBody>
          <a:bodyPr spcFirstLastPara="1" wrap="square" lIns="91425" tIns="91425" rIns="91425" bIns="91425" anchor="t" anchorCtr="0">
            <a:noAutofit/>
          </a:bodyPr>
          <a:lstStyle/>
          <a:p>
            <a:pPr marL="457200" marR="0" lvl="0" indent="-330200" algn="l" rtl="0">
              <a:lnSpc>
                <a:spcPct val="100000"/>
              </a:lnSpc>
              <a:spcBef>
                <a:spcPts val="0"/>
              </a:spcBef>
              <a:spcAft>
                <a:spcPts val="0"/>
              </a:spcAft>
              <a:buClr>
                <a:schemeClr val="dk1"/>
              </a:buClr>
              <a:buSzPts val="1600"/>
              <a:buFont typeface="Arial"/>
              <a:buChar char="●"/>
            </a:pPr>
            <a:r>
              <a:rPr lang="en-US" sz="1800" b="0" i="0" u="none" strike="noStrike" cap="none">
                <a:solidFill>
                  <a:schemeClr val="dk1"/>
                </a:solidFill>
                <a:latin typeface="Arial"/>
                <a:ea typeface="Arial"/>
                <a:cs typeface="Arial"/>
                <a:sym typeface="Arial"/>
              </a:rPr>
              <a:t>Copy these lines</a:t>
            </a:r>
            <a:endParaRPr sz="1600" b="0" i="0" u="none" strike="noStrike" cap="none">
              <a:solidFill>
                <a:srgbClr val="000000"/>
              </a:solidFill>
              <a:latin typeface="Arial"/>
              <a:ea typeface="Arial"/>
              <a:cs typeface="Arial"/>
              <a:sym typeface="Arial"/>
            </a:endParaRPr>
          </a:p>
          <a:p>
            <a:pPr marL="457200" marR="0" lvl="0" indent="-330200" algn="l" rtl="0">
              <a:lnSpc>
                <a:spcPct val="100000"/>
              </a:lnSpc>
              <a:spcBef>
                <a:spcPts val="0"/>
              </a:spcBef>
              <a:spcAft>
                <a:spcPts val="0"/>
              </a:spcAft>
              <a:buClr>
                <a:schemeClr val="dk1"/>
              </a:buClr>
              <a:buSzPts val="1600"/>
              <a:buFont typeface="Arial"/>
              <a:buChar char="●"/>
            </a:pPr>
            <a:r>
              <a:rPr lang="en-US" sz="1800" b="0" i="0" u="none" strike="noStrike" cap="none">
                <a:solidFill>
                  <a:schemeClr val="dk1"/>
                </a:solidFill>
                <a:latin typeface="Arial"/>
                <a:ea typeface="Arial"/>
                <a:cs typeface="Arial"/>
                <a:sym typeface="Arial"/>
              </a:rPr>
              <a:t>Replace &lt;</a:t>
            </a:r>
            <a:r>
              <a:rPr lang="en-US" sz="1800" b="0" i="0" u="none" strike="noStrike" cap="none">
                <a:solidFill>
                  <a:schemeClr val="dk1"/>
                </a:solidFill>
                <a:latin typeface="Consolas"/>
                <a:ea typeface="Consolas"/>
                <a:cs typeface="Consolas"/>
                <a:sym typeface="Consolas"/>
              </a:rPr>
              <a:t>USERNAME</a:t>
            </a:r>
            <a:r>
              <a:rPr lang="en-US" sz="1800" b="0" i="0" u="none" strike="noStrike" cap="none">
                <a:solidFill>
                  <a:schemeClr val="dk1"/>
                </a:solidFill>
                <a:latin typeface="Arial"/>
                <a:ea typeface="Arial"/>
                <a:cs typeface="Arial"/>
                <a:sym typeface="Arial"/>
              </a:rPr>
              <a:t>&gt; with your mogodb username and the &lt;</a:t>
            </a:r>
            <a:r>
              <a:rPr lang="en-US" sz="1800" b="0" i="0" u="none" strike="noStrike" cap="none">
                <a:solidFill>
                  <a:schemeClr val="dk1"/>
                </a:solidFill>
                <a:latin typeface="Consolas"/>
                <a:ea typeface="Consolas"/>
                <a:cs typeface="Consolas"/>
                <a:sym typeface="Consolas"/>
              </a:rPr>
              <a:t>PASSWORD</a:t>
            </a:r>
            <a:r>
              <a:rPr lang="en-US" sz="1800" b="0" i="0" u="none" strike="noStrike" cap="none">
                <a:solidFill>
                  <a:schemeClr val="dk1"/>
                </a:solidFill>
                <a:latin typeface="Arial"/>
                <a:ea typeface="Arial"/>
                <a:cs typeface="Arial"/>
                <a:sym typeface="Arial"/>
              </a:rPr>
              <a:t>&gt; to your actual password.</a:t>
            </a:r>
            <a:endParaRPr sz="1800" b="0" i="0" u="none" strike="noStrike" cap="none">
              <a:solidFill>
                <a:schemeClr val="dk1"/>
              </a:solidFill>
              <a:latin typeface="Arial"/>
              <a:ea typeface="Arial"/>
              <a:cs typeface="Arial"/>
              <a:sym typeface="Arial"/>
            </a:endParaRPr>
          </a:p>
          <a:p>
            <a:pPr marL="457200" marR="0" lvl="0" indent="-330200" algn="l" rtl="0">
              <a:lnSpc>
                <a:spcPct val="100000"/>
              </a:lnSpc>
              <a:spcBef>
                <a:spcPts val="0"/>
              </a:spcBef>
              <a:spcAft>
                <a:spcPts val="0"/>
              </a:spcAft>
              <a:buClr>
                <a:schemeClr val="dk1"/>
              </a:buClr>
              <a:buSzPts val="1600"/>
              <a:buFont typeface="Arial"/>
              <a:buChar char="●"/>
            </a:pPr>
            <a:r>
              <a:rPr lang="en-US" sz="1800" b="0" i="0" u="none" strike="noStrike" cap="none">
                <a:solidFill>
                  <a:schemeClr val="dk1"/>
                </a:solidFill>
                <a:latin typeface="Arial"/>
                <a:ea typeface="Arial"/>
                <a:cs typeface="Arial"/>
                <a:sym typeface="Arial"/>
              </a:rPr>
              <a:t>Replace the &lt;</a:t>
            </a:r>
            <a:r>
              <a:rPr lang="en-US" sz="1800" b="0" i="0" u="none" strike="noStrike" cap="none">
                <a:solidFill>
                  <a:schemeClr val="dk1"/>
                </a:solidFill>
                <a:latin typeface="Consolas"/>
                <a:ea typeface="Consolas"/>
                <a:cs typeface="Consolas"/>
                <a:sym typeface="Consolas"/>
              </a:rPr>
              <a:t>CLUSTERADDRESS</a:t>
            </a:r>
            <a:r>
              <a:rPr lang="en-US" sz="1800" b="0" i="0" u="none" strike="noStrike" cap="none">
                <a:solidFill>
                  <a:schemeClr val="dk1"/>
                </a:solidFill>
                <a:latin typeface="Arial"/>
                <a:ea typeface="Arial"/>
                <a:cs typeface="Arial"/>
                <a:sym typeface="Arial"/>
              </a:rPr>
              <a:t>&gt; with your own from the connection string</a:t>
            </a:r>
            <a:endParaRPr sz="1600" b="0" i="0" u="none" strike="noStrike" cap="none">
              <a:solidFill>
                <a:srgbClr val="000000"/>
              </a:solidFill>
              <a:latin typeface="Arial"/>
              <a:ea typeface="Arial"/>
              <a:cs typeface="Arial"/>
              <a:sym typeface="Arial"/>
            </a:endParaRPr>
          </a:p>
          <a:p>
            <a:pPr marL="457200" marR="0" lvl="0" indent="-330200" algn="l" rtl="0">
              <a:lnSpc>
                <a:spcPct val="100000"/>
              </a:lnSpc>
              <a:spcBef>
                <a:spcPts val="0"/>
              </a:spcBef>
              <a:spcAft>
                <a:spcPts val="0"/>
              </a:spcAft>
              <a:buClr>
                <a:schemeClr val="dk1"/>
              </a:buClr>
              <a:buSzPts val="1600"/>
              <a:buFont typeface="Arial"/>
              <a:buChar char="●"/>
            </a:pPr>
            <a:r>
              <a:rPr lang="en-US" sz="1800" b="0" i="0" u="none" strike="noStrike" cap="none">
                <a:solidFill>
                  <a:schemeClr val="dk1"/>
                </a:solidFill>
                <a:latin typeface="Arial"/>
                <a:ea typeface="Arial"/>
                <a:cs typeface="Arial"/>
                <a:sym typeface="Arial"/>
              </a:rPr>
              <a:t>Replace &lt;</a:t>
            </a:r>
            <a:r>
              <a:rPr lang="en-US" sz="1800" b="0" i="0" u="none" strike="noStrike" cap="none">
                <a:solidFill>
                  <a:schemeClr val="dk1"/>
                </a:solidFill>
                <a:latin typeface="Consolas"/>
                <a:ea typeface="Consolas"/>
                <a:cs typeface="Consolas"/>
                <a:sym typeface="Consolas"/>
              </a:rPr>
              <a:t>DBNAME</a:t>
            </a:r>
            <a:r>
              <a:rPr lang="en-US" sz="1800" b="0" i="0" u="none" strike="noStrike" cap="none">
                <a:solidFill>
                  <a:schemeClr val="dk1"/>
                </a:solidFill>
                <a:latin typeface="Arial"/>
                <a:ea typeface="Arial"/>
                <a:cs typeface="Arial"/>
                <a:sym typeface="Arial"/>
              </a:rPr>
              <a:t>&gt; as </a:t>
            </a:r>
            <a:r>
              <a:rPr lang="en-US" sz="1800" b="1" i="0" u="none" strike="noStrike" cap="none">
                <a:solidFill>
                  <a:schemeClr val="dk1"/>
                </a:solidFill>
                <a:latin typeface="Consolas"/>
                <a:ea typeface="Consolas"/>
                <a:cs typeface="Consolas"/>
                <a:sym typeface="Consolas"/>
              </a:rPr>
              <a:t>week10</a:t>
            </a:r>
            <a:endParaRPr sz="1800" b="1" i="0" u="none" strike="noStrike" cap="none">
              <a:solidFill>
                <a:schemeClr val="dk1"/>
              </a:solidFill>
              <a:latin typeface="Consolas"/>
              <a:ea typeface="Consolas"/>
              <a:cs typeface="Consolas"/>
              <a:sym typeface="Consolas"/>
            </a:endParaRPr>
          </a:p>
          <a:p>
            <a:pPr marL="457200" marR="0" lvl="0" indent="0" algn="l" rtl="0">
              <a:lnSpc>
                <a:spcPct val="100000"/>
              </a:lnSpc>
              <a:spcBef>
                <a:spcPts val="0"/>
              </a:spcBef>
              <a:spcAft>
                <a:spcPts val="0"/>
              </a:spcAft>
              <a:buClr>
                <a:srgbClr val="000000"/>
              </a:buClr>
              <a:buSzPts val="1600"/>
              <a:buFont typeface="Arial"/>
              <a:buNone/>
            </a:pPr>
            <a:endParaRPr sz="1800" b="0" i="0" u="none" strike="noStrike" cap="none">
              <a:solidFill>
                <a:schemeClr val="dk1"/>
              </a:solidFill>
              <a:latin typeface="Arial"/>
              <a:ea typeface="Arial"/>
              <a:cs typeface="Arial"/>
              <a:sym typeface="Arial"/>
            </a:endParaRPr>
          </a:p>
        </p:txBody>
      </p:sp>
      <p:sp>
        <p:nvSpPr>
          <p:cNvPr id="158" name="Google Shape;158;p5"/>
          <p:cNvSpPr txBox="1"/>
          <p:nvPr/>
        </p:nvSpPr>
        <p:spPr>
          <a:xfrm>
            <a:off x="349791" y="1834644"/>
            <a:ext cx="11554034" cy="851406"/>
          </a:xfrm>
          <a:prstGeom prst="rect">
            <a:avLst/>
          </a:prstGeom>
          <a:noFill/>
          <a:ln w="9525" cap="flat" cmpd="sng">
            <a:solidFill>
              <a:schemeClr val="accent1"/>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chemeClr val="dk1"/>
                </a:solidFill>
                <a:latin typeface="Consolas"/>
                <a:ea typeface="Consolas"/>
                <a:cs typeface="Consolas"/>
                <a:sym typeface="Consolas"/>
              </a:rPr>
              <a:t>DB=mongodb+srv://&lt;USERNAME&gt;:&lt;PASSWORD&gt;@&lt;CLUSTERADDRESS&gt;/&lt;DBNAME&gt;?retryWrites=true&amp;w=majority</a:t>
            </a:r>
            <a:endParaRPr sz="2800" b="0" i="0" u="none" strike="noStrike" cap="none">
              <a:solidFill>
                <a:srgbClr val="FF0000"/>
              </a:solidFill>
              <a:latin typeface="Arial"/>
              <a:ea typeface="Arial"/>
              <a:cs typeface="Arial"/>
              <a:sym typeface="Arial"/>
            </a:endParaRPr>
          </a:p>
        </p:txBody>
      </p:sp>
      <p:sp>
        <p:nvSpPr>
          <p:cNvPr id="159" name="Google Shape;159;p5"/>
          <p:cNvSpPr txBox="1"/>
          <p:nvPr/>
        </p:nvSpPr>
        <p:spPr>
          <a:xfrm>
            <a:off x="349791" y="4333464"/>
            <a:ext cx="11507479" cy="856374"/>
          </a:xfrm>
          <a:prstGeom prst="rect">
            <a:avLst/>
          </a:prstGeom>
          <a:solidFill>
            <a:srgbClr val="D5DBE5"/>
          </a:solidFill>
          <a:ln w="9525" cap="flat" cmpd="sng">
            <a:solidFill>
              <a:schemeClr val="accent1"/>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100"/>
              <a:buFont typeface="Arial"/>
              <a:buNone/>
            </a:pPr>
            <a:r>
              <a:rPr lang="en-US" sz="1600" b="0" i="0" u="none" strike="noStrike" cap="none">
                <a:solidFill>
                  <a:schemeClr val="dk1"/>
                </a:solidFill>
                <a:latin typeface="Consolas"/>
                <a:ea typeface="Consolas"/>
                <a:cs typeface="Consolas"/>
                <a:sym typeface="Consolas"/>
              </a:rPr>
              <a:t>Example</a:t>
            </a:r>
            <a:endParaRPr sz="1600" b="0" i="0" u="none" strike="noStrike" cap="none">
              <a:solidFill>
                <a:schemeClr val="dk1"/>
              </a:solidFill>
              <a:latin typeface="Consolas"/>
              <a:ea typeface="Consolas"/>
              <a:cs typeface="Consolas"/>
              <a:sym typeface="Consolas"/>
            </a:endParaRPr>
          </a:p>
          <a:p>
            <a:pPr marL="0" marR="0" lvl="0" indent="0" algn="l" rtl="0">
              <a:lnSpc>
                <a:spcPct val="100000"/>
              </a:lnSpc>
              <a:spcBef>
                <a:spcPts val="0"/>
              </a:spcBef>
              <a:spcAft>
                <a:spcPts val="0"/>
              </a:spcAft>
              <a:buClr>
                <a:schemeClr val="dk1"/>
              </a:buClr>
              <a:buSzPts val="1100"/>
              <a:buFont typeface="Arial"/>
              <a:buNone/>
            </a:pPr>
            <a:r>
              <a:rPr lang="en-US" sz="1600" b="0" i="0" u="none" strike="noStrike" cap="none">
                <a:solidFill>
                  <a:schemeClr val="dk1"/>
                </a:solidFill>
                <a:latin typeface="Consolas"/>
                <a:ea typeface="Consolas"/>
                <a:cs typeface="Consolas"/>
                <a:sym typeface="Consolas"/>
              </a:rPr>
              <a:t>DB=mongodb+srv://</a:t>
            </a:r>
            <a:r>
              <a:rPr lang="en-US" sz="1600" b="0" i="0" u="none" strike="noStrike" cap="none">
                <a:solidFill>
                  <a:srgbClr val="FF0000"/>
                </a:solidFill>
                <a:latin typeface="Consolas"/>
                <a:ea typeface="Consolas"/>
                <a:cs typeface="Consolas"/>
                <a:sym typeface="Consolas"/>
              </a:rPr>
              <a:t>johntan:12345</a:t>
            </a:r>
            <a:r>
              <a:rPr lang="en-US" sz="1600" b="0" i="0" u="none" strike="noStrike" cap="none">
                <a:solidFill>
                  <a:schemeClr val="dk1"/>
                </a:solidFill>
                <a:latin typeface="Consolas"/>
                <a:ea typeface="Consolas"/>
                <a:cs typeface="Consolas"/>
                <a:sym typeface="Consolas"/>
              </a:rPr>
              <a:t>@</a:t>
            </a:r>
            <a:r>
              <a:rPr lang="en-US" sz="1600" b="0" i="0" u="none" strike="noStrike" cap="none">
                <a:solidFill>
                  <a:srgbClr val="FF0000"/>
                </a:solidFill>
                <a:latin typeface="Consolas"/>
                <a:ea typeface="Consolas"/>
                <a:cs typeface="Consolas"/>
                <a:sym typeface="Consolas"/>
              </a:rPr>
              <a:t>waddev.rlo3gjq.mongodb.net</a:t>
            </a:r>
            <a:r>
              <a:rPr lang="en-US" sz="1600" b="0" i="0" u="none" strike="noStrike" cap="none">
                <a:solidFill>
                  <a:schemeClr val="dk1"/>
                </a:solidFill>
                <a:latin typeface="Consolas"/>
                <a:ea typeface="Consolas"/>
                <a:cs typeface="Consolas"/>
                <a:sym typeface="Consolas"/>
              </a:rPr>
              <a:t>/</a:t>
            </a:r>
            <a:r>
              <a:rPr lang="en-US" sz="1600" b="0" i="0" u="none" strike="noStrike" cap="none">
                <a:solidFill>
                  <a:srgbClr val="FF0000"/>
                </a:solidFill>
                <a:latin typeface="Consolas"/>
                <a:ea typeface="Consolas"/>
                <a:cs typeface="Consolas"/>
                <a:sym typeface="Consolas"/>
              </a:rPr>
              <a:t>week10</a:t>
            </a:r>
            <a:r>
              <a:rPr lang="en-US" sz="1600" b="0" i="0" u="none" strike="noStrike" cap="none">
                <a:solidFill>
                  <a:schemeClr val="dk1"/>
                </a:solidFill>
                <a:latin typeface="Consolas"/>
                <a:ea typeface="Consolas"/>
                <a:cs typeface="Consolas"/>
                <a:sym typeface="Consolas"/>
              </a:rPr>
              <a:t>?retryWrites=true&amp;w=majority</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100"/>
              <a:buFont typeface="Arial"/>
              <a:buNone/>
            </a:pPr>
            <a:endParaRPr sz="1600" b="0" i="0" u="none" strike="noStrike" cap="none">
              <a:solidFill>
                <a:schemeClr val="dk1"/>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chemeClr val="dk1"/>
              </a:solidFill>
              <a:latin typeface="Arial"/>
              <a:ea typeface="Arial"/>
              <a:cs typeface="Arial"/>
              <a:sym typeface="Arial"/>
            </a:endParaRPr>
          </a:p>
        </p:txBody>
      </p:sp>
      <p:sp>
        <p:nvSpPr>
          <p:cNvPr id="160" name="Google Shape;160;p5"/>
          <p:cNvSpPr txBox="1"/>
          <p:nvPr/>
        </p:nvSpPr>
        <p:spPr>
          <a:xfrm>
            <a:off x="247451" y="1415534"/>
            <a:ext cx="6486461" cy="36929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000000"/>
                </a:solidFill>
                <a:latin typeface="Arial"/>
                <a:ea typeface="Arial"/>
                <a:cs typeface="Arial"/>
                <a:sym typeface="Arial"/>
              </a:rPr>
              <a:t>Copy these line into </a:t>
            </a:r>
            <a:r>
              <a:rPr lang="en-US" sz="1800" b="1" i="0" u="none" strike="noStrike" cap="none">
                <a:solidFill>
                  <a:schemeClr val="dk1"/>
                </a:solidFill>
                <a:latin typeface="Consolas"/>
                <a:ea typeface="Consolas"/>
                <a:cs typeface="Consolas"/>
                <a:sym typeface="Consolas"/>
              </a:rPr>
              <a:t>config</a:t>
            </a:r>
            <a:r>
              <a:rPr lang="en-US" sz="1800" b="1" i="0" u="none" strike="noStrike" cap="none">
                <a:solidFill>
                  <a:srgbClr val="000000"/>
                </a:solidFill>
                <a:latin typeface="Arial"/>
                <a:ea typeface="Arial"/>
                <a:cs typeface="Arial"/>
                <a:sym typeface="Arial"/>
              </a:rPr>
              <a:t>.</a:t>
            </a:r>
            <a:r>
              <a:rPr lang="en-US" sz="1800" b="1" i="0" u="none" strike="noStrike" cap="none">
                <a:solidFill>
                  <a:schemeClr val="dk1"/>
                </a:solidFill>
                <a:latin typeface="Consolas"/>
                <a:ea typeface="Consolas"/>
                <a:cs typeface="Consolas"/>
                <a:sym typeface="Consolas"/>
              </a:rPr>
              <a:t>env</a:t>
            </a:r>
            <a:endParaRPr sz="1800" b="1" i="0" u="none" strike="noStrike" cap="none">
              <a:solidFill>
                <a:schemeClr val="dk1"/>
              </a:solidFill>
              <a:latin typeface="Consolas"/>
              <a:ea typeface="Consolas"/>
              <a:cs typeface="Consolas"/>
              <a:sym typeface="Consola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18"/>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Clr>
                <a:srgbClr val="000000"/>
              </a:buClr>
              <a:buSzPts val="2400"/>
              <a:buFont typeface="Arial"/>
              <a:buNone/>
            </a:pPr>
            <a:r>
              <a:rPr lang="en-US" sz="2400" b="1" i="0" u="none" strike="noStrike" cap="none">
                <a:solidFill>
                  <a:srgbClr val="11175E"/>
                </a:solidFill>
                <a:latin typeface="Arial"/>
                <a:ea typeface="Arial"/>
                <a:cs typeface="Arial"/>
                <a:sym typeface="Arial"/>
              </a:rPr>
              <a:t>Example 1: Database connection string</a:t>
            </a:r>
            <a:endParaRPr sz="2400" b="1" i="0" u="none" strike="noStrike" cap="none">
              <a:solidFill>
                <a:srgbClr val="11175E"/>
              </a:solidFill>
              <a:latin typeface="Arial"/>
              <a:ea typeface="Arial"/>
              <a:cs typeface="Arial"/>
              <a:sym typeface="Arial"/>
            </a:endParaRPr>
          </a:p>
        </p:txBody>
      </p:sp>
      <p:sp>
        <p:nvSpPr>
          <p:cNvPr id="166" name="Google Shape;166;p18"/>
          <p:cNvSpPr txBox="1"/>
          <p:nvPr/>
        </p:nvSpPr>
        <p:spPr>
          <a:xfrm>
            <a:off x="231725" y="1510792"/>
            <a:ext cx="11672100" cy="4398087"/>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en-US" sz="1800" b="1" i="0" u="none" strike="noStrike" cap="none">
                <a:solidFill>
                  <a:schemeClr val="dk1"/>
                </a:solidFill>
                <a:latin typeface="Arial"/>
                <a:ea typeface="Arial"/>
                <a:cs typeface="Arial"/>
                <a:sym typeface="Arial"/>
              </a:rPr>
              <a:t>What are the parameters after database name?</a:t>
            </a:r>
            <a:endParaRPr/>
          </a:p>
          <a:p>
            <a:pPr marL="0" marR="0" lvl="0" indent="0" algn="l" rtl="0">
              <a:lnSpc>
                <a:spcPct val="115000"/>
              </a:lnSpc>
              <a:spcBef>
                <a:spcPts val="0"/>
              </a:spcBef>
              <a:spcAft>
                <a:spcPts val="0"/>
              </a:spcAft>
              <a:buNone/>
            </a:pPr>
            <a:endParaRPr sz="1600" b="0" i="0" u="none" strike="noStrike" cap="none">
              <a:solidFill>
                <a:srgbClr val="000000"/>
              </a:solidFill>
              <a:latin typeface="Arial"/>
              <a:ea typeface="Arial"/>
              <a:cs typeface="Arial"/>
              <a:sym typeface="Arial"/>
            </a:endParaRPr>
          </a:p>
          <a:p>
            <a:pPr marL="285750" marR="0" lvl="0" indent="-285750" algn="l" rtl="0">
              <a:lnSpc>
                <a:spcPct val="115000"/>
              </a:lnSpc>
              <a:spcBef>
                <a:spcPts val="0"/>
              </a:spcBef>
              <a:spcAft>
                <a:spcPts val="0"/>
              </a:spcAft>
              <a:buClr>
                <a:srgbClr val="000000"/>
              </a:buClr>
              <a:buSzPts val="2300"/>
              <a:buFont typeface="Arial"/>
              <a:buChar char="•"/>
            </a:pPr>
            <a:r>
              <a:rPr lang="en-US" sz="1800" b="1" i="0" u="none" strike="noStrike" cap="none">
                <a:solidFill>
                  <a:schemeClr val="dk1"/>
                </a:solidFill>
                <a:latin typeface="Consolas"/>
                <a:ea typeface="Consolas"/>
                <a:cs typeface="Consolas"/>
                <a:sym typeface="Consolas"/>
              </a:rPr>
              <a:t>retryWrites=true</a:t>
            </a:r>
            <a:br>
              <a:rPr lang="en-US" sz="1600" b="0" i="0" u="none" strike="noStrike" cap="none">
                <a:solidFill>
                  <a:schemeClr val="dk1"/>
                </a:solidFill>
                <a:latin typeface="Arial"/>
                <a:ea typeface="Arial"/>
                <a:cs typeface="Arial"/>
                <a:sym typeface="Arial"/>
              </a:rPr>
            </a:br>
            <a:r>
              <a:rPr lang="en-US" sz="1600" b="1" i="0" u="none" strike="noStrike" cap="none">
                <a:solidFill>
                  <a:schemeClr val="dk1"/>
                </a:solidFill>
                <a:latin typeface="Arial"/>
                <a:ea typeface="Arial"/>
                <a:cs typeface="Arial"/>
                <a:sym typeface="Arial"/>
              </a:rPr>
              <a:t>Purpose</a:t>
            </a:r>
            <a:r>
              <a:rPr lang="en-US" sz="1600" b="0" i="0" u="none" strike="noStrike" cap="none">
                <a:solidFill>
                  <a:schemeClr val="dk1"/>
                </a:solidFill>
                <a:latin typeface="Arial"/>
                <a:ea typeface="Arial"/>
                <a:cs typeface="Arial"/>
                <a:sym typeface="Arial"/>
              </a:rPr>
              <a:t>: Enables </a:t>
            </a:r>
            <a:r>
              <a:rPr lang="en-US" sz="1600" b="1" i="0" u="none" strike="noStrike" cap="none">
                <a:solidFill>
                  <a:schemeClr val="dk1"/>
                </a:solidFill>
                <a:latin typeface="Arial"/>
                <a:ea typeface="Arial"/>
                <a:cs typeface="Arial"/>
                <a:sym typeface="Arial"/>
              </a:rPr>
              <a:t>retryable writes</a:t>
            </a:r>
            <a:r>
              <a:rPr lang="en-US" sz="1600" b="0" i="0" u="none" strike="noStrike" cap="none">
                <a:solidFill>
                  <a:schemeClr val="dk1"/>
                </a:solidFill>
                <a:latin typeface="Arial"/>
                <a:ea typeface="Arial"/>
                <a:cs typeface="Arial"/>
                <a:sym typeface="Arial"/>
              </a:rPr>
              <a:t>.</a:t>
            </a:r>
            <a:br>
              <a:rPr lang="en-US" sz="1600" b="0" i="0" u="none" strike="noStrike" cap="none">
                <a:solidFill>
                  <a:schemeClr val="dk1"/>
                </a:solidFill>
                <a:latin typeface="Arial"/>
                <a:ea typeface="Arial"/>
                <a:cs typeface="Arial"/>
                <a:sym typeface="Arial"/>
              </a:rPr>
            </a:br>
            <a:r>
              <a:rPr lang="en-US" sz="1600" b="1" i="0" u="none" strike="noStrike" cap="none">
                <a:solidFill>
                  <a:schemeClr val="dk1"/>
                </a:solidFill>
                <a:latin typeface="Arial"/>
                <a:ea typeface="Arial"/>
                <a:cs typeface="Arial"/>
                <a:sym typeface="Arial"/>
              </a:rPr>
              <a:t>What it does</a:t>
            </a:r>
            <a:r>
              <a:rPr lang="en-US" sz="1600" b="0" i="0" u="none" strike="noStrike" cap="none">
                <a:solidFill>
                  <a:schemeClr val="dk1"/>
                </a:solidFill>
                <a:latin typeface="Arial"/>
                <a:ea typeface="Arial"/>
                <a:cs typeface="Arial"/>
                <a:sym typeface="Arial"/>
              </a:rPr>
              <a:t>: If a network error or transient issue occurs during a write operation (like </a:t>
            </a:r>
            <a:r>
              <a:rPr lang="en-US" sz="1600" b="1" i="0" u="none" strike="noStrike" cap="none">
                <a:solidFill>
                  <a:schemeClr val="dk1"/>
                </a:solidFill>
                <a:latin typeface="Consolas"/>
                <a:ea typeface="Consolas"/>
                <a:cs typeface="Consolas"/>
                <a:sym typeface="Consolas"/>
              </a:rPr>
              <a:t>insert</a:t>
            </a:r>
            <a:r>
              <a:rPr lang="en-US" sz="1600" b="0" i="0" u="none" strike="noStrike" cap="none">
                <a:solidFill>
                  <a:schemeClr val="dk1"/>
                </a:solidFill>
                <a:latin typeface="Arial"/>
                <a:ea typeface="Arial"/>
                <a:cs typeface="Arial"/>
                <a:sym typeface="Arial"/>
              </a:rPr>
              <a:t>, </a:t>
            </a:r>
            <a:r>
              <a:rPr lang="en-US" sz="1600" b="1" i="0" u="none" strike="noStrike" cap="none">
                <a:solidFill>
                  <a:schemeClr val="dk1"/>
                </a:solidFill>
                <a:latin typeface="Consolas"/>
                <a:ea typeface="Consolas"/>
                <a:cs typeface="Consolas"/>
                <a:sym typeface="Consolas"/>
              </a:rPr>
              <a:t>update</a:t>
            </a:r>
            <a:r>
              <a:rPr lang="en-US" sz="1600" b="0" i="0" u="none" strike="noStrike" cap="none">
                <a:solidFill>
                  <a:schemeClr val="dk1"/>
                </a:solidFill>
                <a:latin typeface="Arial"/>
                <a:ea typeface="Arial"/>
                <a:cs typeface="Arial"/>
                <a:sym typeface="Arial"/>
              </a:rPr>
              <a:t>, or </a:t>
            </a:r>
            <a:r>
              <a:rPr lang="en-US" sz="1600" b="1" i="0" u="none" strike="noStrike" cap="none">
                <a:solidFill>
                  <a:schemeClr val="dk1"/>
                </a:solidFill>
                <a:latin typeface="Consolas"/>
                <a:ea typeface="Consolas"/>
                <a:cs typeface="Consolas"/>
                <a:sym typeface="Consolas"/>
              </a:rPr>
              <a:t>delete</a:t>
            </a:r>
            <a:r>
              <a:rPr lang="en-US" sz="1600" b="0" i="0" u="none" strike="noStrike" cap="none">
                <a:solidFill>
                  <a:schemeClr val="dk1"/>
                </a:solidFill>
                <a:latin typeface="Arial"/>
                <a:ea typeface="Arial"/>
                <a:cs typeface="Arial"/>
                <a:sym typeface="Arial"/>
              </a:rPr>
              <a:t>), MongoDB will </a:t>
            </a:r>
            <a:r>
              <a:rPr lang="en-US" sz="1600" b="1" i="0" u="none" strike="noStrike" cap="none">
                <a:solidFill>
                  <a:schemeClr val="dk1"/>
                </a:solidFill>
                <a:latin typeface="Arial"/>
                <a:ea typeface="Arial"/>
                <a:cs typeface="Arial"/>
                <a:sym typeface="Arial"/>
              </a:rPr>
              <a:t>automatically retry </a:t>
            </a:r>
            <a:r>
              <a:rPr lang="en-US" sz="1600" b="0" i="0" u="none" strike="noStrike" cap="none">
                <a:solidFill>
                  <a:schemeClr val="dk1"/>
                </a:solidFill>
                <a:latin typeface="Arial"/>
                <a:ea typeface="Arial"/>
                <a:cs typeface="Arial"/>
                <a:sym typeface="Arial"/>
              </a:rPr>
              <a:t>the operation once.</a:t>
            </a:r>
            <a:br>
              <a:rPr lang="en-US" sz="1600" b="0" i="0" u="none" strike="noStrike" cap="none">
                <a:solidFill>
                  <a:schemeClr val="dk1"/>
                </a:solidFill>
                <a:latin typeface="Arial"/>
                <a:ea typeface="Arial"/>
                <a:cs typeface="Arial"/>
                <a:sym typeface="Arial"/>
              </a:rPr>
            </a:br>
            <a:r>
              <a:rPr lang="en-US" sz="1600" b="1" i="0" u="none" strike="noStrike" cap="none">
                <a:solidFill>
                  <a:schemeClr val="dk1"/>
                </a:solidFill>
                <a:latin typeface="Arial"/>
                <a:ea typeface="Arial"/>
                <a:cs typeface="Arial"/>
                <a:sym typeface="Arial"/>
              </a:rPr>
              <a:t>Default: </a:t>
            </a:r>
            <a:r>
              <a:rPr lang="en-US" sz="1600" b="1" i="0" u="none" strike="noStrike" cap="none">
                <a:solidFill>
                  <a:schemeClr val="dk1"/>
                </a:solidFill>
                <a:latin typeface="Consolas"/>
                <a:ea typeface="Consolas"/>
                <a:cs typeface="Consolas"/>
                <a:sym typeface="Consolas"/>
              </a:rPr>
              <a:t>true</a:t>
            </a:r>
            <a:r>
              <a:rPr lang="en-US" sz="1600" b="0" i="0" u="none" strike="noStrike" cap="none">
                <a:solidFill>
                  <a:schemeClr val="dk1"/>
                </a:solidFill>
                <a:latin typeface="Arial"/>
                <a:ea typeface="Arial"/>
                <a:cs typeface="Arial"/>
                <a:sym typeface="Arial"/>
              </a:rPr>
              <a:t> is usually safe and recommended for most applications.</a:t>
            </a:r>
            <a:endParaRPr sz="1600" b="0" i="0" u="none" strike="noStrike" cap="none">
              <a:solidFill>
                <a:srgbClr val="000000"/>
              </a:solidFill>
              <a:latin typeface="Arial"/>
              <a:ea typeface="Arial"/>
              <a:cs typeface="Arial"/>
              <a:sym typeface="Arial"/>
            </a:endParaRPr>
          </a:p>
          <a:p>
            <a:pPr marL="285750" marR="0" lvl="0" indent="-285750" algn="l" rtl="0">
              <a:lnSpc>
                <a:spcPct val="115000"/>
              </a:lnSpc>
              <a:spcBef>
                <a:spcPts val="2400"/>
              </a:spcBef>
              <a:spcAft>
                <a:spcPts val="0"/>
              </a:spcAft>
              <a:buClr>
                <a:srgbClr val="000000"/>
              </a:buClr>
              <a:buSzPts val="2300"/>
              <a:buFont typeface="Arial"/>
              <a:buChar char="•"/>
            </a:pPr>
            <a:r>
              <a:rPr lang="en-US" sz="1800" b="1" i="0" u="none" strike="noStrike" cap="none">
                <a:solidFill>
                  <a:schemeClr val="dk1"/>
                </a:solidFill>
                <a:latin typeface="Consolas"/>
                <a:ea typeface="Consolas"/>
                <a:cs typeface="Consolas"/>
                <a:sym typeface="Consolas"/>
              </a:rPr>
              <a:t>w=majority</a:t>
            </a:r>
            <a:br>
              <a:rPr lang="en-US" sz="1600" b="0" i="0" u="none" strike="noStrike" cap="none">
                <a:solidFill>
                  <a:srgbClr val="C00000"/>
                </a:solidFill>
                <a:latin typeface="Arial"/>
                <a:ea typeface="Arial"/>
                <a:cs typeface="Arial"/>
                <a:sym typeface="Arial"/>
              </a:rPr>
            </a:br>
            <a:r>
              <a:rPr lang="en-US" sz="1600" b="1" i="0" u="none" strike="noStrike" cap="none">
                <a:solidFill>
                  <a:schemeClr val="dk1"/>
                </a:solidFill>
                <a:latin typeface="Arial"/>
                <a:ea typeface="Arial"/>
                <a:cs typeface="Arial"/>
                <a:sym typeface="Arial"/>
              </a:rPr>
              <a:t>Purpose: </a:t>
            </a:r>
            <a:r>
              <a:rPr lang="en-US" sz="1600" b="0" i="0" u="none" strike="noStrike" cap="none">
                <a:solidFill>
                  <a:schemeClr val="dk1"/>
                </a:solidFill>
                <a:latin typeface="Arial"/>
                <a:ea typeface="Arial"/>
                <a:cs typeface="Arial"/>
                <a:sym typeface="Arial"/>
              </a:rPr>
              <a:t>Sets the </a:t>
            </a:r>
            <a:r>
              <a:rPr lang="en-US" sz="1600" b="1" i="0" u="none" strike="noStrike" cap="none">
                <a:solidFill>
                  <a:schemeClr val="dk1"/>
                </a:solidFill>
                <a:latin typeface="Arial"/>
                <a:ea typeface="Arial"/>
                <a:cs typeface="Arial"/>
                <a:sym typeface="Arial"/>
              </a:rPr>
              <a:t>write concern level</a:t>
            </a:r>
            <a:r>
              <a:rPr lang="en-US" sz="1600" b="0" i="0" u="none" strike="noStrike" cap="none">
                <a:solidFill>
                  <a:schemeClr val="dk1"/>
                </a:solidFill>
                <a:latin typeface="Arial"/>
                <a:ea typeface="Arial"/>
                <a:cs typeface="Arial"/>
                <a:sym typeface="Arial"/>
              </a:rPr>
              <a:t>.</a:t>
            </a:r>
            <a:br>
              <a:rPr lang="en-US" sz="1600" b="0" i="0" u="none" strike="noStrike" cap="none">
                <a:solidFill>
                  <a:schemeClr val="dk1"/>
                </a:solidFill>
                <a:latin typeface="Arial"/>
                <a:ea typeface="Arial"/>
                <a:cs typeface="Arial"/>
                <a:sym typeface="Arial"/>
              </a:rPr>
            </a:br>
            <a:r>
              <a:rPr lang="en-US" sz="1600" b="1" i="0" u="none" strike="noStrike" cap="none">
                <a:solidFill>
                  <a:schemeClr val="dk1"/>
                </a:solidFill>
                <a:latin typeface="Arial"/>
                <a:ea typeface="Arial"/>
                <a:cs typeface="Arial"/>
                <a:sym typeface="Arial"/>
              </a:rPr>
              <a:t>What it means</a:t>
            </a:r>
            <a:r>
              <a:rPr lang="en-US" sz="1600" b="0" i="0" u="none" strike="noStrike" cap="none">
                <a:solidFill>
                  <a:schemeClr val="dk1"/>
                </a:solidFill>
                <a:latin typeface="Arial"/>
                <a:ea typeface="Arial"/>
                <a:cs typeface="Arial"/>
                <a:sym typeface="Arial"/>
              </a:rPr>
              <a:t>: The write must be </a:t>
            </a:r>
            <a:r>
              <a:rPr lang="en-US" sz="1600" b="1" i="0" u="none" strike="noStrike" cap="none">
                <a:solidFill>
                  <a:schemeClr val="dk1"/>
                </a:solidFill>
                <a:latin typeface="Arial"/>
                <a:ea typeface="Arial"/>
                <a:cs typeface="Arial"/>
                <a:sym typeface="Arial"/>
              </a:rPr>
              <a:t>acknowledged by the majority of replica set members</a:t>
            </a:r>
            <a:r>
              <a:rPr lang="en-US" sz="1600" b="0" i="0" u="none" strike="noStrike" cap="none">
                <a:solidFill>
                  <a:schemeClr val="dk1"/>
                </a:solidFill>
                <a:latin typeface="Arial"/>
                <a:ea typeface="Arial"/>
                <a:cs typeface="Arial"/>
                <a:sym typeface="Arial"/>
              </a:rPr>
              <a:t> before it's considered successful.</a:t>
            </a:r>
            <a:br>
              <a:rPr lang="en-US" sz="1600" b="0" i="0" u="none" strike="noStrike" cap="none">
                <a:solidFill>
                  <a:schemeClr val="dk1"/>
                </a:solidFill>
                <a:latin typeface="Arial"/>
                <a:ea typeface="Arial"/>
                <a:cs typeface="Arial"/>
                <a:sym typeface="Arial"/>
              </a:rPr>
            </a:br>
            <a:r>
              <a:rPr lang="en-US" sz="1600" b="1" i="0" u="none" strike="noStrike" cap="none">
                <a:solidFill>
                  <a:schemeClr val="dk1"/>
                </a:solidFill>
                <a:latin typeface="Arial"/>
                <a:ea typeface="Arial"/>
                <a:cs typeface="Arial"/>
                <a:sym typeface="Arial"/>
              </a:rPr>
              <a:t>Why it's used</a:t>
            </a:r>
            <a:r>
              <a:rPr lang="en-US" sz="1600" b="0" i="0" u="none" strike="noStrike" cap="none">
                <a:solidFill>
                  <a:schemeClr val="dk1"/>
                </a:solidFill>
                <a:latin typeface="Arial"/>
                <a:ea typeface="Arial"/>
                <a:cs typeface="Arial"/>
                <a:sym typeface="Arial"/>
              </a:rPr>
              <a:t>: Ensures strong data consistency and durability.</a:t>
            </a:r>
            <a:br>
              <a:rPr lang="en-US" sz="1600" b="0" i="0" u="none" strike="noStrike" cap="none">
                <a:solidFill>
                  <a:schemeClr val="dk1"/>
                </a:solidFill>
                <a:latin typeface="Arial"/>
                <a:ea typeface="Arial"/>
                <a:cs typeface="Arial"/>
                <a:sym typeface="Arial"/>
              </a:rPr>
            </a:br>
            <a:r>
              <a:rPr lang="en-US" sz="1600" b="1" i="0" u="none" strike="noStrike" cap="none">
                <a:solidFill>
                  <a:schemeClr val="dk1"/>
                </a:solidFill>
                <a:latin typeface="Arial"/>
                <a:ea typeface="Arial"/>
                <a:cs typeface="Arial"/>
                <a:sym typeface="Arial"/>
              </a:rPr>
              <a:t>Example</a:t>
            </a:r>
            <a:r>
              <a:rPr lang="en-US" sz="1600" b="0" i="0" u="none" strike="noStrike" cap="none">
                <a:solidFill>
                  <a:schemeClr val="dk1"/>
                </a:solidFill>
                <a:latin typeface="Arial"/>
                <a:ea typeface="Arial"/>
                <a:cs typeface="Arial"/>
                <a:sym typeface="Arial"/>
              </a:rPr>
              <a:t>: If your replica set has 3 members, at least 2 must confirm the write.</a:t>
            </a:r>
            <a:endParaRPr sz="16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g36e7437085d_0_209"/>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Clr>
                <a:srgbClr val="000000"/>
              </a:buClr>
              <a:buSzPts val="2400"/>
              <a:buFont typeface="Arial"/>
              <a:buNone/>
            </a:pPr>
            <a:r>
              <a:rPr lang="en-US" sz="2400" b="1" i="0" u="none" strike="noStrike" cap="none" dirty="0">
                <a:solidFill>
                  <a:srgbClr val="11175E"/>
                </a:solidFill>
                <a:highlight>
                  <a:srgbClr val="FFFF00"/>
                </a:highlight>
                <a:latin typeface="Arial"/>
                <a:ea typeface="Arial"/>
                <a:cs typeface="Arial"/>
                <a:sym typeface="Arial"/>
              </a:rPr>
              <a:t>ENV</a:t>
            </a:r>
            <a:endParaRPr sz="2400" b="1" i="0" u="none" strike="noStrike" cap="none" dirty="0">
              <a:solidFill>
                <a:srgbClr val="11175E"/>
              </a:solidFill>
              <a:highlight>
                <a:srgbClr val="FFFF00"/>
              </a:highlight>
              <a:latin typeface="Arial"/>
              <a:ea typeface="Arial"/>
              <a:cs typeface="Arial"/>
              <a:sym typeface="Arial"/>
            </a:endParaRPr>
          </a:p>
        </p:txBody>
      </p:sp>
      <p:sp>
        <p:nvSpPr>
          <p:cNvPr id="172" name="Google Shape;172;g36e7437085d_0_209"/>
          <p:cNvSpPr txBox="1"/>
          <p:nvPr/>
        </p:nvSpPr>
        <p:spPr>
          <a:xfrm>
            <a:off x="250163" y="1368428"/>
            <a:ext cx="11672100" cy="51462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1200"/>
              </a:spcBef>
              <a:spcAft>
                <a:spcPts val="0"/>
              </a:spcAft>
              <a:buClr>
                <a:srgbClr val="000000"/>
              </a:buClr>
              <a:buSzPts val="2800"/>
              <a:buFont typeface="Arial"/>
              <a:buNone/>
            </a:pPr>
            <a:r>
              <a:rPr lang="en-US" sz="1600" b="1" i="0" u="none" strike="noStrike" cap="none" dirty="0">
                <a:solidFill>
                  <a:schemeClr val="dk1"/>
                </a:solidFill>
                <a:latin typeface="Arial"/>
                <a:ea typeface="Arial"/>
                <a:cs typeface="Arial"/>
                <a:sym typeface="Arial"/>
              </a:rPr>
              <a:t>ENV</a:t>
            </a:r>
            <a:r>
              <a:rPr lang="en-US" sz="1600" b="0" i="0" u="none" strike="noStrike" cap="none" dirty="0">
                <a:solidFill>
                  <a:schemeClr val="dk1"/>
                </a:solidFill>
                <a:latin typeface="Arial"/>
                <a:ea typeface="Arial"/>
                <a:cs typeface="Arial"/>
                <a:sym typeface="Arial"/>
              </a:rPr>
              <a:t> refers to </a:t>
            </a:r>
            <a:r>
              <a:rPr lang="en-US" sz="1600" b="1" i="0" u="none" strike="noStrike" cap="none" dirty="0">
                <a:solidFill>
                  <a:schemeClr val="dk1"/>
                </a:solidFill>
                <a:latin typeface="Arial"/>
                <a:ea typeface="Arial"/>
                <a:cs typeface="Arial"/>
                <a:sym typeface="Arial"/>
              </a:rPr>
              <a:t>environment variables</a:t>
            </a:r>
            <a:r>
              <a:rPr lang="en-US" sz="1600" b="0" i="0" u="none" strike="noStrike" cap="none" dirty="0">
                <a:solidFill>
                  <a:schemeClr val="dk1"/>
                </a:solidFill>
                <a:latin typeface="Arial"/>
                <a:ea typeface="Arial"/>
                <a:cs typeface="Arial"/>
                <a:sym typeface="Arial"/>
              </a:rPr>
              <a:t>. These are dynamic named values that can affect the behavior of running processes and programs. They are typically set outside of the application's code and are </a:t>
            </a:r>
            <a:r>
              <a:rPr lang="en-US" sz="1600" b="0" i="0" u="none" strike="noStrike" cap="none" dirty="0">
                <a:solidFill>
                  <a:schemeClr val="dk1"/>
                </a:solidFill>
                <a:highlight>
                  <a:srgbClr val="FFFF00"/>
                </a:highlight>
                <a:latin typeface="Arial"/>
                <a:ea typeface="Arial"/>
                <a:cs typeface="Arial"/>
                <a:sym typeface="Arial"/>
              </a:rPr>
              <a:t>used to store configuration settings, sensitive information</a:t>
            </a:r>
            <a:r>
              <a:rPr lang="en-US" sz="1600" b="0" i="0" u="none" strike="noStrike" cap="none" dirty="0">
                <a:solidFill>
                  <a:schemeClr val="dk1"/>
                </a:solidFill>
                <a:latin typeface="Arial"/>
                <a:ea typeface="Arial"/>
                <a:cs typeface="Arial"/>
                <a:sym typeface="Arial"/>
              </a:rPr>
              <a:t>, or environment-specific values.</a:t>
            </a:r>
            <a:endParaRPr sz="1400" b="0" i="0" u="none" strike="noStrike" cap="none" dirty="0">
              <a:solidFill>
                <a:srgbClr val="000000"/>
              </a:solidFill>
              <a:latin typeface="Arial"/>
              <a:ea typeface="Arial"/>
              <a:cs typeface="Arial"/>
              <a:sym typeface="Arial"/>
            </a:endParaRPr>
          </a:p>
          <a:p>
            <a:pPr marL="0" marR="0" lvl="0" indent="0" algn="l" rtl="0">
              <a:lnSpc>
                <a:spcPct val="115000"/>
              </a:lnSpc>
              <a:spcBef>
                <a:spcPts val="1200"/>
              </a:spcBef>
              <a:spcAft>
                <a:spcPts val="0"/>
              </a:spcAft>
              <a:buClr>
                <a:srgbClr val="000000"/>
              </a:buClr>
              <a:buSzPts val="2800"/>
              <a:buFont typeface="Arial"/>
              <a:buNone/>
            </a:pPr>
            <a:r>
              <a:rPr lang="en-US" sz="1600" b="0" i="0" u="none" strike="noStrike" cap="none" dirty="0">
                <a:solidFill>
                  <a:schemeClr val="dk1"/>
                </a:solidFill>
                <a:latin typeface="Arial"/>
                <a:ea typeface="Arial"/>
                <a:cs typeface="Arial"/>
                <a:sym typeface="Arial"/>
              </a:rPr>
              <a:t>Here's why environment variables are crucial in Node.js development:</a:t>
            </a:r>
            <a:endParaRPr sz="1400" b="0" i="0" u="none" strike="noStrike" cap="none" dirty="0">
              <a:solidFill>
                <a:srgbClr val="000000"/>
              </a:solidFill>
              <a:latin typeface="Arial"/>
              <a:ea typeface="Arial"/>
              <a:cs typeface="Arial"/>
              <a:sym typeface="Arial"/>
            </a:endParaRPr>
          </a:p>
          <a:p>
            <a:pPr marL="0" marR="0" lvl="0" indent="0" algn="l" rtl="0">
              <a:lnSpc>
                <a:spcPct val="115000"/>
              </a:lnSpc>
              <a:spcBef>
                <a:spcPts val="1200"/>
              </a:spcBef>
              <a:spcAft>
                <a:spcPts val="0"/>
              </a:spcAft>
              <a:buClr>
                <a:srgbClr val="000000"/>
              </a:buClr>
              <a:buSzPts val="2800"/>
              <a:buFont typeface="Arial"/>
              <a:buNone/>
            </a:pPr>
            <a:r>
              <a:rPr lang="en-US" sz="1600" b="1" i="1" u="none" strike="noStrike" cap="none" dirty="0">
                <a:solidFill>
                  <a:schemeClr val="dk1"/>
                </a:solidFill>
                <a:latin typeface="Arial"/>
                <a:ea typeface="Arial"/>
                <a:cs typeface="Arial"/>
                <a:sym typeface="Arial"/>
              </a:rPr>
              <a:t>Configuration Management:</a:t>
            </a:r>
            <a:endParaRPr sz="1400" b="0" i="0" u="none" strike="noStrike" cap="none" dirty="0">
              <a:solidFill>
                <a:srgbClr val="000000"/>
              </a:solidFill>
              <a:latin typeface="Arial"/>
              <a:ea typeface="Arial"/>
              <a:cs typeface="Arial"/>
              <a:sym typeface="Arial"/>
            </a:endParaRPr>
          </a:p>
          <a:p>
            <a:pPr marL="0" marR="0" lvl="0" indent="0" algn="l" rtl="0">
              <a:lnSpc>
                <a:spcPct val="115000"/>
              </a:lnSpc>
              <a:spcBef>
                <a:spcPts val="1200"/>
              </a:spcBef>
              <a:spcAft>
                <a:spcPts val="0"/>
              </a:spcAft>
              <a:buClr>
                <a:srgbClr val="000000"/>
              </a:buClr>
              <a:buSzPts val="2800"/>
              <a:buFont typeface="Arial"/>
              <a:buNone/>
            </a:pPr>
            <a:r>
              <a:rPr lang="en-US" sz="1600" b="0" i="0" u="none" strike="noStrike" cap="none" dirty="0">
                <a:solidFill>
                  <a:schemeClr val="dk1"/>
                </a:solidFill>
                <a:latin typeface="Arial"/>
                <a:ea typeface="Arial"/>
                <a:cs typeface="Arial"/>
                <a:sym typeface="Arial"/>
              </a:rPr>
              <a:t>They allow for easy configuration of your application across different environments (development, testing, staging, production) without modifying the codebase. For example, database connection strings, API keys, or port numbers can differ between environments.</a:t>
            </a:r>
            <a:endParaRPr sz="1400" b="0" i="0" u="none" strike="noStrike" cap="none" dirty="0">
              <a:solidFill>
                <a:srgbClr val="000000"/>
              </a:solidFill>
              <a:latin typeface="Arial"/>
              <a:ea typeface="Arial"/>
              <a:cs typeface="Arial"/>
              <a:sym typeface="Arial"/>
            </a:endParaRPr>
          </a:p>
          <a:p>
            <a:pPr marL="0" marR="0" lvl="0" indent="0" algn="l" rtl="0">
              <a:lnSpc>
                <a:spcPct val="115000"/>
              </a:lnSpc>
              <a:spcBef>
                <a:spcPts val="1200"/>
              </a:spcBef>
              <a:spcAft>
                <a:spcPts val="0"/>
              </a:spcAft>
              <a:buClr>
                <a:srgbClr val="000000"/>
              </a:buClr>
              <a:buSzPts val="2800"/>
              <a:buFont typeface="Arial"/>
              <a:buNone/>
            </a:pPr>
            <a:r>
              <a:rPr lang="en-US" sz="1600" b="1" i="1" u="none" strike="noStrike" cap="none" dirty="0">
                <a:solidFill>
                  <a:schemeClr val="dk1"/>
                </a:solidFill>
                <a:highlight>
                  <a:srgbClr val="FFFF00"/>
                </a:highlight>
                <a:latin typeface="Arial"/>
                <a:ea typeface="Arial"/>
                <a:cs typeface="Arial"/>
                <a:sym typeface="Arial"/>
              </a:rPr>
              <a:t>Security:</a:t>
            </a:r>
            <a:endParaRPr sz="1400" b="0" i="0" u="none" strike="noStrike" cap="none" dirty="0">
              <a:solidFill>
                <a:srgbClr val="000000"/>
              </a:solidFill>
              <a:highlight>
                <a:srgbClr val="FFFF00"/>
              </a:highlight>
              <a:latin typeface="Arial"/>
              <a:ea typeface="Arial"/>
              <a:cs typeface="Arial"/>
              <a:sym typeface="Arial"/>
            </a:endParaRPr>
          </a:p>
          <a:p>
            <a:pPr marL="0" marR="0" lvl="0" indent="0" algn="l" rtl="0">
              <a:lnSpc>
                <a:spcPct val="115000"/>
              </a:lnSpc>
              <a:spcBef>
                <a:spcPts val="1200"/>
              </a:spcBef>
              <a:spcAft>
                <a:spcPts val="0"/>
              </a:spcAft>
              <a:buClr>
                <a:srgbClr val="000000"/>
              </a:buClr>
              <a:buSzPts val="2800"/>
              <a:buFont typeface="Arial"/>
              <a:buNone/>
            </a:pPr>
            <a:r>
              <a:rPr lang="en-US" sz="1600" b="0" i="0" u="none" strike="noStrike" cap="none" dirty="0">
                <a:solidFill>
                  <a:schemeClr val="dk1"/>
                </a:solidFill>
                <a:latin typeface="Arial"/>
                <a:ea typeface="Arial"/>
                <a:cs typeface="Arial"/>
                <a:sym typeface="Arial"/>
              </a:rPr>
              <a:t>Sensitive data like API keys, database credentials, or secret keys should never be hardcoded into your application's source code. Environment variables provide a secure way to store and access this information, keeping it separate from your version control system.</a:t>
            </a:r>
            <a:endParaRPr sz="1400" b="0" i="0" u="none" strike="noStrike" cap="none" dirty="0">
              <a:solidFill>
                <a:srgbClr val="000000"/>
              </a:solidFill>
              <a:latin typeface="Arial"/>
              <a:ea typeface="Arial"/>
              <a:cs typeface="Arial"/>
              <a:sym typeface="Arial"/>
            </a:endParaRPr>
          </a:p>
          <a:p>
            <a:pPr marL="0" marR="0" lvl="0" indent="0" algn="just" rtl="0">
              <a:lnSpc>
                <a:spcPct val="100000"/>
              </a:lnSpc>
              <a:spcBef>
                <a:spcPts val="1200"/>
              </a:spcBef>
              <a:spcAft>
                <a:spcPts val="0"/>
              </a:spcAft>
              <a:buClr>
                <a:srgbClr val="000000"/>
              </a:buClr>
              <a:buSzPts val="1600"/>
              <a:buFont typeface="Arial"/>
              <a:buNone/>
            </a:pPr>
            <a:endParaRPr sz="1600" b="1" i="0" u="none" strike="noStrike" cap="none" dirty="0">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g36e7958bfd6_0_1"/>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Clr>
                <a:srgbClr val="000000"/>
              </a:buClr>
              <a:buSzPts val="2400"/>
              <a:buFont typeface="Arial"/>
              <a:buNone/>
            </a:pPr>
            <a:r>
              <a:rPr lang="en-US" sz="2400" b="1" i="0" u="none" strike="noStrike" cap="none">
                <a:solidFill>
                  <a:srgbClr val="11175E"/>
                </a:solidFill>
                <a:latin typeface="Arial"/>
                <a:ea typeface="Arial"/>
                <a:cs typeface="Arial"/>
                <a:sym typeface="Arial"/>
              </a:rPr>
              <a:t>ENV</a:t>
            </a:r>
            <a:endParaRPr sz="2400" b="1" i="0" u="none" strike="noStrike" cap="none">
              <a:solidFill>
                <a:srgbClr val="11175E"/>
              </a:solidFill>
              <a:latin typeface="Arial"/>
              <a:ea typeface="Arial"/>
              <a:cs typeface="Arial"/>
              <a:sym typeface="Arial"/>
            </a:endParaRPr>
          </a:p>
        </p:txBody>
      </p:sp>
      <p:sp>
        <p:nvSpPr>
          <p:cNvPr id="178" name="Google Shape;178;g36e7958bfd6_0_1"/>
          <p:cNvSpPr txBox="1"/>
          <p:nvPr/>
        </p:nvSpPr>
        <p:spPr>
          <a:xfrm>
            <a:off x="259157" y="1380236"/>
            <a:ext cx="11424600" cy="29082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1200"/>
              </a:spcBef>
              <a:spcAft>
                <a:spcPts val="0"/>
              </a:spcAft>
              <a:buClr>
                <a:srgbClr val="000000"/>
              </a:buClr>
              <a:buSzPts val="1600"/>
              <a:buFont typeface="Arial"/>
              <a:buNone/>
            </a:pPr>
            <a:r>
              <a:rPr lang="en-US" sz="1600" b="1" i="1" u="none" strike="noStrike" cap="none" dirty="0">
                <a:solidFill>
                  <a:schemeClr val="dk1"/>
                </a:solidFill>
                <a:latin typeface="Arial"/>
                <a:ea typeface="Arial"/>
                <a:cs typeface="Arial"/>
                <a:sym typeface="Arial"/>
              </a:rPr>
              <a:t>Flexibility and Portability:</a:t>
            </a:r>
            <a:endParaRPr sz="1400" b="0" i="0" u="none" strike="noStrike" cap="none" dirty="0">
              <a:solidFill>
                <a:srgbClr val="000000"/>
              </a:solidFill>
              <a:latin typeface="Arial"/>
              <a:ea typeface="Arial"/>
              <a:cs typeface="Arial"/>
              <a:sym typeface="Arial"/>
            </a:endParaRPr>
          </a:p>
          <a:p>
            <a:pPr marL="0" marR="0" lvl="0" indent="0" algn="l" rtl="0">
              <a:lnSpc>
                <a:spcPct val="115000"/>
              </a:lnSpc>
              <a:spcBef>
                <a:spcPts val="1200"/>
              </a:spcBef>
              <a:spcAft>
                <a:spcPts val="0"/>
              </a:spcAft>
              <a:buClr>
                <a:srgbClr val="000000"/>
              </a:buClr>
              <a:buSzPts val="1600"/>
              <a:buFont typeface="Arial"/>
              <a:buNone/>
            </a:pPr>
            <a:r>
              <a:rPr lang="en-US" sz="1600" b="0" i="0" u="none" strike="noStrike" cap="none" dirty="0">
                <a:solidFill>
                  <a:schemeClr val="dk1"/>
                </a:solidFill>
                <a:latin typeface="Arial"/>
                <a:ea typeface="Arial"/>
                <a:cs typeface="Arial"/>
                <a:sym typeface="Arial"/>
              </a:rPr>
              <a:t>Using environment variables makes your application more flexible and portable. You can deploy the same codebase to various environments with different configurations simply by changing the environment variables.</a:t>
            </a:r>
            <a:endParaRPr sz="1400" b="0" i="0" u="none" strike="noStrike" cap="none" dirty="0">
              <a:solidFill>
                <a:srgbClr val="000000"/>
              </a:solidFill>
              <a:latin typeface="Arial"/>
              <a:ea typeface="Arial"/>
              <a:cs typeface="Arial"/>
              <a:sym typeface="Arial"/>
            </a:endParaRPr>
          </a:p>
          <a:p>
            <a:pPr marL="0" marR="0" lvl="0" indent="0" algn="l" rtl="0">
              <a:lnSpc>
                <a:spcPct val="115000"/>
              </a:lnSpc>
              <a:spcBef>
                <a:spcPts val="1200"/>
              </a:spcBef>
              <a:spcAft>
                <a:spcPts val="0"/>
              </a:spcAft>
              <a:buClr>
                <a:srgbClr val="000000"/>
              </a:buClr>
              <a:buSzPts val="1600"/>
              <a:buFont typeface="Arial"/>
              <a:buNone/>
            </a:pPr>
            <a:r>
              <a:rPr lang="en-US" sz="1600" b="1" i="1" u="none" strike="noStrike" cap="none" dirty="0">
                <a:solidFill>
                  <a:schemeClr val="dk1"/>
                </a:solidFill>
                <a:highlight>
                  <a:srgbClr val="FFFF00"/>
                </a:highlight>
                <a:latin typeface="Arial"/>
                <a:ea typeface="Arial"/>
                <a:cs typeface="Arial"/>
                <a:sym typeface="Arial"/>
              </a:rPr>
              <a:t>How to access environment variables in Node.js</a:t>
            </a:r>
            <a:r>
              <a:rPr lang="en-US" sz="1600" b="1" i="1" u="none" strike="noStrike" cap="none" dirty="0">
                <a:solidFill>
                  <a:schemeClr val="dk1"/>
                </a:solidFill>
                <a:latin typeface="Arial"/>
                <a:ea typeface="Arial"/>
                <a:cs typeface="Arial"/>
                <a:sym typeface="Arial"/>
              </a:rPr>
              <a:t>:</a:t>
            </a:r>
            <a:endParaRPr sz="1400" b="0" i="0" u="none" strike="noStrike" cap="none" dirty="0">
              <a:solidFill>
                <a:srgbClr val="000000"/>
              </a:solidFill>
              <a:latin typeface="Arial"/>
              <a:ea typeface="Arial"/>
              <a:cs typeface="Arial"/>
              <a:sym typeface="Arial"/>
            </a:endParaRPr>
          </a:p>
          <a:p>
            <a:pPr marL="0" marR="0" lvl="0" indent="0" algn="l" rtl="0">
              <a:lnSpc>
                <a:spcPct val="115000"/>
              </a:lnSpc>
              <a:spcBef>
                <a:spcPts val="1200"/>
              </a:spcBef>
              <a:spcAft>
                <a:spcPts val="0"/>
              </a:spcAft>
              <a:buClr>
                <a:srgbClr val="000000"/>
              </a:buClr>
              <a:buSzPts val="1600"/>
              <a:buFont typeface="Arial"/>
              <a:buNone/>
            </a:pPr>
            <a:r>
              <a:rPr lang="en-US" sz="1600" b="0" i="0" u="none" strike="noStrike" cap="none" dirty="0">
                <a:solidFill>
                  <a:schemeClr val="dk1"/>
                </a:solidFill>
                <a:latin typeface="Arial"/>
                <a:ea typeface="Arial"/>
                <a:cs typeface="Arial"/>
                <a:sym typeface="Arial"/>
              </a:rPr>
              <a:t>Node.js provides the </a:t>
            </a:r>
            <a:r>
              <a:rPr lang="en-US" sz="1600" b="0" i="0" u="none" strike="noStrike" cap="none" dirty="0" err="1">
                <a:solidFill>
                  <a:schemeClr val="dk1"/>
                </a:solidFill>
                <a:highlight>
                  <a:srgbClr val="FFFF00"/>
                </a:highlight>
                <a:latin typeface="Courier New" panose="02070309020205020404" pitchFamily="49" charset="0"/>
                <a:cs typeface="Courier New" panose="02070309020205020404" pitchFamily="49" charset="0"/>
                <a:sym typeface="Arial"/>
              </a:rPr>
              <a:t>process.env</a:t>
            </a:r>
            <a:r>
              <a:rPr lang="en-US" sz="1600" b="0" i="0" u="none" strike="noStrike" cap="none" dirty="0">
                <a:solidFill>
                  <a:schemeClr val="dk1"/>
                </a:solidFill>
                <a:highlight>
                  <a:srgbClr val="FFFF00"/>
                </a:highlight>
                <a:latin typeface="Courier New" panose="02070309020205020404" pitchFamily="49" charset="0"/>
                <a:cs typeface="Courier New" panose="02070309020205020404" pitchFamily="49" charset="0"/>
                <a:sym typeface="Arial"/>
              </a:rPr>
              <a:t> </a:t>
            </a:r>
            <a:r>
              <a:rPr lang="en-US" sz="1600" b="0" i="0" u="none" strike="noStrike" cap="none" dirty="0">
                <a:solidFill>
                  <a:schemeClr val="dk1"/>
                </a:solidFill>
                <a:highlight>
                  <a:srgbClr val="FFFF00"/>
                </a:highlight>
                <a:latin typeface="Arial"/>
                <a:ea typeface="Arial"/>
                <a:cs typeface="Arial"/>
                <a:sym typeface="Arial"/>
              </a:rPr>
              <a:t>object</a:t>
            </a:r>
            <a:r>
              <a:rPr lang="en-US" sz="1600" b="0" i="0" u="none" strike="noStrike" cap="none" dirty="0">
                <a:solidFill>
                  <a:schemeClr val="dk1"/>
                </a:solidFill>
                <a:latin typeface="Arial"/>
                <a:ea typeface="Arial"/>
                <a:cs typeface="Arial"/>
                <a:sym typeface="Arial"/>
              </a:rPr>
              <a:t>, which is </a:t>
            </a:r>
            <a:r>
              <a:rPr lang="en-US" sz="1600" b="0" i="0" u="none" strike="noStrike" cap="none" dirty="0">
                <a:solidFill>
                  <a:schemeClr val="dk1"/>
                </a:solidFill>
                <a:highlight>
                  <a:srgbClr val="FFFF00"/>
                </a:highlight>
                <a:latin typeface="Arial"/>
                <a:ea typeface="Arial"/>
                <a:cs typeface="Arial"/>
                <a:sym typeface="Arial"/>
              </a:rPr>
              <a:t>a global object that contains all the environment variables </a:t>
            </a:r>
            <a:r>
              <a:rPr lang="en-US" sz="1600" b="0" i="0" u="none" strike="noStrike" cap="none" dirty="0">
                <a:solidFill>
                  <a:schemeClr val="dk1"/>
                </a:solidFill>
                <a:latin typeface="Arial"/>
                <a:ea typeface="Arial"/>
                <a:cs typeface="Arial"/>
                <a:sym typeface="Arial"/>
              </a:rPr>
              <a:t>available to the current Node.js process. You can access individual environment variables as properties of this object.</a:t>
            </a:r>
            <a:endParaRPr sz="1400" b="0" i="0" u="none" strike="noStrike" cap="none" dirty="0">
              <a:solidFill>
                <a:srgbClr val="000000"/>
              </a:solidFill>
              <a:latin typeface="Arial"/>
              <a:ea typeface="Arial"/>
              <a:cs typeface="Arial"/>
              <a:sym typeface="Arial"/>
            </a:endParaRPr>
          </a:p>
          <a:p>
            <a:pPr marL="457200" marR="0" lvl="0" indent="0" algn="l" rtl="0">
              <a:lnSpc>
                <a:spcPct val="100000"/>
              </a:lnSpc>
              <a:spcBef>
                <a:spcPts val="0"/>
              </a:spcBef>
              <a:spcAft>
                <a:spcPts val="0"/>
              </a:spcAft>
              <a:buClr>
                <a:srgbClr val="000000"/>
              </a:buClr>
              <a:buSzPts val="1600"/>
              <a:buFont typeface="Arial"/>
              <a:buNone/>
            </a:pPr>
            <a:endParaRPr sz="1600" b="0" i="0" u="none" strike="noStrike" cap="none" dirty="0">
              <a:solidFill>
                <a:schemeClr val="dk1"/>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19"/>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Clr>
                <a:srgbClr val="000000"/>
              </a:buClr>
              <a:buSzPts val="2400"/>
              <a:buFont typeface="Arial"/>
              <a:buNone/>
            </a:pPr>
            <a:r>
              <a:rPr lang="en-US" sz="2400" b="1" i="0" u="none" strike="noStrike" cap="none">
                <a:solidFill>
                  <a:srgbClr val="11175E"/>
                </a:solidFill>
                <a:latin typeface="Arial"/>
                <a:ea typeface="Arial"/>
                <a:cs typeface="Arial"/>
                <a:sym typeface="Arial"/>
              </a:rPr>
              <a:t>Example 1: Understanding the </a:t>
            </a:r>
            <a:r>
              <a:rPr lang="en-US" sz="2400" b="1" i="0" u="none" strike="noStrike" cap="none">
                <a:solidFill>
                  <a:schemeClr val="dk1"/>
                </a:solidFill>
                <a:latin typeface="Arial"/>
                <a:ea typeface="Arial"/>
                <a:cs typeface="Arial"/>
                <a:sym typeface="Arial"/>
              </a:rPr>
              <a:t>server.js </a:t>
            </a:r>
            <a:r>
              <a:rPr lang="en-US" sz="2400" b="1" i="0" u="none" strike="noStrike" cap="none">
                <a:solidFill>
                  <a:srgbClr val="11175E"/>
                </a:solidFill>
                <a:latin typeface="Arial"/>
                <a:ea typeface="Arial"/>
                <a:cs typeface="Arial"/>
                <a:sym typeface="Arial"/>
              </a:rPr>
              <a:t>file PART 1</a:t>
            </a:r>
            <a:endParaRPr sz="2400" b="1" i="0" u="none" strike="noStrike" cap="none">
              <a:solidFill>
                <a:srgbClr val="11175E"/>
              </a:solidFill>
              <a:latin typeface="Arial"/>
              <a:ea typeface="Arial"/>
              <a:cs typeface="Arial"/>
              <a:sym typeface="Arial"/>
            </a:endParaRPr>
          </a:p>
        </p:txBody>
      </p:sp>
      <p:sp>
        <p:nvSpPr>
          <p:cNvPr id="184" name="Google Shape;184;p19"/>
          <p:cNvSpPr txBox="1"/>
          <p:nvPr/>
        </p:nvSpPr>
        <p:spPr>
          <a:xfrm>
            <a:off x="2967997" y="2133248"/>
            <a:ext cx="6626275" cy="4318351"/>
          </a:xfrm>
          <a:prstGeom prst="rect">
            <a:avLst/>
          </a:prstGeom>
          <a:noFill/>
          <a:ln w="9525" cap="flat" cmpd="sng">
            <a:solidFill>
              <a:schemeClr val="accent1"/>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100"/>
              <a:buFont typeface="Arial"/>
              <a:buNone/>
            </a:pPr>
            <a:r>
              <a:rPr lang="en-US" sz="1300" b="0" i="0" u="none" strike="noStrike" cap="none">
                <a:solidFill>
                  <a:schemeClr val="dk1"/>
                </a:solidFill>
                <a:latin typeface="Consolas"/>
                <a:ea typeface="Consolas"/>
                <a:cs typeface="Consolas"/>
                <a:sym typeface="Consolas"/>
              </a:rPr>
              <a:t>const mongoose = require('mongoose');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100"/>
              <a:buFont typeface="Arial"/>
              <a:buNone/>
            </a:pPr>
            <a:r>
              <a:rPr lang="en-US" sz="1300" b="0" i="0" u="none" strike="noStrike" cap="none">
                <a:solidFill>
                  <a:schemeClr val="dk1"/>
                </a:solidFill>
                <a:latin typeface="Consolas"/>
                <a:ea typeface="Consolas"/>
                <a:cs typeface="Consolas"/>
                <a:sym typeface="Consolas"/>
              </a:rPr>
              <a:t>const dotenv = require('dotenv');</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100"/>
              <a:buFont typeface="Arial"/>
              <a:buNone/>
            </a:pPr>
            <a:endParaRPr sz="1300" b="0" i="0" u="none" strike="noStrike" cap="none">
              <a:solidFill>
                <a:schemeClr val="dk1"/>
              </a:solidFill>
              <a:latin typeface="Consolas"/>
              <a:ea typeface="Consolas"/>
              <a:cs typeface="Consolas"/>
              <a:sym typeface="Consolas"/>
            </a:endParaRPr>
          </a:p>
          <a:p>
            <a:pPr marL="0" marR="0" lvl="0" indent="0" algn="l" rtl="0">
              <a:lnSpc>
                <a:spcPct val="100000"/>
              </a:lnSpc>
              <a:spcBef>
                <a:spcPts val="0"/>
              </a:spcBef>
              <a:spcAft>
                <a:spcPts val="0"/>
              </a:spcAft>
              <a:buClr>
                <a:schemeClr val="dk1"/>
              </a:buClr>
              <a:buSzPts val="1100"/>
              <a:buFont typeface="Arial"/>
              <a:buNone/>
            </a:pPr>
            <a:r>
              <a:rPr lang="en-US" sz="1300" b="0" i="0" u="none" strike="noStrike" cap="none">
                <a:solidFill>
                  <a:schemeClr val="dk1"/>
                </a:solidFill>
                <a:latin typeface="Consolas"/>
                <a:ea typeface="Consolas"/>
                <a:cs typeface="Consolas"/>
                <a:sym typeface="Consolas"/>
              </a:rPr>
              <a:t>// Specify the path to the environment variable file 'config.env'</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100"/>
              <a:buFont typeface="Arial"/>
              <a:buNone/>
            </a:pPr>
            <a:r>
              <a:rPr lang="en-US" sz="1300" b="0" i="0" u="none" strike="noStrike" cap="none">
                <a:solidFill>
                  <a:schemeClr val="dk1"/>
                </a:solidFill>
                <a:latin typeface="Consolas"/>
                <a:ea typeface="Consolas"/>
                <a:cs typeface="Consolas"/>
                <a:sym typeface="Consolas"/>
              </a:rPr>
              <a:t>dotenv.config({ path: './config.env'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100"/>
              <a:buFont typeface="Arial"/>
              <a:buNone/>
            </a:pPr>
            <a:endParaRPr sz="1300" b="0" i="0" u="none" strike="noStrike" cap="none">
              <a:solidFill>
                <a:schemeClr val="dk1"/>
              </a:solidFill>
              <a:latin typeface="Consolas"/>
              <a:ea typeface="Consolas"/>
              <a:cs typeface="Consolas"/>
              <a:sym typeface="Consolas"/>
            </a:endParaRPr>
          </a:p>
          <a:p>
            <a:pPr marL="0" marR="0" lvl="0" indent="0" algn="l" rtl="0">
              <a:lnSpc>
                <a:spcPct val="100000"/>
              </a:lnSpc>
              <a:spcBef>
                <a:spcPts val="0"/>
              </a:spcBef>
              <a:spcAft>
                <a:spcPts val="0"/>
              </a:spcAft>
              <a:buClr>
                <a:schemeClr val="dk1"/>
              </a:buClr>
              <a:buSzPts val="1100"/>
              <a:buFont typeface="Arial"/>
              <a:buNone/>
            </a:pPr>
            <a:endParaRPr sz="1300" b="0" i="0" u="none" strike="noStrike" cap="none">
              <a:solidFill>
                <a:schemeClr val="dk1"/>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300"/>
              <a:buFont typeface="Arial"/>
              <a:buNone/>
            </a:pPr>
            <a:r>
              <a:rPr lang="en-US" sz="1300" b="0" i="0" u="none" strike="noStrike" cap="none">
                <a:solidFill>
                  <a:schemeClr val="dk1"/>
                </a:solidFill>
                <a:latin typeface="Consolas"/>
                <a:ea typeface="Consolas"/>
                <a:cs typeface="Consolas"/>
                <a:sym typeface="Consolas"/>
              </a:rPr>
              <a:t>// async function to connect to DB</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300"/>
              <a:buFont typeface="Arial"/>
              <a:buNone/>
            </a:pPr>
            <a:r>
              <a:rPr lang="en-US" sz="1300" b="0" i="0" u="none" strike="noStrike" cap="none">
                <a:solidFill>
                  <a:schemeClr val="dk1"/>
                </a:solidFill>
                <a:latin typeface="Consolas"/>
                <a:ea typeface="Consolas"/>
                <a:cs typeface="Consolas"/>
                <a:sym typeface="Consolas"/>
              </a:rPr>
              <a:t>async function connectDB()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300"/>
              <a:buFont typeface="Arial"/>
              <a:buNone/>
            </a:pPr>
            <a:r>
              <a:rPr lang="en-US" sz="1300" b="0" i="0" u="none" strike="noStrike" cap="none">
                <a:solidFill>
                  <a:schemeClr val="dk1"/>
                </a:solidFill>
                <a:latin typeface="Consolas"/>
                <a:ea typeface="Consolas"/>
                <a:cs typeface="Consolas"/>
                <a:sym typeface="Consolas"/>
              </a:rPr>
              <a:t>  try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300"/>
              <a:buFont typeface="Arial"/>
              <a:buNone/>
            </a:pPr>
            <a:r>
              <a:rPr lang="en-US" sz="1300" b="0" i="0" u="none" strike="noStrike" cap="none">
                <a:solidFill>
                  <a:schemeClr val="dk1"/>
                </a:solidFill>
                <a:latin typeface="Consolas"/>
                <a:ea typeface="Consolas"/>
                <a:cs typeface="Consolas"/>
                <a:sym typeface="Consolas"/>
              </a:rPr>
              <a:t>    await mongoose.connect(process.env.DB);</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300"/>
              <a:buFont typeface="Arial"/>
              <a:buNone/>
            </a:pPr>
            <a:r>
              <a:rPr lang="en-US" sz="1300" b="0" i="0" u="none" strike="noStrike" cap="none">
                <a:solidFill>
                  <a:schemeClr val="dk1"/>
                </a:solidFill>
                <a:latin typeface="Consolas"/>
                <a:ea typeface="Consolas"/>
                <a:cs typeface="Consolas"/>
                <a:sym typeface="Consolas"/>
              </a:rPr>
              <a:t>    console.log("MongoDB connected successfully");</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300"/>
              <a:buFont typeface="Arial"/>
              <a:buNone/>
            </a:pPr>
            <a:r>
              <a:rPr lang="en-US" sz="1300" b="0" i="0" u="none" strike="noStrike" cap="none">
                <a:solidFill>
                  <a:schemeClr val="dk1"/>
                </a:solidFill>
                <a:latin typeface="Consolas"/>
                <a:ea typeface="Consolas"/>
                <a:cs typeface="Consolas"/>
                <a:sym typeface="Consolas"/>
              </a:rPr>
              <a:t>  } catch (error)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300"/>
              <a:buFont typeface="Arial"/>
              <a:buNone/>
            </a:pPr>
            <a:r>
              <a:rPr lang="en-US" sz="1300" b="0" i="0" u="none" strike="noStrike" cap="none">
                <a:solidFill>
                  <a:schemeClr val="dk1"/>
                </a:solidFill>
                <a:latin typeface="Consolas"/>
                <a:ea typeface="Consolas"/>
                <a:cs typeface="Consolas"/>
                <a:sym typeface="Consolas"/>
              </a:rPr>
              <a:t>    console.error("MongoDB connection failed:", error.message);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300"/>
              <a:buFont typeface="Arial"/>
              <a:buNone/>
            </a:pPr>
            <a:r>
              <a:rPr lang="en-US" sz="1300" b="0" i="0" u="none" strike="noStrike" cap="none">
                <a:solidFill>
                  <a:schemeClr val="dk1"/>
                </a:solidFill>
                <a:latin typeface="Consolas"/>
                <a:ea typeface="Consolas"/>
                <a:cs typeface="Consolas"/>
                <a:sym typeface="Consolas"/>
              </a:rPr>
              <a:t>    process.exit(1);</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300"/>
              <a:buFont typeface="Arial"/>
              <a:buNone/>
            </a:pPr>
            <a:r>
              <a:rPr lang="en-US" sz="1300" b="0" i="0" u="none" strike="noStrike" cap="none">
                <a:solidFill>
                  <a:schemeClr val="dk1"/>
                </a:solidFill>
                <a:latin typeface="Consolas"/>
                <a:ea typeface="Consolas"/>
                <a:cs typeface="Consolas"/>
                <a:sym typeface="Consolas"/>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300"/>
              <a:buFont typeface="Arial"/>
              <a:buNone/>
            </a:pPr>
            <a:r>
              <a:rPr lang="en-US" sz="1300" b="0" i="0" u="none" strike="noStrike" cap="none">
                <a:solidFill>
                  <a:schemeClr val="dk1"/>
                </a:solidFill>
                <a:latin typeface="Consolas"/>
                <a:ea typeface="Consolas"/>
                <a:cs typeface="Consolas"/>
                <a:sym typeface="Consolas"/>
              </a:rPr>
              <a: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300"/>
              <a:buFont typeface="Arial"/>
              <a:buNone/>
            </a:pPr>
            <a:br>
              <a:rPr lang="en-US" sz="1300" b="0" i="0" u="none" strike="noStrike" cap="none">
                <a:solidFill>
                  <a:schemeClr val="dk1"/>
                </a:solidFill>
                <a:latin typeface="Consolas"/>
                <a:ea typeface="Consolas"/>
                <a:cs typeface="Consolas"/>
                <a:sym typeface="Consolas"/>
              </a:rPr>
            </a:br>
            <a:r>
              <a:rPr lang="en-US" sz="1300" b="0" i="0" u="none" strike="noStrike" cap="none">
                <a:solidFill>
                  <a:schemeClr val="dk1"/>
                </a:solidFill>
                <a:latin typeface="Consolas"/>
                <a:ea typeface="Consolas"/>
                <a:cs typeface="Consolas"/>
                <a:sym typeface="Consolas"/>
              </a:rPr>
              <a:t>// continue on next slide</a:t>
            </a:r>
            <a:endParaRPr sz="1300" b="0" i="0" u="none" strike="noStrike" cap="none">
              <a:solidFill>
                <a:schemeClr val="dk1"/>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600"/>
              <a:buFont typeface="Arial"/>
              <a:buNone/>
            </a:pPr>
            <a:r>
              <a:rPr lang="en-US" sz="1800" b="0" i="0" u="none" strike="noStrike" cap="none">
                <a:solidFill>
                  <a:schemeClr val="dk1"/>
                </a:solidFill>
                <a:latin typeface="Consolas"/>
                <a:ea typeface="Consolas"/>
                <a:cs typeface="Consolas"/>
                <a:sym typeface="Consolas"/>
              </a:rPr>
              <a:t>...</a:t>
            </a:r>
            <a:endParaRPr sz="1800" b="0" i="0" u="none" strike="noStrike" cap="none">
              <a:solidFill>
                <a:schemeClr val="dk1"/>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2800"/>
              <a:buFont typeface="Arial"/>
              <a:buNone/>
            </a:pPr>
            <a:endParaRPr sz="1300" b="0" i="0" u="none" strike="noStrike" cap="none">
              <a:solidFill>
                <a:schemeClr val="dk1"/>
              </a:solidFill>
              <a:latin typeface="Consolas"/>
              <a:ea typeface="Consolas"/>
              <a:cs typeface="Consolas"/>
              <a:sym typeface="Consolas"/>
            </a:endParaRPr>
          </a:p>
        </p:txBody>
      </p:sp>
      <p:sp>
        <p:nvSpPr>
          <p:cNvPr id="185" name="Google Shape;185;p19"/>
          <p:cNvSpPr txBox="1"/>
          <p:nvPr/>
        </p:nvSpPr>
        <p:spPr>
          <a:xfrm>
            <a:off x="111760" y="1363939"/>
            <a:ext cx="10202700" cy="946800"/>
          </a:xfrm>
          <a:prstGeom prst="rect">
            <a:avLst/>
          </a:prstGeom>
          <a:noFill/>
          <a:ln>
            <a:noFill/>
          </a:ln>
        </p:spPr>
        <p:txBody>
          <a:bodyPr spcFirstLastPara="1" wrap="square" lIns="91425" tIns="91425" rIns="91425" bIns="91425" anchor="t" anchorCtr="0">
            <a:noAutofit/>
          </a:bodyPr>
          <a:lstStyle/>
          <a:p>
            <a:pPr marL="127000" marR="0" lvl="0" indent="0" algn="l" rtl="0">
              <a:lnSpc>
                <a:spcPct val="100000"/>
              </a:lnSpc>
              <a:spcBef>
                <a:spcPts val="0"/>
              </a:spcBef>
              <a:spcAft>
                <a:spcPts val="0"/>
              </a:spcAft>
              <a:buClr>
                <a:srgbClr val="000000"/>
              </a:buClr>
              <a:buSzPts val="1600"/>
              <a:buFont typeface="Arial"/>
              <a:buNone/>
            </a:pPr>
            <a:r>
              <a:rPr lang="en-US" sz="1600" b="0" i="0" u="none" strike="noStrike" cap="none">
                <a:solidFill>
                  <a:schemeClr val="dk1"/>
                </a:solidFill>
                <a:latin typeface="Arial"/>
                <a:ea typeface="Arial"/>
                <a:cs typeface="Arial"/>
                <a:sym typeface="Arial"/>
              </a:rPr>
              <a:t>The </a:t>
            </a:r>
            <a:r>
              <a:rPr lang="en-US" sz="1600" b="1" i="0" u="none" strike="noStrike" cap="none">
                <a:solidFill>
                  <a:schemeClr val="dk1"/>
                </a:solidFill>
                <a:latin typeface="Consolas"/>
                <a:ea typeface="Consolas"/>
                <a:cs typeface="Consolas"/>
                <a:sym typeface="Consolas"/>
              </a:rPr>
              <a:t>server.js </a:t>
            </a:r>
            <a:r>
              <a:rPr lang="en-US" sz="1600" b="0" i="0" u="none" strike="noStrike" cap="none">
                <a:solidFill>
                  <a:schemeClr val="dk1"/>
                </a:solidFill>
                <a:latin typeface="Arial"/>
                <a:ea typeface="Arial"/>
                <a:cs typeface="Arial"/>
                <a:sym typeface="Arial"/>
              </a:rPr>
              <a:t>file is provided in the example1 folder.</a:t>
            </a:r>
            <a:endParaRPr sz="1400" b="0" i="0" u="none" strike="noStrike" cap="none">
              <a:solidFill>
                <a:srgbClr val="000000"/>
              </a:solidFill>
              <a:latin typeface="Arial"/>
              <a:ea typeface="Arial"/>
              <a:cs typeface="Arial"/>
              <a:sym typeface="Arial"/>
            </a:endParaRPr>
          </a:p>
          <a:p>
            <a:pPr marL="127000" marR="0" lvl="0" indent="0" algn="l" rtl="0">
              <a:lnSpc>
                <a:spcPct val="100000"/>
              </a:lnSpc>
              <a:spcBef>
                <a:spcPts val="0"/>
              </a:spcBef>
              <a:spcAft>
                <a:spcPts val="0"/>
              </a:spcAft>
              <a:buClr>
                <a:srgbClr val="000000"/>
              </a:buClr>
              <a:buSzPts val="1600"/>
              <a:buFont typeface="Arial"/>
              <a:buNone/>
            </a:pPr>
            <a:r>
              <a:rPr lang="en-US" sz="1600" b="0" i="0" u="none" strike="noStrike" cap="none">
                <a:solidFill>
                  <a:schemeClr val="dk1"/>
                </a:solidFill>
                <a:latin typeface="Arial"/>
                <a:ea typeface="Arial"/>
                <a:cs typeface="Arial"/>
                <a:sym typeface="Arial"/>
              </a:rPr>
              <a:t>The script here shows the </a:t>
            </a:r>
            <a:r>
              <a:rPr lang="en-US" sz="1600" b="1" i="0" u="none" strike="noStrike" cap="none">
                <a:solidFill>
                  <a:srgbClr val="0000FF"/>
                </a:solidFill>
                <a:latin typeface="Arial"/>
                <a:ea typeface="Arial"/>
                <a:cs typeface="Arial"/>
                <a:sym typeface="Arial"/>
              </a:rPr>
              <a:t>portion</a:t>
            </a:r>
            <a:r>
              <a:rPr lang="en-US" sz="1600" b="0" i="0" u="none" strike="noStrike" cap="none">
                <a:solidFill>
                  <a:schemeClr val="dk1"/>
                </a:solidFill>
                <a:latin typeface="Arial"/>
                <a:ea typeface="Arial"/>
                <a:cs typeface="Arial"/>
                <a:sym typeface="Arial"/>
              </a:rPr>
              <a:t> for connecting to database. </a:t>
            </a:r>
            <a:endParaRPr sz="1400" b="0" i="0" u="none" strike="noStrike" cap="none">
              <a:solidFill>
                <a:srgbClr val="000000"/>
              </a:solidFill>
              <a:latin typeface="Arial"/>
              <a:ea typeface="Arial"/>
              <a:cs typeface="Arial"/>
              <a:sym typeface="Arial"/>
            </a:endParaRPr>
          </a:p>
          <a:p>
            <a:pPr marL="12700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Arial"/>
              <a:ea typeface="Arial"/>
              <a:cs typeface="Arial"/>
              <a:sym typeface="Arial"/>
            </a:endParaRPr>
          </a:p>
          <a:p>
            <a:pPr marL="12700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Arial"/>
              <a:ea typeface="Arial"/>
              <a:cs typeface="Arial"/>
              <a:sym typeface="Arial"/>
            </a:endParaRPr>
          </a:p>
          <a:p>
            <a:pPr marL="45720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Arial"/>
              <a:ea typeface="Arial"/>
              <a:cs typeface="Arial"/>
              <a:sym typeface="Arial"/>
            </a:endParaRPr>
          </a:p>
        </p:txBody>
      </p:sp>
      <p:sp>
        <p:nvSpPr>
          <p:cNvPr id="186" name="Google Shape;186;p19"/>
          <p:cNvSpPr txBox="1"/>
          <p:nvPr/>
        </p:nvSpPr>
        <p:spPr>
          <a:xfrm>
            <a:off x="346472" y="2065849"/>
            <a:ext cx="2376407" cy="677078"/>
          </a:xfrm>
          <a:prstGeom prst="rect">
            <a:avLst/>
          </a:prstGeom>
          <a:solidFill>
            <a:srgbClr val="F4B081"/>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Require the mongoose and </a:t>
            </a:r>
            <a:r>
              <a:rPr lang="en-US" sz="1600" b="1" i="0" u="none" strike="noStrike" cap="none">
                <a:solidFill>
                  <a:schemeClr val="dk1"/>
                </a:solidFill>
                <a:latin typeface="Consolas"/>
                <a:ea typeface="Consolas"/>
                <a:cs typeface="Consolas"/>
                <a:sym typeface="Consolas"/>
              </a:rPr>
              <a:t>dotenv</a:t>
            </a:r>
            <a:r>
              <a:rPr lang="en-US" sz="1600" b="0" i="0" u="none" strike="noStrike" cap="none">
                <a:solidFill>
                  <a:srgbClr val="000000"/>
                </a:solidFill>
                <a:latin typeface="Arial"/>
                <a:ea typeface="Arial"/>
                <a:cs typeface="Arial"/>
                <a:sym typeface="Arial"/>
              </a:rPr>
              <a:t> library</a:t>
            </a:r>
            <a:endParaRPr sz="1600" b="0" i="0" u="none" strike="noStrike" cap="none">
              <a:solidFill>
                <a:srgbClr val="000000"/>
              </a:solidFill>
              <a:latin typeface="Arial"/>
              <a:ea typeface="Arial"/>
              <a:cs typeface="Arial"/>
              <a:sym typeface="Arial"/>
            </a:endParaRPr>
          </a:p>
        </p:txBody>
      </p:sp>
      <p:sp>
        <p:nvSpPr>
          <p:cNvPr id="187" name="Google Shape;187;p19"/>
          <p:cNvSpPr/>
          <p:nvPr/>
        </p:nvSpPr>
        <p:spPr>
          <a:xfrm>
            <a:off x="3017692" y="2183506"/>
            <a:ext cx="3557279" cy="492363"/>
          </a:xfrm>
          <a:prstGeom prst="flowChartAlternateProcess">
            <a:avLst/>
          </a:prstGeom>
          <a:noFill/>
          <a:ln w="19050" cap="flat" cmpd="sng">
            <a:solidFill>
              <a:srgbClr val="F4B08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188" name="Google Shape;188;p19"/>
          <p:cNvCxnSpPr>
            <a:stCxn id="186" idx="3"/>
            <a:endCxn id="187" idx="1"/>
          </p:cNvCxnSpPr>
          <p:nvPr/>
        </p:nvCxnSpPr>
        <p:spPr>
          <a:xfrm>
            <a:off x="2722879" y="2404388"/>
            <a:ext cx="294900" cy="25200"/>
          </a:xfrm>
          <a:prstGeom prst="straightConnector1">
            <a:avLst/>
          </a:prstGeom>
          <a:noFill/>
          <a:ln w="19050" cap="flat" cmpd="sng">
            <a:solidFill>
              <a:srgbClr val="F4B081"/>
            </a:solidFill>
            <a:prstDash val="solid"/>
            <a:round/>
            <a:headEnd type="none" w="sm" len="sm"/>
            <a:tailEnd type="triangle" w="med" len="med"/>
          </a:ln>
        </p:spPr>
      </p:cxnSp>
      <p:sp>
        <p:nvSpPr>
          <p:cNvPr id="189" name="Google Shape;189;p19"/>
          <p:cNvSpPr/>
          <p:nvPr/>
        </p:nvSpPr>
        <p:spPr>
          <a:xfrm>
            <a:off x="3017692" y="3005884"/>
            <a:ext cx="3709679" cy="275575"/>
          </a:xfrm>
          <a:prstGeom prst="flowChartAlternateProcess">
            <a:avLst/>
          </a:prstGeom>
          <a:noFill/>
          <a:ln w="19050" cap="flat" cmpd="sng">
            <a:solidFill>
              <a:srgbClr val="6AA84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190" name="Google Shape;190;p19"/>
          <p:cNvCxnSpPr>
            <a:stCxn id="191" idx="1"/>
            <a:endCxn id="189" idx="3"/>
          </p:cNvCxnSpPr>
          <p:nvPr/>
        </p:nvCxnSpPr>
        <p:spPr>
          <a:xfrm flipH="1">
            <a:off x="6727457" y="3111872"/>
            <a:ext cx="3031200" cy="31800"/>
          </a:xfrm>
          <a:prstGeom prst="straightConnector1">
            <a:avLst/>
          </a:prstGeom>
          <a:noFill/>
          <a:ln w="19050" cap="flat" cmpd="sng">
            <a:solidFill>
              <a:srgbClr val="6AA84F"/>
            </a:solidFill>
            <a:prstDash val="solid"/>
            <a:round/>
            <a:headEnd type="none" w="sm" len="sm"/>
            <a:tailEnd type="triangle" w="med" len="med"/>
          </a:ln>
        </p:spPr>
      </p:cxnSp>
      <p:sp>
        <p:nvSpPr>
          <p:cNvPr id="191" name="Google Shape;191;p19"/>
          <p:cNvSpPr txBox="1"/>
          <p:nvPr/>
        </p:nvSpPr>
        <p:spPr>
          <a:xfrm>
            <a:off x="9758657" y="2773333"/>
            <a:ext cx="2086870" cy="677078"/>
          </a:xfrm>
          <a:prstGeom prst="rect">
            <a:avLst/>
          </a:prstGeom>
          <a:solidFill>
            <a:srgbClr val="B6D7A8"/>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chemeClr val="dk1"/>
                </a:solidFill>
                <a:latin typeface="Arial"/>
                <a:ea typeface="Arial"/>
                <a:cs typeface="Arial"/>
                <a:sym typeface="Arial"/>
              </a:rPr>
              <a:t>Specify the path of the </a:t>
            </a:r>
            <a:r>
              <a:rPr lang="en-US" sz="1600" b="1" i="0" u="none" strike="noStrike" cap="none">
                <a:solidFill>
                  <a:schemeClr val="dk1"/>
                </a:solidFill>
                <a:latin typeface="Consolas"/>
                <a:ea typeface="Consolas"/>
                <a:cs typeface="Consolas"/>
                <a:sym typeface="Consolas"/>
              </a:rPr>
              <a:t>.env</a:t>
            </a:r>
            <a:r>
              <a:rPr lang="en-US" sz="1600" b="0" i="0" u="none" strike="noStrike" cap="none">
                <a:solidFill>
                  <a:schemeClr val="dk1"/>
                </a:solidFill>
                <a:latin typeface="Arial"/>
                <a:ea typeface="Arial"/>
                <a:cs typeface="Arial"/>
                <a:sym typeface="Arial"/>
              </a:rPr>
              <a:t> file</a:t>
            </a:r>
            <a:endParaRPr sz="1600" b="0" i="0" u="none" strike="noStrike" cap="none">
              <a:solidFill>
                <a:srgbClr val="000000"/>
              </a:solidFill>
              <a:latin typeface="Arial"/>
              <a:ea typeface="Arial"/>
              <a:cs typeface="Arial"/>
              <a:sym typeface="Arial"/>
            </a:endParaRPr>
          </a:p>
        </p:txBody>
      </p:sp>
      <p:sp>
        <p:nvSpPr>
          <p:cNvPr id="192" name="Google Shape;192;p19"/>
          <p:cNvSpPr txBox="1"/>
          <p:nvPr/>
        </p:nvSpPr>
        <p:spPr>
          <a:xfrm>
            <a:off x="346472" y="3305983"/>
            <a:ext cx="2376408" cy="1661963"/>
          </a:xfrm>
          <a:prstGeom prst="rect">
            <a:avLst/>
          </a:prstGeom>
          <a:solidFill>
            <a:srgbClr val="FFCCFF"/>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Asyn function is written to connect to the database to ensure that the database is connected before we start the webserver.</a:t>
            </a:r>
            <a:endParaRPr sz="1600" b="0" i="0" u="none" strike="noStrike" cap="none">
              <a:solidFill>
                <a:srgbClr val="000000"/>
              </a:solidFill>
              <a:latin typeface="Arial"/>
              <a:ea typeface="Arial"/>
              <a:cs typeface="Arial"/>
              <a:sym typeface="Arial"/>
            </a:endParaRPr>
          </a:p>
        </p:txBody>
      </p:sp>
      <p:sp>
        <p:nvSpPr>
          <p:cNvPr id="193" name="Google Shape;193;p19"/>
          <p:cNvSpPr/>
          <p:nvPr/>
        </p:nvSpPr>
        <p:spPr>
          <a:xfrm>
            <a:off x="3021874" y="3822857"/>
            <a:ext cx="2981362" cy="227912"/>
          </a:xfrm>
          <a:prstGeom prst="flowChartAlternateProcess">
            <a:avLst/>
          </a:prstGeom>
          <a:noFill/>
          <a:ln w="19050" cap="flat" cmpd="sng">
            <a:solidFill>
              <a:srgbClr val="FFCC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194" name="Google Shape;194;p19"/>
          <p:cNvCxnSpPr>
            <a:stCxn id="192" idx="3"/>
            <a:endCxn id="193" idx="1"/>
          </p:cNvCxnSpPr>
          <p:nvPr/>
        </p:nvCxnSpPr>
        <p:spPr>
          <a:xfrm rot="10800000" flipH="1">
            <a:off x="2722880" y="3936865"/>
            <a:ext cx="299100" cy="200100"/>
          </a:xfrm>
          <a:prstGeom prst="straightConnector1">
            <a:avLst/>
          </a:prstGeom>
          <a:noFill/>
          <a:ln w="19050" cap="flat" cmpd="sng">
            <a:solidFill>
              <a:srgbClr val="FFCCFF"/>
            </a:solidFill>
            <a:prstDash val="solid"/>
            <a:round/>
            <a:headEnd type="none" w="sm" len="sm"/>
            <a:tailEnd type="triangle" w="med" len="med"/>
          </a:ln>
        </p:spPr>
      </p:cxnSp>
      <p:sp>
        <p:nvSpPr>
          <p:cNvPr id="195" name="Google Shape;195;p19"/>
          <p:cNvSpPr/>
          <p:nvPr/>
        </p:nvSpPr>
        <p:spPr>
          <a:xfrm>
            <a:off x="3362205" y="4168030"/>
            <a:ext cx="3709679" cy="273910"/>
          </a:xfrm>
          <a:prstGeom prst="flowChartAlternateProcess">
            <a:avLst/>
          </a:prstGeom>
          <a:noFill/>
          <a:ln w="19050"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196" name="Google Shape;196;p19"/>
          <p:cNvCxnSpPr>
            <a:stCxn id="197" idx="1"/>
            <a:endCxn id="195" idx="3"/>
          </p:cNvCxnSpPr>
          <p:nvPr/>
        </p:nvCxnSpPr>
        <p:spPr>
          <a:xfrm rot="10800000">
            <a:off x="7071856" y="4305030"/>
            <a:ext cx="2686800" cy="215400"/>
          </a:xfrm>
          <a:prstGeom prst="straightConnector1">
            <a:avLst/>
          </a:prstGeom>
          <a:noFill/>
          <a:ln w="19050" cap="flat" cmpd="sng">
            <a:solidFill>
              <a:srgbClr val="0000FF"/>
            </a:solidFill>
            <a:prstDash val="solid"/>
            <a:round/>
            <a:headEnd type="none" w="sm" len="sm"/>
            <a:tailEnd type="triangle" w="med" len="med"/>
          </a:ln>
        </p:spPr>
      </p:cxnSp>
      <p:sp>
        <p:nvSpPr>
          <p:cNvPr id="197" name="Google Shape;197;p19"/>
          <p:cNvSpPr txBox="1"/>
          <p:nvPr/>
        </p:nvSpPr>
        <p:spPr>
          <a:xfrm>
            <a:off x="9758656" y="3566338"/>
            <a:ext cx="2086800" cy="1908184"/>
          </a:xfrm>
          <a:prstGeom prst="rect">
            <a:avLst/>
          </a:prstGeom>
          <a:solidFill>
            <a:srgbClr val="9FC5E8"/>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US" sz="1600" b="0" i="0" u="none" strike="noStrike" cap="none">
                <a:solidFill>
                  <a:schemeClr val="dk1"/>
                </a:solidFill>
                <a:latin typeface="Arial"/>
                <a:ea typeface="Arial"/>
                <a:cs typeface="Arial"/>
                <a:sym typeface="Arial"/>
              </a:rPr>
              <a:t>We connect to MongoDB with the const DB in the </a:t>
            </a:r>
            <a:r>
              <a:rPr lang="en-US" sz="1600" b="1" i="0" u="none" strike="noStrike" cap="none">
                <a:solidFill>
                  <a:schemeClr val="dk1"/>
                </a:solidFill>
                <a:latin typeface="Consolas"/>
                <a:ea typeface="Consolas"/>
                <a:cs typeface="Consolas"/>
                <a:sym typeface="Consolas"/>
              </a:rPr>
              <a:t>config.env</a:t>
            </a:r>
            <a:r>
              <a:rPr lang="en-US" sz="1600" b="0" i="0" u="none" strike="noStrike" cap="none">
                <a:solidFill>
                  <a:schemeClr val="dk1"/>
                </a:solidFill>
                <a:latin typeface="Arial"/>
                <a:ea typeface="Arial"/>
                <a:cs typeface="Arial"/>
                <a:sym typeface="Arial"/>
              </a:rPr>
              <a:t> file. DB contains your </a:t>
            </a:r>
            <a:r>
              <a:rPr lang="en-US" sz="1600" b="1" i="0" u="none" strike="noStrike" cap="none">
                <a:solidFill>
                  <a:schemeClr val="dk1"/>
                </a:solidFill>
                <a:latin typeface="Consolas"/>
                <a:ea typeface="Consolas"/>
                <a:cs typeface="Consolas"/>
                <a:sym typeface="Consolas"/>
              </a:rPr>
              <a:t>username</a:t>
            </a:r>
            <a:r>
              <a:rPr lang="en-US" sz="1600" b="0" i="0" u="none" strike="noStrike" cap="none">
                <a:solidFill>
                  <a:schemeClr val="dk1"/>
                </a:solidFill>
                <a:latin typeface="Arial"/>
                <a:ea typeface="Arial"/>
                <a:cs typeface="Arial"/>
                <a:sym typeface="Arial"/>
              </a:rPr>
              <a:t>, </a:t>
            </a:r>
            <a:r>
              <a:rPr lang="en-US" sz="1600" b="1" i="0" u="none" strike="noStrike" cap="none">
                <a:solidFill>
                  <a:schemeClr val="dk1"/>
                </a:solidFill>
                <a:latin typeface="Consolas"/>
                <a:ea typeface="Consolas"/>
                <a:cs typeface="Consolas"/>
                <a:sym typeface="Consolas"/>
              </a:rPr>
              <a:t>password</a:t>
            </a:r>
            <a:r>
              <a:rPr lang="en-US" sz="1600" b="0" i="0" u="none" strike="noStrike" cap="none">
                <a:solidFill>
                  <a:schemeClr val="dk1"/>
                </a:solidFill>
                <a:latin typeface="Arial"/>
                <a:ea typeface="Arial"/>
                <a:cs typeface="Arial"/>
                <a:sym typeface="Arial"/>
              </a:rPr>
              <a:t> and cluster address </a:t>
            </a:r>
            <a:endParaRPr sz="1600" b="0" i="0" u="none" strike="noStrike" cap="non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g36e7958bfd6_0_33"/>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Clr>
                <a:srgbClr val="000000"/>
              </a:buClr>
              <a:buSzPts val="2400"/>
              <a:buFont typeface="Arial"/>
              <a:buNone/>
            </a:pPr>
            <a:r>
              <a:rPr lang="en-US" sz="2400" b="1" i="0" u="none" strike="noStrike" cap="none">
                <a:solidFill>
                  <a:srgbClr val="11175E"/>
                </a:solidFill>
                <a:latin typeface="Arial"/>
                <a:ea typeface="Arial"/>
                <a:cs typeface="Arial"/>
                <a:sym typeface="Arial"/>
              </a:rPr>
              <a:t>Example 1: Understanding the </a:t>
            </a:r>
            <a:r>
              <a:rPr lang="en-US" sz="2400" b="1" i="0" u="none" strike="noStrike" cap="none">
                <a:solidFill>
                  <a:schemeClr val="dk1"/>
                </a:solidFill>
                <a:latin typeface="Arial"/>
                <a:ea typeface="Arial"/>
                <a:cs typeface="Arial"/>
                <a:sym typeface="Arial"/>
              </a:rPr>
              <a:t>server.js </a:t>
            </a:r>
            <a:r>
              <a:rPr lang="en-US" sz="2400" b="1" i="0" u="none" strike="noStrike" cap="none">
                <a:solidFill>
                  <a:srgbClr val="11175E"/>
                </a:solidFill>
                <a:latin typeface="Arial"/>
                <a:ea typeface="Arial"/>
                <a:cs typeface="Arial"/>
                <a:sym typeface="Arial"/>
              </a:rPr>
              <a:t>file PART 2</a:t>
            </a:r>
            <a:endParaRPr sz="2400" b="1" i="0" u="none" strike="noStrike" cap="none">
              <a:solidFill>
                <a:srgbClr val="11175E"/>
              </a:solidFill>
              <a:latin typeface="Arial"/>
              <a:ea typeface="Arial"/>
              <a:cs typeface="Arial"/>
              <a:sym typeface="Arial"/>
            </a:endParaRPr>
          </a:p>
        </p:txBody>
      </p:sp>
      <p:sp>
        <p:nvSpPr>
          <p:cNvPr id="203" name="Google Shape;203;g36e7958bfd6_0_33"/>
          <p:cNvSpPr txBox="1"/>
          <p:nvPr/>
        </p:nvSpPr>
        <p:spPr>
          <a:xfrm>
            <a:off x="2967997" y="2364739"/>
            <a:ext cx="6626275" cy="3423414"/>
          </a:xfrm>
          <a:prstGeom prst="rect">
            <a:avLst/>
          </a:prstGeom>
          <a:noFill/>
          <a:ln w="9525" cap="flat" cmpd="sng">
            <a:solidFill>
              <a:schemeClr val="accent1"/>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chemeClr val="dk1"/>
                </a:solidFill>
                <a:latin typeface="Consolas"/>
                <a:ea typeface="Consolas"/>
                <a:cs typeface="Consolas"/>
                <a:sym typeface="Consolas"/>
              </a:rPr>
              <a: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300"/>
              <a:buFont typeface="Arial"/>
              <a:buNone/>
            </a:pPr>
            <a:br>
              <a:rPr lang="en-US" sz="1300" b="0" i="0" u="none" strike="noStrike" cap="none">
                <a:solidFill>
                  <a:schemeClr val="dk1"/>
                </a:solidFill>
                <a:latin typeface="Consolas"/>
                <a:ea typeface="Consolas"/>
                <a:cs typeface="Consolas"/>
                <a:sym typeface="Consolas"/>
              </a:rPr>
            </a:br>
            <a:r>
              <a:rPr lang="en-US" sz="1300" b="0" i="0" u="none" strike="noStrike" cap="none">
                <a:solidFill>
                  <a:schemeClr val="dk1"/>
                </a:solidFill>
                <a:latin typeface="Consolas"/>
                <a:ea typeface="Consolas"/>
                <a:cs typeface="Consolas"/>
                <a:sym typeface="Consolas"/>
              </a:rPr>
              <a:t>function startServer()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300"/>
              <a:buFont typeface="Arial"/>
              <a:buNone/>
            </a:pPr>
            <a:r>
              <a:rPr lang="en-US" sz="1300" b="0" i="0" u="none" strike="noStrike" cap="none">
                <a:solidFill>
                  <a:schemeClr val="dk1"/>
                </a:solidFill>
                <a:latin typeface="Consolas"/>
                <a:ea typeface="Consolas"/>
                <a:cs typeface="Consolas"/>
                <a:sym typeface="Consolas"/>
              </a:rPr>
              <a:t>  const hostname = "localhost"; // Define server hostname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300"/>
              <a:buFont typeface="Arial"/>
              <a:buNone/>
            </a:pPr>
            <a:r>
              <a:rPr lang="en-US" sz="1300" b="0" i="0" u="none" strike="noStrike" cap="none">
                <a:solidFill>
                  <a:schemeClr val="dk1"/>
                </a:solidFill>
                <a:latin typeface="Consolas"/>
                <a:ea typeface="Consolas"/>
                <a:cs typeface="Consolas"/>
                <a:sym typeface="Consolas"/>
              </a:rPr>
              <a:t>  const port = 8000;// Define port number</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300"/>
              <a:buFont typeface="Arial"/>
              <a:buNone/>
            </a:pPr>
            <a:r>
              <a:rPr lang="en-US" sz="1300" b="0" i="0" u="none" strike="noStrike" cap="none">
                <a:solidFill>
                  <a:schemeClr val="dk1"/>
                </a:solidFill>
                <a:latin typeface="Consolas"/>
                <a:ea typeface="Consolas"/>
                <a:cs typeface="Consolas"/>
                <a:sym typeface="Consolas"/>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300"/>
              <a:buFont typeface="Arial"/>
              <a:buNone/>
            </a:pPr>
            <a:r>
              <a:rPr lang="en-US" sz="1300" b="0" i="0" u="none" strike="noStrike" cap="none">
                <a:solidFill>
                  <a:schemeClr val="dk1"/>
                </a:solidFill>
                <a:latin typeface="Consolas"/>
                <a:ea typeface="Consolas"/>
                <a:cs typeface="Consolas"/>
                <a:sym typeface="Consolas"/>
              </a:rPr>
              <a:t>  // Start the server and listen on the specified hostname and port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300"/>
              <a:buFont typeface="Arial"/>
              <a:buNone/>
            </a:pPr>
            <a:r>
              <a:rPr lang="en-US" sz="1300" b="0" i="0" u="none" strike="noStrike" cap="none">
                <a:solidFill>
                  <a:schemeClr val="dk1"/>
                </a:solidFill>
                <a:latin typeface="Consolas"/>
                <a:ea typeface="Consolas"/>
                <a:cs typeface="Consolas"/>
                <a:sym typeface="Consolas"/>
              </a:rPr>
              <a:t>  server.listen(port, hostname, () =&gt;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300"/>
              <a:buFont typeface="Arial"/>
              <a:buNone/>
            </a:pPr>
            <a:r>
              <a:rPr lang="en-US" sz="1300" b="0" i="0" u="none" strike="noStrike" cap="none">
                <a:solidFill>
                  <a:schemeClr val="dk1"/>
                </a:solidFill>
                <a:latin typeface="Consolas"/>
                <a:ea typeface="Consolas"/>
                <a:cs typeface="Consolas"/>
                <a:sym typeface="Consolas"/>
              </a:rPr>
              <a:t>    console.log(`Server running at http://${hostname}:${port}/`);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300"/>
              <a:buFont typeface="Arial"/>
              <a:buNone/>
            </a:pPr>
            <a:r>
              <a:rPr lang="en-US" sz="1300" b="0" i="0" u="none" strike="noStrike" cap="none">
                <a:solidFill>
                  <a:schemeClr val="dk1"/>
                </a:solidFill>
                <a:latin typeface="Consolas"/>
                <a:ea typeface="Consolas"/>
                <a:cs typeface="Consolas"/>
                <a:sym typeface="Consolas"/>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300"/>
              <a:buFont typeface="Arial"/>
              <a:buNone/>
            </a:pPr>
            <a:r>
              <a:rPr lang="en-US" sz="1300" b="0" i="0" u="none" strike="noStrike" cap="none">
                <a:solidFill>
                  <a:schemeClr val="dk1"/>
                </a:solidFill>
                <a:latin typeface="Consolas"/>
                <a:ea typeface="Consolas"/>
                <a:cs typeface="Consolas"/>
                <a:sym typeface="Consolas"/>
              </a:rPr>
              <a: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300"/>
              <a:buFont typeface="Arial"/>
              <a:buNone/>
            </a:pPr>
            <a:br>
              <a:rPr lang="en-US" sz="1300" b="0" i="0" u="none" strike="noStrike" cap="none">
                <a:solidFill>
                  <a:schemeClr val="dk1"/>
                </a:solidFill>
                <a:latin typeface="Consolas"/>
                <a:ea typeface="Consolas"/>
                <a:cs typeface="Consolas"/>
                <a:sym typeface="Consolas"/>
              </a:rPr>
            </a:br>
            <a:r>
              <a:rPr lang="en-US" sz="1300" b="0" i="0" u="none" strike="noStrike" cap="none">
                <a:solidFill>
                  <a:schemeClr val="dk1"/>
                </a:solidFill>
                <a:latin typeface="Consolas"/>
                <a:ea typeface="Consolas"/>
                <a:cs typeface="Consolas"/>
                <a:sym typeface="Consolas"/>
              </a:rPr>
              <a:t>// call connectDB first and when connection is ready, we start the web server</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300"/>
              <a:buFont typeface="Arial"/>
              <a:buNone/>
            </a:pPr>
            <a:r>
              <a:rPr lang="en-US" sz="1300" b="0" i="0" u="none" strike="noStrike" cap="none">
                <a:solidFill>
                  <a:schemeClr val="dk1"/>
                </a:solidFill>
                <a:latin typeface="Consolas"/>
                <a:ea typeface="Consolas"/>
                <a:cs typeface="Consolas"/>
                <a:sym typeface="Consolas"/>
              </a:rPr>
              <a:t>connectDB().then(startServer);</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100"/>
              <a:buFont typeface="Arial"/>
              <a:buNone/>
            </a:pPr>
            <a:endParaRPr sz="1300" b="0" i="0" u="none" strike="noStrike" cap="none">
              <a:solidFill>
                <a:schemeClr val="dk1"/>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2800"/>
              <a:buFont typeface="Arial"/>
              <a:buNone/>
            </a:pPr>
            <a:endParaRPr sz="1300" b="0" i="0" u="none" strike="noStrike" cap="none">
              <a:solidFill>
                <a:schemeClr val="dk1"/>
              </a:solidFill>
              <a:latin typeface="Consolas"/>
              <a:ea typeface="Consolas"/>
              <a:cs typeface="Consolas"/>
              <a:sym typeface="Consolas"/>
            </a:endParaRPr>
          </a:p>
        </p:txBody>
      </p:sp>
      <p:sp>
        <p:nvSpPr>
          <p:cNvPr id="204" name="Google Shape;204;g36e7958bfd6_0_33"/>
          <p:cNvSpPr txBox="1"/>
          <p:nvPr/>
        </p:nvSpPr>
        <p:spPr>
          <a:xfrm>
            <a:off x="111760" y="1363939"/>
            <a:ext cx="10202700" cy="946800"/>
          </a:xfrm>
          <a:prstGeom prst="rect">
            <a:avLst/>
          </a:prstGeom>
          <a:noFill/>
          <a:ln>
            <a:noFill/>
          </a:ln>
        </p:spPr>
        <p:txBody>
          <a:bodyPr spcFirstLastPara="1" wrap="square" lIns="91425" tIns="91425" rIns="91425" bIns="91425" anchor="t" anchorCtr="0">
            <a:noAutofit/>
          </a:bodyPr>
          <a:lstStyle/>
          <a:p>
            <a:pPr marL="127000" marR="0" lvl="0" indent="0" algn="l" rtl="0">
              <a:lnSpc>
                <a:spcPct val="100000"/>
              </a:lnSpc>
              <a:spcBef>
                <a:spcPts val="0"/>
              </a:spcBef>
              <a:spcAft>
                <a:spcPts val="0"/>
              </a:spcAft>
              <a:buClr>
                <a:srgbClr val="000000"/>
              </a:buClr>
              <a:buSzPts val="1600"/>
              <a:buFont typeface="Arial"/>
              <a:buNone/>
            </a:pPr>
            <a:r>
              <a:rPr lang="en-US" sz="1600" b="0" i="0" u="none" strike="noStrike" cap="none">
                <a:solidFill>
                  <a:schemeClr val="dk1"/>
                </a:solidFill>
                <a:latin typeface="Arial"/>
                <a:ea typeface="Arial"/>
                <a:cs typeface="Arial"/>
                <a:sym typeface="Arial"/>
              </a:rPr>
              <a:t>The </a:t>
            </a:r>
            <a:r>
              <a:rPr lang="en-US" sz="1600" b="1" i="0" u="none" strike="noStrike" cap="none">
                <a:solidFill>
                  <a:schemeClr val="dk1"/>
                </a:solidFill>
                <a:latin typeface="Consolas"/>
                <a:ea typeface="Consolas"/>
                <a:cs typeface="Consolas"/>
                <a:sym typeface="Consolas"/>
              </a:rPr>
              <a:t>server.js</a:t>
            </a:r>
            <a:r>
              <a:rPr lang="en-US" sz="1600" b="0" i="0" u="none" strike="noStrike" cap="none">
                <a:solidFill>
                  <a:schemeClr val="dk1"/>
                </a:solidFill>
                <a:latin typeface="Arial"/>
                <a:ea typeface="Arial"/>
                <a:cs typeface="Arial"/>
                <a:sym typeface="Arial"/>
              </a:rPr>
              <a:t> file is provided in the example1 folder.</a:t>
            </a:r>
            <a:endParaRPr sz="1400" b="0" i="0" u="none" strike="noStrike" cap="none">
              <a:solidFill>
                <a:srgbClr val="000000"/>
              </a:solidFill>
              <a:latin typeface="Arial"/>
              <a:ea typeface="Arial"/>
              <a:cs typeface="Arial"/>
              <a:sym typeface="Arial"/>
            </a:endParaRPr>
          </a:p>
          <a:p>
            <a:pPr marL="127000" marR="0" lvl="0" indent="0" algn="l" rtl="0">
              <a:lnSpc>
                <a:spcPct val="100000"/>
              </a:lnSpc>
              <a:spcBef>
                <a:spcPts val="0"/>
              </a:spcBef>
              <a:spcAft>
                <a:spcPts val="0"/>
              </a:spcAft>
              <a:buClr>
                <a:srgbClr val="000000"/>
              </a:buClr>
              <a:buSzPts val="1600"/>
              <a:buFont typeface="Arial"/>
              <a:buNone/>
            </a:pPr>
            <a:r>
              <a:rPr lang="en-US" sz="1600" b="0" i="0" u="none" strike="noStrike" cap="none">
                <a:solidFill>
                  <a:schemeClr val="dk1"/>
                </a:solidFill>
                <a:latin typeface="Arial"/>
                <a:ea typeface="Arial"/>
                <a:cs typeface="Arial"/>
                <a:sym typeface="Arial"/>
              </a:rPr>
              <a:t>The script here shows the </a:t>
            </a:r>
            <a:r>
              <a:rPr lang="en-US" sz="1600" b="1" i="0" u="none" strike="noStrike" cap="none">
                <a:solidFill>
                  <a:srgbClr val="0000FF"/>
                </a:solidFill>
                <a:latin typeface="Arial"/>
                <a:ea typeface="Arial"/>
                <a:cs typeface="Arial"/>
                <a:sym typeface="Arial"/>
              </a:rPr>
              <a:t>portion</a:t>
            </a:r>
            <a:r>
              <a:rPr lang="en-US" sz="1600" b="0" i="0" u="none" strike="noStrike" cap="none">
                <a:solidFill>
                  <a:schemeClr val="dk1"/>
                </a:solidFill>
                <a:latin typeface="Arial"/>
                <a:ea typeface="Arial"/>
                <a:cs typeface="Arial"/>
                <a:sym typeface="Arial"/>
              </a:rPr>
              <a:t> for starting the web server. </a:t>
            </a:r>
            <a:endParaRPr sz="1400" b="0" i="0" u="none" strike="noStrike" cap="none">
              <a:solidFill>
                <a:srgbClr val="000000"/>
              </a:solidFill>
              <a:latin typeface="Arial"/>
              <a:ea typeface="Arial"/>
              <a:cs typeface="Arial"/>
              <a:sym typeface="Arial"/>
            </a:endParaRPr>
          </a:p>
          <a:p>
            <a:pPr marL="12700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Arial"/>
              <a:ea typeface="Arial"/>
              <a:cs typeface="Arial"/>
              <a:sym typeface="Arial"/>
            </a:endParaRPr>
          </a:p>
          <a:p>
            <a:pPr marL="12700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Arial"/>
              <a:ea typeface="Arial"/>
              <a:cs typeface="Arial"/>
              <a:sym typeface="Arial"/>
            </a:endParaRPr>
          </a:p>
          <a:p>
            <a:pPr marL="45720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Arial"/>
              <a:ea typeface="Arial"/>
              <a:cs typeface="Arial"/>
              <a:sym typeface="Arial"/>
            </a:endParaRPr>
          </a:p>
        </p:txBody>
      </p:sp>
      <p:sp>
        <p:nvSpPr>
          <p:cNvPr id="205" name="Google Shape;205;g36e7958bfd6_0_33"/>
          <p:cNvSpPr txBox="1"/>
          <p:nvPr/>
        </p:nvSpPr>
        <p:spPr>
          <a:xfrm>
            <a:off x="318312" y="4657383"/>
            <a:ext cx="2376408" cy="1415742"/>
          </a:xfrm>
          <a:prstGeom prst="rect">
            <a:avLst/>
          </a:prstGeom>
          <a:solidFill>
            <a:srgbClr val="FFCCFF"/>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We call the </a:t>
            </a:r>
            <a:r>
              <a:rPr lang="en-US" sz="1600" b="1" i="0" u="none" strike="noStrike" cap="none">
                <a:solidFill>
                  <a:srgbClr val="000000"/>
                </a:solidFill>
                <a:latin typeface="Consolas"/>
                <a:ea typeface="Consolas"/>
                <a:cs typeface="Consolas"/>
                <a:sym typeface="Consolas"/>
              </a:rPr>
              <a:t>connectDB</a:t>
            </a:r>
            <a:r>
              <a:rPr lang="en-US" sz="1600" b="0" i="0" u="none" strike="noStrike" cap="none">
                <a:solidFill>
                  <a:srgbClr val="000000"/>
                </a:solidFill>
                <a:latin typeface="Arial"/>
                <a:ea typeface="Arial"/>
                <a:cs typeface="Arial"/>
                <a:sym typeface="Arial"/>
              </a:rPr>
              <a:t> function first to ensure that the database is connected before we start the web server.</a:t>
            </a:r>
            <a:endParaRPr sz="1600" b="0" i="0" u="none" strike="noStrike" cap="none">
              <a:solidFill>
                <a:srgbClr val="000000"/>
              </a:solidFill>
              <a:latin typeface="Arial"/>
              <a:ea typeface="Arial"/>
              <a:cs typeface="Arial"/>
              <a:sym typeface="Arial"/>
            </a:endParaRPr>
          </a:p>
        </p:txBody>
      </p:sp>
      <p:sp>
        <p:nvSpPr>
          <p:cNvPr id="206" name="Google Shape;206;g36e7958bfd6_0_33"/>
          <p:cNvSpPr/>
          <p:nvPr/>
        </p:nvSpPr>
        <p:spPr>
          <a:xfrm>
            <a:off x="2967997" y="5221793"/>
            <a:ext cx="1096003" cy="286922"/>
          </a:xfrm>
          <a:prstGeom prst="flowChartAlternateProcess">
            <a:avLst/>
          </a:prstGeom>
          <a:noFill/>
          <a:ln w="19050" cap="flat" cmpd="sng">
            <a:solidFill>
              <a:srgbClr val="FFCC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207" name="Google Shape;207;g36e7958bfd6_0_33"/>
          <p:cNvCxnSpPr>
            <a:stCxn id="205" idx="3"/>
            <a:endCxn id="206" idx="1"/>
          </p:cNvCxnSpPr>
          <p:nvPr/>
        </p:nvCxnSpPr>
        <p:spPr>
          <a:xfrm>
            <a:off x="2694720" y="5365254"/>
            <a:ext cx="273300" cy="0"/>
          </a:xfrm>
          <a:prstGeom prst="straightConnector1">
            <a:avLst/>
          </a:prstGeom>
          <a:noFill/>
          <a:ln w="19050" cap="flat" cmpd="sng">
            <a:solidFill>
              <a:srgbClr val="FFCCFF"/>
            </a:solidFill>
            <a:prstDash val="solid"/>
            <a:round/>
            <a:headEnd type="none" w="sm" len="sm"/>
            <a:tailEnd type="triangle" w="med" len="med"/>
          </a:ln>
        </p:spPr>
      </p:cxnSp>
      <p:sp>
        <p:nvSpPr>
          <p:cNvPr id="208" name="Google Shape;208;g36e7958bfd6_0_33"/>
          <p:cNvSpPr/>
          <p:nvPr/>
        </p:nvSpPr>
        <p:spPr>
          <a:xfrm>
            <a:off x="4482730" y="5199065"/>
            <a:ext cx="1199613" cy="286921"/>
          </a:xfrm>
          <a:prstGeom prst="flowChartAlternateProcess">
            <a:avLst/>
          </a:prstGeom>
          <a:noFill/>
          <a:ln w="19050"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209" name="Google Shape;209;g36e7958bfd6_0_33"/>
          <p:cNvCxnSpPr>
            <a:stCxn id="210" idx="1"/>
            <a:endCxn id="208" idx="3"/>
          </p:cNvCxnSpPr>
          <p:nvPr/>
        </p:nvCxnSpPr>
        <p:spPr>
          <a:xfrm rot="10800000">
            <a:off x="5682481" y="5342525"/>
            <a:ext cx="4046400" cy="0"/>
          </a:xfrm>
          <a:prstGeom prst="straightConnector1">
            <a:avLst/>
          </a:prstGeom>
          <a:noFill/>
          <a:ln w="19050" cap="flat" cmpd="sng">
            <a:solidFill>
              <a:srgbClr val="0000FF"/>
            </a:solidFill>
            <a:prstDash val="solid"/>
            <a:round/>
            <a:headEnd type="none" w="sm" len="sm"/>
            <a:tailEnd type="triangle" w="med" len="med"/>
          </a:ln>
        </p:spPr>
      </p:cxnSp>
      <p:sp>
        <p:nvSpPr>
          <p:cNvPr id="210" name="Google Shape;210;g36e7958bfd6_0_33"/>
          <p:cNvSpPr txBox="1"/>
          <p:nvPr/>
        </p:nvSpPr>
        <p:spPr>
          <a:xfrm>
            <a:off x="9728881" y="4511543"/>
            <a:ext cx="1945800" cy="1661963"/>
          </a:xfrm>
          <a:prstGeom prst="rect">
            <a:avLst/>
          </a:prstGeom>
          <a:solidFill>
            <a:srgbClr val="9FC5E8"/>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US" sz="1600" b="0" i="0" u="none" strike="noStrike" cap="none">
                <a:solidFill>
                  <a:schemeClr val="dk1"/>
                </a:solidFill>
                <a:latin typeface="Arial"/>
                <a:ea typeface="Arial"/>
                <a:cs typeface="Arial"/>
                <a:sym typeface="Arial"/>
              </a:rPr>
              <a:t>Call </a:t>
            </a:r>
            <a:r>
              <a:rPr lang="en-US" sz="1600" b="1" i="0" u="none" strike="noStrike" cap="none">
                <a:solidFill>
                  <a:schemeClr val="dk1"/>
                </a:solidFill>
                <a:latin typeface="Consolas"/>
                <a:ea typeface="Consolas"/>
                <a:cs typeface="Consolas"/>
                <a:sym typeface="Consolas"/>
              </a:rPr>
              <a:t>startServer()</a:t>
            </a:r>
            <a:r>
              <a:rPr lang="en-US" sz="1600" b="0" i="0" u="none" strike="noStrike" cap="none">
                <a:solidFill>
                  <a:schemeClr val="dk1"/>
                </a:solidFill>
                <a:latin typeface="Arial"/>
                <a:ea typeface="Arial"/>
                <a:cs typeface="Arial"/>
                <a:sym typeface="Arial"/>
              </a:rPr>
              <a:t> function when database connection has been established.</a:t>
            </a:r>
            <a:endParaRPr sz="1600" b="0" i="0" u="none" strike="noStrike" cap="non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g36e7437085d_0_217"/>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Clr>
                <a:srgbClr val="000000"/>
              </a:buClr>
              <a:buSzPts val="2400"/>
              <a:buFont typeface="Arial"/>
              <a:buNone/>
            </a:pPr>
            <a:r>
              <a:rPr lang="en-US" sz="2400" b="1" i="0" u="none" strike="noStrike" cap="none" dirty="0">
                <a:solidFill>
                  <a:srgbClr val="11175E"/>
                </a:solidFill>
                <a:latin typeface="Arial"/>
                <a:ea typeface="Arial"/>
                <a:cs typeface="Arial"/>
                <a:sym typeface="Arial"/>
              </a:rPr>
              <a:t>Example 1: </a:t>
            </a:r>
            <a:r>
              <a:rPr lang="en-US" sz="2400" b="1" i="0" u="none" strike="noStrike" cap="none" dirty="0">
                <a:solidFill>
                  <a:srgbClr val="11175E"/>
                </a:solidFill>
                <a:highlight>
                  <a:srgbClr val="FFFF00"/>
                </a:highlight>
                <a:latin typeface="Arial"/>
                <a:ea typeface="Arial"/>
                <a:cs typeface="Arial"/>
                <a:sym typeface="Arial"/>
              </a:rPr>
              <a:t>Install Mongoose and </a:t>
            </a:r>
            <a:r>
              <a:rPr lang="en-US" sz="2400" b="1" i="0" u="none" strike="noStrike" cap="none" dirty="0" err="1">
                <a:solidFill>
                  <a:srgbClr val="11175E"/>
                </a:solidFill>
                <a:highlight>
                  <a:srgbClr val="FFFF00"/>
                </a:highlight>
                <a:latin typeface="Arial"/>
                <a:ea typeface="Arial"/>
                <a:cs typeface="Arial"/>
                <a:sym typeface="Arial"/>
              </a:rPr>
              <a:t>dotenv</a:t>
            </a:r>
            <a:r>
              <a:rPr lang="en-US" sz="2400" b="1" i="0" u="none" strike="noStrike" cap="none" dirty="0">
                <a:solidFill>
                  <a:srgbClr val="11175E"/>
                </a:solidFill>
                <a:highlight>
                  <a:srgbClr val="FFFF00"/>
                </a:highlight>
                <a:latin typeface="Arial"/>
                <a:ea typeface="Arial"/>
                <a:cs typeface="Arial"/>
                <a:sym typeface="Arial"/>
              </a:rPr>
              <a:t> </a:t>
            </a:r>
            <a:endParaRPr sz="2400" b="1" i="0" u="none" strike="noStrike" cap="none" dirty="0">
              <a:solidFill>
                <a:srgbClr val="11175E"/>
              </a:solidFill>
              <a:highlight>
                <a:srgbClr val="FFFF00"/>
              </a:highlight>
              <a:latin typeface="Arial"/>
              <a:ea typeface="Arial"/>
              <a:cs typeface="Arial"/>
              <a:sym typeface="Arial"/>
            </a:endParaRPr>
          </a:p>
        </p:txBody>
      </p:sp>
      <p:pic>
        <p:nvPicPr>
          <p:cNvPr id="216" name="Google Shape;216;g36e7437085d_0_217"/>
          <p:cNvPicPr preferRelativeResize="0"/>
          <p:nvPr/>
        </p:nvPicPr>
        <p:blipFill rotWithShape="1">
          <a:blip r:embed="rId3">
            <a:alphaModFix/>
          </a:blip>
          <a:srcRect/>
          <a:stretch/>
        </p:blipFill>
        <p:spPr>
          <a:xfrm>
            <a:off x="6456364" y="2599063"/>
            <a:ext cx="5485474" cy="1743237"/>
          </a:xfrm>
          <a:prstGeom prst="rect">
            <a:avLst/>
          </a:prstGeom>
          <a:noFill/>
          <a:ln w="9525" cap="flat" cmpd="sng">
            <a:solidFill>
              <a:schemeClr val="accent1"/>
            </a:solidFill>
            <a:prstDash val="solid"/>
            <a:round/>
            <a:headEnd type="none" w="sm" len="sm"/>
            <a:tailEnd type="none" w="sm" len="sm"/>
          </a:ln>
        </p:spPr>
      </p:pic>
      <p:sp>
        <p:nvSpPr>
          <p:cNvPr id="217" name="Google Shape;217;g36e7437085d_0_217"/>
          <p:cNvSpPr txBox="1"/>
          <p:nvPr/>
        </p:nvSpPr>
        <p:spPr>
          <a:xfrm>
            <a:off x="252666" y="1415936"/>
            <a:ext cx="7246800" cy="410841"/>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Clr>
                <a:srgbClr val="000000"/>
              </a:buClr>
              <a:buSzPts val="1800"/>
              <a:buFont typeface="Arial"/>
              <a:buNone/>
            </a:pPr>
            <a:r>
              <a:rPr lang="en-US" sz="1800" b="1" i="0" u="none" strike="noStrike" cap="none">
                <a:solidFill>
                  <a:schemeClr val="dk1"/>
                </a:solidFill>
                <a:latin typeface="Arial"/>
                <a:ea typeface="Arial"/>
                <a:cs typeface="Arial"/>
                <a:sym typeface="Arial"/>
              </a:rPr>
              <a:t>Install dependencies and connecting to database</a:t>
            </a:r>
            <a:endParaRPr sz="1600" b="0" i="0" u="none" strike="noStrike" cap="none">
              <a:solidFill>
                <a:srgbClr val="000000"/>
              </a:solidFill>
              <a:latin typeface="Arial"/>
              <a:ea typeface="Arial"/>
              <a:cs typeface="Arial"/>
              <a:sym typeface="Arial"/>
            </a:endParaRPr>
          </a:p>
        </p:txBody>
      </p:sp>
      <p:sp>
        <p:nvSpPr>
          <p:cNvPr id="218" name="Google Shape;218;g36e7437085d_0_217"/>
          <p:cNvSpPr txBox="1"/>
          <p:nvPr/>
        </p:nvSpPr>
        <p:spPr>
          <a:xfrm>
            <a:off x="240869" y="1858289"/>
            <a:ext cx="9424339" cy="3385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chemeClr val="dk1"/>
                </a:solidFill>
                <a:latin typeface="Arial"/>
                <a:ea typeface="Arial"/>
                <a:cs typeface="Arial"/>
                <a:sym typeface="Arial"/>
              </a:rPr>
              <a:t>Now we need to install </a:t>
            </a:r>
            <a:r>
              <a:rPr lang="en-US" sz="1600" b="1" i="0" u="none" strike="noStrike" cap="none">
                <a:solidFill>
                  <a:schemeClr val="dk1"/>
                </a:solidFill>
                <a:latin typeface="Arial"/>
                <a:ea typeface="Arial"/>
                <a:cs typeface="Arial"/>
                <a:sym typeface="Arial"/>
              </a:rPr>
              <a:t>Mongoose</a:t>
            </a:r>
            <a:r>
              <a:rPr lang="en-US" sz="1600" b="0" i="0" u="none" strike="noStrike" cap="none">
                <a:solidFill>
                  <a:schemeClr val="dk1"/>
                </a:solidFill>
                <a:latin typeface="Arial"/>
                <a:ea typeface="Arial"/>
                <a:cs typeface="Arial"/>
                <a:sym typeface="Arial"/>
              </a:rPr>
              <a:t> and </a:t>
            </a:r>
            <a:r>
              <a:rPr lang="en-US" sz="1600" b="1" i="0" u="none" strike="noStrike" cap="none">
                <a:solidFill>
                  <a:schemeClr val="dk1"/>
                </a:solidFill>
                <a:latin typeface="Consolas"/>
                <a:ea typeface="Consolas"/>
                <a:cs typeface="Consolas"/>
                <a:sym typeface="Consolas"/>
              </a:rPr>
              <a:t>dotenv</a:t>
            </a:r>
            <a:r>
              <a:rPr lang="en-US" sz="1600" b="0" i="0" u="none" strike="noStrike" cap="none">
                <a:solidFill>
                  <a:schemeClr val="dk1"/>
                </a:solidFill>
                <a:latin typeface="Arial"/>
                <a:ea typeface="Arial"/>
                <a:cs typeface="Arial"/>
                <a:sym typeface="Arial"/>
              </a:rPr>
              <a:t> to our application (project) so we can use it. </a:t>
            </a:r>
            <a:endParaRPr sz="1600" b="0" i="0" u="none" strike="noStrike" cap="none">
              <a:solidFill>
                <a:srgbClr val="000000"/>
              </a:solidFill>
              <a:latin typeface="Arial"/>
              <a:ea typeface="Arial"/>
              <a:cs typeface="Arial"/>
              <a:sym typeface="Arial"/>
            </a:endParaRPr>
          </a:p>
        </p:txBody>
      </p:sp>
      <p:sp>
        <p:nvSpPr>
          <p:cNvPr id="219" name="Google Shape;219;g36e7437085d_0_217"/>
          <p:cNvSpPr txBox="1"/>
          <p:nvPr/>
        </p:nvSpPr>
        <p:spPr>
          <a:xfrm>
            <a:off x="121221" y="2456082"/>
            <a:ext cx="5541264" cy="2769989"/>
          </a:xfrm>
          <a:prstGeom prst="rect">
            <a:avLst/>
          </a:prstGeom>
          <a:noFill/>
          <a:ln>
            <a:noFill/>
          </a:ln>
        </p:spPr>
        <p:txBody>
          <a:bodyPr spcFirstLastPara="1" wrap="square" lIns="91425" tIns="45700" rIns="91425" bIns="45700" anchor="t" anchorCtr="0">
            <a:spAutoFit/>
          </a:bodyPr>
          <a:lstStyle/>
          <a:p>
            <a:pPr marL="457200" marR="0" lvl="0" indent="-330200" algn="l" rtl="0">
              <a:lnSpc>
                <a:spcPct val="100000"/>
              </a:lnSpc>
              <a:spcBef>
                <a:spcPts val="0"/>
              </a:spcBef>
              <a:spcAft>
                <a:spcPts val="0"/>
              </a:spcAft>
              <a:buClr>
                <a:schemeClr val="dk1"/>
              </a:buClr>
              <a:buSzPts val="1600"/>
              <a:buFont typeface="Arial"/>
              <a:buChar char="●"/>
            </a:pPr>
            <a:r>
              <a:rPr lang="en-US" sz="1600" b="0" i="0" u="none" strike="noStrike" cap="none" dirty="0">
                <a:solidFill>
                  <a:schemeClr val="dk1"/>
                </a:solidFill>
                <a:latin typeface="Arial"/>
                <a:ea typeface="Arial"/>
                <a:cs typeface="Arial"/>
                <a:sym typeface="Arial"/>
              </a:rPr>
              <a:t>Navigate to your directory where </a:t>
            </a:r>
            <a:r>
              <a:rPr lang="en-US" sz="1600" b="1" i="0" u="none" strike="noStrike" cap="none" dirty="0">
                <a:solidFill>
                  <a:schemeClr val="dk1"/>
                </a:solidFill>
                <a:latin typeface="Consolas"/>
                <a:ea typeface="Consolas"/>
                <a:cs typeface="Consolas"/>
                <a:sym typeface="Consolas"/>
              </a:rPr>
              <a:t>example1</a:t>
            </a:r>
            <a:r>
              <a:rPr lang="en-US" sz="1600" b="0" i="0" u="none" strike="noStrike" cap="none" dirty="0">
                <a:solidFill>
                  <a:schemeClr val="dk1"/>
                </a:solidFill>
                <a:latin typeface="Arial"/>
                <a:ea typeface="Arial"/>
                <a:cs typeface="Arial"/>
                <a:sym typeface="Arial"/>
              </a:rPr>
              <a:t> folder is located.</a:t>
            </a:r>
            <a:endParaRPr sz="1400" b="0" i="0" u="none" strike="noStrike" cap="none" dirty="0">
              <a:solidFill>
                <a:srgbClr val="000000"/>
              </a:solidFill>
              <a:latin typeface="Arial"/>
              <a:ea typeface="Arial"/>
              <a:cs typeface="Arial"/>
              <a:sym typeface="Arial"/>
            </a:endParaRPr>
          </a:p>
          <a:p>
            <a:pPr marL="457200" marR="0" lvl="0" indent="-330200" algn="l" rtl="0">
              <a:lnSpc>
                <a:spcPct val="100000"/>
              </a:lnSpc>
              <a:spcBef>
                <a:spcPts val="0"/>
              </a:spcBef>
              <a:spcAft>
                <a:spcPts val="0"/>
              </a:spcAft>
              <a:buClr>
                <a:schemeClr val="dk1"/>
              </a:buClr>
              <a:buSzPts val="1600"/>
              <a:buFont typeface="Arial"/>
              <a:buChar char="●"/>
            </a:pPr>
            <a:r>
              <a:rPr lang="en-US" sz="1600" b="0" i="0" u="none" strike="noStrike" cap="none" dirty="0">
                <a:solidFill>
                  <a:schemeClr val="dk1"/>
                </a:solidFill>
                <a:latin typeface="Arial"/>
                <a:ea typeface="Arial"/>
                <a:cs typeface="Arial"/>
                <a:sym typeface="Arial"/>
              </a:rPr>
              <a:t>Please </a:t>
            </a:r>
            <a:r>
              <a:rPr lang="en-US" sz="1600" b="1" i="0" u="none" strike="noStrike" cap="none" dirty="0">
                <a:solidFill>
                  <a:schemeClr val="dk1"/>
                </a:solidFill>
                <a:latin typeface="Arial"/>
                <a:ea typeface="Arial"/>
                <a:cs typeface="Arial"/>
                <a:sym typeface="Arial"/>
              </a:rPr>
              <a:t>ensure</a:t>
            </a:r>
            <a:r>
              <a:rPr lang="en-US" sz="1600" b="0" i="0" u="none" strike="noStrike" cap="none" dirty="0">
                <a:solidFill>
                  <a:schemeClr val="dk1"/>
                </a:solidFill>
                <a:latin typeface="Arial"/>
                <a:ea typeface="Arial"/>
                <a:cs typeface="Arial"/>
                <a:sym typeface="Arial"/>
              </a:rPr>
              <a:t> that </a:t>
            </a:r>
            <a:r>
              <a:rPr lang="en-US" sz="1600" b="1" i="0" u="none" strike="noStrike" cap="none" dirty="0">
                <a:solidFill>
                  <a:schemeClr val="dk1"/>
                </a:solidFill>
                <a:latin typeface="Consolas"/>
                <a:ea typeface="Consolas"/>
                <a:cs typeface="Consolas"/>
                <a:sym typeface="Consolas"/>
              </a:rPr>
              <a:t>express</a:t>
            </a:r>
            <a:r>
              <a:rPr lang="en-US" sz="1600" b="0" i="0" u="none" strike="noStrike" cap="none" dirty="0">
                <a:solidFill>
                  <a:schemeClr val="dk1"/>
                </a:solidFill>
                <a:latin typeface="Arial"/>
                <a:ea typeface="Arial"/>
                <a:cs typeface="Arial"/>
                <a:sym typeface="Arial"/>
              </a:rPr>
              <a:t>, </a:t>
            </a:r>
            <a:r>
              <a:rPr lang="en-US" sz="1600" b="1" i="0" u="none" strike="noStrike" cap="none" dirty="0" err="1">
                <a:solidFill>
                  <a:schemeClr val="dk1"/>
                </a:solidFill>
                <a:latin typeface="Consolas"/>
                <a:ea typeface="Consolas"/>
                <a:cs typeface="Consolas"/>
                <a:sym typeface="Consolas"/>
              </a:rPr>
              <a:t>ejs</a:t>
            </a:r>
            <a:r>
              <a:rPr lang="en-US" sz="1600" b="0" i="0" u="none" strike="noStrike" cap="none" dirty="0">
                <a:solidFill>
                  <a:schemeClr val="dk1"/>
                </a:solidFill>
                <a:latin typeface="Arial"/>
                <a:ea typeface="Arial"/>
                <a:cs typeface="Arial"/>
                <a:sym typeface="Arial"/>
              </a:rPr>
              <a:t> and </a:t>
            </a:r>
            <a:r>
              <a:rPr lang="en-US" sz="1600" b="1" i="0" u="none" strike="noStrike" cap="none" dirty="0" err="1">
                <a:solidFill>
                  <a:schemeClr val="dk1"/>
                </a:solidFill>
                <a:latin typeface="Consolas"/>
                <a:ea typeface="Consolas"/>
                <a:cs typeface="Consolas"/>
                <a:sym typeface="Consolas"/>
              </a:rPr>
              <a:t>nodemon</a:t>
            </a:r>
            <a:r>
              <a:rPr lang="en-US" sz="1600" b="0" i="0" u="none" strike="noStrike" cap="none" dirty="0">
                <a:solidFill>
                  <a:schemeClr val="dk1"/>
                </a:solidFill>
                <a:latin typeface="Arial"/>
                <a:ea typeface="Arial"/>
                <a:cs typeface="Arial"/>
                <a:sym typeface="Arial"/>
              </a:rPr>
              <a:t> are installed in this directory</a:t>
            </a:r>
            <a:endParaRPr sz="1400" b="0" i="0" u="none" strike="noStrike" cap="none" dirty="0">
              <a:solidFill>
                <a:srgbClr val="000000"/>
              </a:solidFill>
              <a:latin typeface="Arial"/>
              <a:ea typeface="Arial"/>
              <a:cs typeface="Arial"/>
              <a:sym typeface="Arial"/>
            </a:endParaRPr>
          </a:p>
          <a:p>
            <a:pPr marL="457200" marR="0" lvl="0" indent="-330200" algn="l" rtl="0">
              <a:lnSpc>
                <a:spcPct val="100000"/>
              </a:lnSpc>
              <a:spcBef>
                <a:spcPts val="0"/>
              </a:spcBef>
              <a:spcAft>
                <a:spcPts val="0"/>
              </a:spcAft>
              <a:buClr>
                <a:schemeClr val="dk1"/>
              </a:buClr>
              <a:buSzPts val="1600"/>
              <a:buFont typeface="Arial"/>
              <a:buChar char="●"/>
            </a:pPr>
            <a:r>
              <a:rPr lang="en-US" sz="1600" b="0" i="0" u="none" strike="noStrike" cap="none" dirty="0">
                <a:solidFill>
                  <a:schemeClr val="dk1"/>
                </a:solidFill>
                <a:latin typeface="Arial"/>
                <a:ea typeface="Arial"/>
                <a:cs typeface="Arial"/>
                <a:sym typeface="Arial"/>
              </a:rPr>
              <a:t>In </a:t>
            </a:r>
            <a:r>
              <a:rPr lang="en-US" sz="1600" b="1" i="0" u="none" strike="noStrike" cap="none" dirty="0">
                <a:solidFill>
                  <a:schemeClr val="dk1"/>
                </a:solidFill>
                <a:latin typeface="Consolas"/>
                <a:ea typeface="Consolas"/>
                <a:cs typeface="Consolas"/>
                <a:sym typeface="Consolas"/>
              </a:rPr>
              <a:t>terminal</a:t>
            </a:r>
            <a:r>
              <a:rPr lang="en-US" sz="1600" b="1" i="0" u="none" strike="noStrike" cap="none" dirty="0">
                <a:solidFill>
                  <a:srgbClr val="0000FF"/>
                </a:solidFill>
                <a:latin typeface="Arial"/>
                <a:ea typeface="Arial"/>
                <a:cs typeface="Arial"/>
                <a:sym typeface="Arial"/>
              </a:rPr>
              <a:t> </a:t>
            </a:r>
            <a:endParaRPr sz="1400" b="0" i="0" u="none" strike="noStrike" cap="none" dirty="0">
              <a:solidFill>
                <a:srgbClr val="000000"/>
              </a:solidFill>
              <a:latin typeface="Arial"/>
              <a:ea typeface="Arial"/>
              <a:cs typeface="Arial"/>
              <a:sym typeface="Arial"/>
            </a:endParaRPr>
          </a:p>
          <a:p>
            <a:pPr marL="733425" marR="0" lvl="8" indent="-285750" algn="l" rtl="0">
              <a:lnSpc>
                <a:spcPct val="100000"/>
              </a:lnSpc>
              <a:spcBef>
                <a:spcPts val="0"/>
              </a:spcBef>
              <a:spcAft>
                <a:spcPts val="0"/>
              </a:spcAft>
              <a:buClr>
                <a:schemeClr val="dk1"/>
              </a:buClr>
              <a:buSzPts val="1600"/>
              <a:buFont typeface="Courier New"/>
              <a:buChar char="o"/>
            </a:pPr>
            <a:r>
              <a:rPr lang="en-US" sz="1600" b="0" i="0" u="none" strike="noStrike" cap="none" dirty="0">
                <a:solidFill>
                  <a:schemeClr val="dk1"/>
                </a:solidFill>
                <a:highlight>
                  <a:srgbClr val="FFFF00"/>
                </a:highlight>
                <a:latin typeface="Arial"/>
                <a:ea typeface="Arial"/>
                <a:cs typeface="Arial"/>
                <a:sym typeface="Arial"/>
              </a:rPr>
              <a:t>type : </a:t>
            </a:r>
            <a:r>
              <a:rPr lang="en-US" sz="1600" b="1" i="0" u="none" strike="noStrike" cap="none" dirty="0" err="1">
                <a:solidFill>
                  <a:schemeClr val="dk1"/>
                </a:solidFill>
                <a:highlight>
                  <a:srgbClr val="FFFF00"/>
                </a:highlight>
                <a:latin typeface="Consolas"/>
                <a:ea typeface="Consolas"/>
                <a:cs typeface="Consolas"/>
                <a:sym typeface="Consolas"/>
              </a:rPr>
              <a:t>npm</a:t>
            </a:r>
            <a:r>
              <a:rPr lang="en-US" sz="1600" b="1" i="0" u="none" strike="noStrike" cap="none" dirty="0">
                <a:solidFill>
                  <a:schemeClr val="dk1"/>
                </a:solidFill>
                <a:highlight>
                  <a:srgbClr val="FFFF00"/>
                </a:highlight>
                <a:latin typeface="Consolas"/>
                <a:ea typeface="Consolas"/>
                <a:cs typeface="Consolas"/>
                <a:sym typeface="Consolas"/>
              </a:rPr>
              <a:t> install mongoose</a:t>
            </a:r>
            <a:endParaRPr sz="1600" b="1" i="0" u="none" strike="noStrike" cap="none" dirty="0">
              <a:solidFill>
                <a:schemeClr val="dk1"/>
              </a:solidFill>
              <a:highlight>
                <a:srgbClr val="FFFF00"/>
              </a:highlight>
              <a:latin typeface="Consolas"/>
              <a:ea typeface="Consolas"/>
              <a:cs typeface="Consolas"/>
              <a:sym typeface="Consolas"/>
            </a:endParaRPr>
          </a:p>
          <a:p>
            <a:pPr marL="733425" marR="0" lvl="7" indent="-285750" algn="l" rtl="0">
              <a:lnSpc>
                <a:spcPct val="100000"/>
              </a:lnSpc>
              <a:spcBef>
                <a:spcPts val="0"/>
              </a:spcBef>
              <a:spcAft>
                <a:spcPts val="0"/>
              </a:spcAft>
              <a:buClr>
                <a:schemeClr val="dk1"/>
              </a:buClr>
              <a:buSzPts val="1600"/>
              <a:buFont typeface="Courier New"/>
              <a:buChar char="o"/>
            </a:pPr>
            <a:r>
              <a:rPr lang="en-US" sz="1600" b="0" i="0" u="none" strike="noStrike" cap="none" dirty="0">
                <a:solidFill>
                  <a:schemeClr val="dk1"/>
                </a:solidFill>
                <a:highlight>
                  <a:srgbClr val="FFFF00"/>
                </a:highlight>
                <a:latin typeface="Arial"/>
                <a:ea typeface="Arial"/>
                <a:cs typeface="Arial"/>
                <a:sym typeface="Arial"/>
              </a:rPr>
              <a:t>type : </a:t>
            </a:r>
            <a:r>
              <a:rPr lang="en-US" sz="1600" b="1" i="0" u="none" strike="noStrike" cap="none" dirty="0" err="1">
                <a:solidFill>
                  <a:schemeClr val="dk1"/>
                </a:solidFill>
                <a:highlight>
                  <a:srgbClr val="FFFF00"/>
                </a:highlight>
                <a:latin typeface="Consolas"/>
                <a:ea typeface="Consolas"/>
                <a:cs typeface="Consolas"/>
                <a:sym typeface="Consolas"/>
              </a:rPr>
              <a:t>npm</a:t>
            </a:r>
            <a:r>
              <a:rPr lang="en-US" sz="1600" b="1" i="0" u="none" strike="noStrike" cap="none" dirty="0">
                <a:solidFill>
                  <a:schemeClr val="dk1"/>
                </a:solidFill>
                <a:highlight>
                  <a:srgbClr val="FFFF00"/>
                </a:highlight>
                <a:latin typeface="Consolas"/>
                <a:ea typeface="Consolas"/>
                <a:cs typeface="Consolas"/>
                <a:sym typeface="Consolas"/>
              </a:rPr>
              <a:t> install </a:t>
            </a:r>
            <a:r>
              <a:rPr lang="en-US" sz="1600" b="1" i="0" u="none" strike="noStrike" cap="none" dirty="0" err="1">
                <a:solidFill>
                  <a:schemeClr val="dk1"/>
                </a:solidFill>
                <a:highlight>
                  <a:srgbClr val="FFFF00"/>
                </a:highlight>
                <a:latin typeface="Consolas"/>
                <a:ea typeface="Consolas"/>
                <a:cs typeface="Consolas"/>
                <a:sym typeface="Consolas"/>
              </a:rPr>
              <a:t>dotenv</a:t>
            </a:r>
            <a:endParaRPr sz="1600" b="1" i="0" u="none" strike="noStrike" cap="none" dirty="0">
              <a:solidFill>
                <a:schemeClr val="dk1"/>
              </a:solidFill>
              <a:highlight>
                <a:srgbClr val="FFFF00"/>
              </a:highlight>
              <a:latin typeface="Consolas"/>
              <a:ea typeface="Consolas"/>
              <a:cs typeface="Consolas"/>
              <a:sym typeface="Consolas"/>
            </a:endParaRPr>
          </a:p>
          <a:p>
            <a:pPr marL="733425" marR="0" lvl="7" indent="-285750" algn="l" rtl="0">
              <a:lnSpc>
                <a:spcPct val="100000"/>
              </a:lnSpc>
              <a:spcBef>
                <a:spcPts val="0"/>
              </a:spcBef>
              <a:spcAft>
                <a:spcPts val="0"/>
              </a:spcAft>
              <a:buClr>
                <a:schemeClr val="dk1"/>
              </a:buClr>
              <a:buSzPts val="1600"/>
              <a:buFont typeface="Courier New"/>
              <a:buChar char="o"/>
            </a:pPr>
            <a:r>
              <a:rPr lang="en-US" sz="1600" b="0" i="0" u="none" strike="noStrike" cap="none" dirty="0">
                <a:solidFill>
                  <a:schemeClr val="dk1"/>
                </a:solidFill>
                <a:highlight>
                  <a:srgbClr val="FFFF00"/>
                </a:highlight>
                <a:latin typeface="Arial"/>
                <a:ea typeface="Arial"/>
                <a:cs typeface="Arial"/>
                <a:sym typeface="Arial"/>
              </a:rPr>
              <a:t>type : </a:t>
            </a:r>
            <a:r>
              <a:rPr lang="en-US" sz="1600" b="1" i="0" u="none" strike="noStrike" cap="none" dirty="0" err="1">
                <a:solidFill>
                  <a:schemeClr val="dk1"/>
                </a:solidFill>
                <a:highlight>
                  <a:srgbClr val="FFFF00"/>
                </a:highlight>
                <a:latin typeface="Consolas"/>
                <a:ea typeface="Consolas"/>
                <a:cs typeface="Consolas"/>
                <a:sym typeface="Consolas"/>
              </a:rPr>
              <a:t>nodemon</a:t>
            </a:r>
            <a:r>
              <a:rPr lang="en-US" sz="1600" b="1" i="0" u="none" strike="noStrike" cap="none" dirty="0">
                <a:solidFill>
                  <a:schemeClr val="dk1"/>
                </a:solidFill>
                <a:highlight>
                  <a:srgbClr val="FFFF00"/>
                </a:highlight>
                <a:latin typeface="Consolas"/>
                <a:ea typeface="Consolas"/>
                <a:cs typeface="Consolas"/>
                <a:sym typeface="Consolas"/>
              </a:rPr>
              <a:t> </a:t>
            </a:r>
            <a:r>
              <a:rPr lang="en-US" sz="1600" b="1" i="0" u="none" strike="noStrike" cap="none" dirty="0" err="1">
                <a:solidFill>
                  <a:schemeClr val="dk1"/>
                </a:solidFill>
                <a:highlight>
                  <a:srgbClr val="FFFF00"/>
                </a:highlight>
                <a:latin typeface="Consolas"/>
                <a:ea typeface="Consolas"/>
                <a:cs typeface="Consolas"/>
                <a:sym typeface="Consolas"/>
              </a:rPr>
              <a:t>server.js</a:t>
            </a:r>
            <a:endParaRPr sz="1600" b="1" i="0" u="none" strike="noStrike" cap="none" dirty="0">
              <a:solidFill>
                <a:schemeClr val="dk1"/>
              </a:solidFill>
              <a:highlight>
                <a:srgbClr val="FFFF00"/>
              </a:highlight>
              <a:latin typeface="Consolas"/>
              <a:ea typeface="Consolas"/>
              <a:cs typeface="Consolas"/>
              <a:sym typeface="Consolas"/>
            </a:endParaRPr>
          </a:p>
          <a:p>
            <a:pPr marL="457200" marR="0" lvl="0" indent="-330200" algn="l" rtl="0">
              <a:lnSpc>
                <a:spcPct val="100000"/>
              </a:lnSpc>
              <a:spcBef>
                <a:spcPts val="0"/>
              </a:spcBef>
              <a:spcAft>
                <a:spcPts val="0"/>
              </a:spcAft>
              <a:buClr>
                <a:schemeClr val="dk1"/>
              </a:buClr>
              <a:buSzPts val="1600"/>
              <a:buFont typeface="Arial"/>
              <a:buChar char="●"/>
            </a:pPr>
            <a:r>
              <a:rPr lang="en-US" sz="1600" b="0" i="0" u="none" strike="noStrike" cap="none" dirty="0">
                <a:solidFill>
                  <a:schemeClr val="dk1"/>
                </a:solidFill>
                <a:latin typeface="Arial"/>
                <a:ea typeface="Arial"/>
                <a:cs typeface="Arial"/>
                <a:sym typeface="Arial"/>
              </a:rPr>
              <a:t>You should see that </a:t>
            </a:r>
            <a:r>
              <a:rPr lang="en-US" sz="1600" b="1" i="0" u="none" strike="noStrike" cap="none" dirty="0">
                <a:solidFill>
                  <a:schemeClr val="dk1"/>
                </a:solidFill>
                <a:latin typeface="Arial"/>
                <a:ea typeface="Arial"/>
                <a:cs typeface="Arial"/>
                <a:sym typeface="Arial"/>
              </a:rPr>
              <a:t>MongoDB</a:t>
            </a:r>
            <a:r>
              <a:rPr lang="en-US" sz="1600" b="0" i="0" u="none" strike="noStrike" cap="none" dirty="0">
                <a:solidFill>
                  <a:schemeClr val="dk1"/>
                </a:solidFill>
                <a:latin typeface="Arial"/>
                <a:ea typeface="Arial"/>
                <a:cs typeface="Arial"/>
                <a:sym typeface="Arial"/>
              </a:rPr>
              <a:t> is connected before the server runs.</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g36e7958bfd6_0_42"/>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Clr>
                <a:srgbClr val="000000"/>
              </a:buClr>
              <a:buSzPts val="2400"/>
              <a:buFont typeface="Arial"/>
              <a:buNone/>
            </a:pPr>
            <a:r>
              <a:rPr lang="en-US" sz="2400" b="1" i="0" u="none" strike="noStrike" cap="none" dirty="0">
                <a:solidFill>
                  <a:srgbClr val="11175E"/>
                </a:solidFill>
                <a:highlight>
                  <a:srgbClr val="FFFF00"/>
                </a:highlight>
                <a:latin typeface="Arial"/>
                <a:ea typeface="Arial"/>
                <a:cs typeface="Arial"/>
                <a:sym typeface="Arial"/>
              </a:rPr>
              <a:t>Example 1: Creating a Schema</a:t>
            </a:r>
            <a:endParaRPr sz="2400" b="1" i="0" u="none" strike="noStrike" cap="none" dirty="0">
              <a:solidFill>
                <a:srgbClr val="11175E"/>
              </a:solidFill>
              <a:highlight>
                <a:srgbClr val="FFFF00"/>
              </a:highlight>
              <a:latin typeface="Arial"/>
              <a:ea typeface="Arial"/>
              <a:cs typeface="Arial"/>
              <a:sym typeface="Arial"/>
            </a:endParaRPr>
          </a:p>
        </p:txBody>
      </p:sp>
      <p:sp>
        <p:nvSpPr>
          <p:cNvPr id="225" name="Google Shape;225;g36e7958bfd6_0_42"/>
          <p:cNvSpPr txBox="1"/>
          <p:nvPr/>
        </p:nvSpPr>
        <p:spPr>
          <a:xfrm>
            <a:off x="242060" y="1801244"/>
            <a:ext cx="6423916" cy="4884036"/>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100"/>
              <a:buFont typeface="Arial"/>
              <a:buNone/>
            </a:pPr>
            <a:r>
              <a:rPr lang="en-US" sz="1600" b="0" i="0" u="none" strike="noStrike" cap="none" dirty="0">
                <a:solidFill>
                  <a:schemeClr val="dk1"/>
                </a:solidFill>
                <a:latin typeface="Arial"/>
                <a:ea typeface="Arial"/>
                <a:cs typeface="Arial"/>
                <a:sym typeface="Arial"/>
              </a:rPr>
              <a:t>For example, </a:t>
            </a:r>
            <a:r>
              <a:rPr lang="en-US" sz="1600" b="0" i="0" u="none" strike="noStrike" cap="none" dirty="0">
                <a:solidFill>
                  <a:schemeClr val="dk1"/>
                </a:solidFill>
                <a:highlight>
                  <a:srgbClr val="FFFF00"/>
                </a:highlight>
                <a:latin typeface="Arial"/>
                <a:ea typeface="Arial"/>
                <a:cs typeface="Arial"/>
                <a:sym typeface="Arial"/>
              </a:rPr>
              <a:t>we would like to store information about a book. </a:t>
            </a:r>
            <a:endParaRPr sz="1600" b="0" i="0" u="none" strike="noStrike" cap="none" dirty="0">
              <a:solidFill>
                <a:srgbClr val="000000"/>
              </a:solidFill>
              <a:highlight>
                <a:srgbClr val="FFFF00"/>
              </a:highlight>
              <a:latin typeface="Arial"/>
              <a:ea typeface="Arial"/>
              <a:cs typeface="Arial"/>
              <a:sym typeface="Arial"/>
            </a:endParaRPr>
          </a:p>
          <a:p>
            <a:pPr marL="0" marR="0" lvl="0" indent="0" algn="l" rtl="0">
              <a:lnSpc>
                <a:spcPct val="100000"/>
              </a:lnSpc>
              <a:spcBef>
                <a:spcPts val="0"/>
              </a:spcBef>
              <a:spcAft>
                <a:spcPts val="0"/>
              </a:spcAft>
              <a:buClr>
                <a:schemeClr val="dk1"/>
              </a:buClr>
              <a:buSzPts val="1100"/>
              <a:buFont typeface="Arial"/>
              <a:buNone/>
            </a:pPr>
            <a:r>
              <a:rPr lang="en-US" sz="1600" b="0" i="0" u="none" strike="noStrike" cap="none" dirty="0">
                <a:solidFill>
                  <a:schemeClr val="dk1"/>
                </a:solidFill>
                <a:highlight>
                  <a:srgbClr val="FFFF00"/>
                </a:highlight>
                <a:latin typeface="Arial"/>
                <a:ea typeface="Arial"/>
                <a:cs typeface="Arial"/>
                <a:sym typeface="Arial"/>
              </a:rPr>
              <a:t>We can think of fields like these:</a:t>
            </a:r>
            <a:endParaRPr sz="1600" b="0" i="0" u="none" strike="noStrike" cap="none" dirty="0">
              <a:solidFill>
                <a:srgbClr val="000000"/>
              </a:solidFill>
              <a:highlight>
                <a:srgbClr val="FFFF00"/>
              </a:highlight>
              <a:latin typeface="Arial"/>
              <a:ea typeface="Arial"/>
              <a:cs typeface="Arial"/>
              <a:sym typeface="Arial"/>
            </a:endParaRPr>
          </a:p>
          <a:p>
            <a:pPr marL="0" marR="0" lvl="0" indent="0" algn="l" rtl="0">
              <a:lnSpc>
                <a:spcPct val="100000"/>
              </a:lnSpc>
              <a:spcBef>
                <a:spcPts val="0"/>
              </a:spcBef>
              <a:spcAft>
                <a:spcPts val="0"/>
              </a:spcAft>
              <a:buClr>
                <a:schemeClr val="dk1"/>
              </a:buClr>
              <a:buSzPts val="1100"/>
              <a:buFont typeface="Arial"/>
              <a:buNone/>
            </a:pPr>
            <a:r>
              <a:rPr lang="en-US" sz="1600" b="0" i="0" u="none" strike="noStrike" cap="none" dirty="0">
                <a:solidFill>
                  <a:schemeClr val="dk1"/>
                </a:solidFill>
                <a:highlight>
                  <a:srgbClr val="FFFF00"/>
                </a:highlight>
                <a:latin typeface="Arial"/>
                <a:ea typeface="Arial"/>
                <a:cs typeface="Arial"/>
                <a:sym typeface="Arial"/>
              </a:rPr>
              <a:t>- </a:t>
            </a:r>
            <a:r>
              <a:rPr lang="en-US" sz="1600" b="1" i="0" u="none" strike="noStrike" cap="none" dirty="0">
                <a:solidFill>
                  <a:schemeClr val="dk1"/>
                </a:solidFill>
                <a:highlight>
                  <a:srgbClr val="FFFF00"/>
                </a:highlight>
                <a:latin typeface="Consolas"/>
                <a:ea typeface="Consolas"/>
                <a:cs typeface="Consolas"/>
                <a:sym typeface="Consolas"/>
              </a:rPr>
              <a:t>Title</a:t>
            </a:r>
            <a:r>
              <a:rPr lang="en-US" sz="1600" b="0" i="0" u="none" strike="noStrike" cap="none" dirty="0">
                <a:solidFill>
                  <a:schemeClr val="dk1"/>
                </a:solidFill>
                <a:highlight>
                  <a:srgbClr val="FFFF00"/>
                </a:highlight>
                <a:latin typeface="Arial"/>
                <a:ea typeface="Arial"/>
                <a:cs typeface="Arial"/>
                <a:sym typeface="Arial"/>
              </a:rPr>
              <a:t>, </a:t>
            </a:r>
            <a:r>
              <a:rPr lang="en-US" sz="1600" b="1" i="0" u="none" strike="noStrike" cap="none" dirty="0">
                <a:solidFill>
                  <a:schemeClr val="dk1"/>
                </a:solidFill>
                <a:highlight>
                  <a:srgbClr val="FFFF00"/>
                </a:highlight>
                <a:latin typeface="Consolas"/>
                <a:ea typeface="Consolas"/>
                <a:cs typeface="Consolas"/>
                <a:sym typeface="Consolas"/>
              </a:rPr>
              <a:t>ISBN</a:t>
            </a:r>
            <a:r>
              <a:rPr lang="en-US" sz="1600" b="0" i="0" u="none" strike="noStrike" cap="none" dirty="0">
                <a:solidFill>
                  <a:schemeClr val="dk1"/>
                </a:solidFill>
                <a:highlight>
                  <a:srgbClr val="FFFF00"/>
                </a:highlight>
                <a:latin typeface="Arial"/>
                <a:ea typeface="Arial"/>
                <a:cs typeface="Arial"/>
                <a:sym typeface="Arial"/>
              </a:rPr>
              <a:t>, </a:t>
            </a:r>
            <a:r>
              <a:rPr lang="en-US" sz="1600" b="1" i="0" u="none" strike="noStrike" cap="none" dirty="0">
                <a:solidFill>
                  <a:schemeClr val="dk1"/>
                </a:solidFill>
                <a:highlight>
                  <a:srgbClr val="FFFF00"/>
                </a:highlight>
                <a:latin typeface="Consolas"/>
                <a:ea typeface="Consolas"/>
                <a:cs typeface="Consolas"/>
                <a:sym typeface="Consolas"/>
              </a:rPr>
              <a:t>rating</a:t>
            </a:r>
            <a:r>
              <a:rPr lang="en-US" sz="1600" b="0" i="0" u="none" strike="noStrike" cap="none" dirty="0">
                <a:solidFill>
                  <a:schemeClr val="dk1"/>
                </a:solidFill>
                <a:highlight>
                  <a:srgbClr val="FFFF00"/>
                </a:highlight>
                <a:latin typeface="Arial"/>
                <a:ea typeface="Arial"/>
                <a:cs typeface="Arial"/>
                <a:sym typeface="Arial"/>
              </a:rPr>
              <a:t>, </a:t>
            </a:r>
            <a:r>
              <a:rPr lang="en-US" sz="1600" b="1" i="0" u="none" strike="noStrike" cap="none" dirty="0">
                <a:solidFill>
                  <a:schemeClr val="dk1"/>
                </a:solidFill>
                <a:highlight>
                  <a:srgbClr val="FFFF00"/>
                </a:highlight>
                <a:latin typeface="Consolas"/>
                <a:ea typeface="Consolas"/>
                <a:cs typeface="Consolas"/>
                <a:sym typeface="Consolas"/>
              </a:rPr>
              <a:t>price</a:t>
            </a:r>
            <a:r>
              <a:rPr lang="en-US" sz="1600" b="0" i="0" u="none" strike="noStrike" cap="none" dirty="0">
                <a:solidFill>
                  <a:schemeClr val="dk1"/>
                </a:solidFill>
                <a:highlight>
                  <a:srgbClr val="FFFF00"/>
                </a:highlight>
                <a:latin typeface="Arial"/>
                <a:ea typeface="Arial"/>
                <a:cs typeface="Arial"/>
                <a:sym typeface="Arial"/>
              </a:rPr>
              <a:t>. </a:t>
            </a:r>
            <a:endParaRPr sz="1600" b="0" i="0" u="none" strike="noStrike" cap="none" dirty="0">
              <a:solidFill>
                <a:srgbClr val="000000"/>
              </a:solidFill>
              <a:highlight>
                <a:srgbClr val="FFFF00"/>
              </a:highlight>
              <a:latin typeface="Arial"/>
              <a:ea typeface="Arial"/>
              <a:cs typeface="Arial"/>
              <a:sym typeface="Arial"/>
            </a:endParaRPr>
          </a:p>
          <a:p>
            <a:pPr marL="0" marR="0" lvl="0" indent="0" algn="l" rtl="0">
              <a:lnSpc>
                <a:spcPct val="100000"/>
              </a:lnSpc>
              <a:spcBef>
                <a:spcPts val="0"/>
              </a:spcBef>
              <a:spcAft>
                <a:spcPts val="0"/>
              </a:spcAft>
              <a:buClr>
                <a:schemeClr val="dk1"/>
              </a:buClr>
              <a:buSzPts val="1100"/>
              <a:buFont typeface="Arial"/>
              <a:buNone/>
            </a:pPr>
            <a:br>
              <a:rPr lang="en-US" sz="1600" b="0" i="0" u="none" strike="noStrike" cap="none" dirty="0">
                <a:solidFill>
                  <a:schemeClr val="dk1"/>
                </a:solidFill>
                <a:latin typeface="Arial"/>
                <a:ea typeface="Arial"/>
                <a:cs typeface="Arial"/>
                <a:sym typeface="Arial"/>
              </a:rPr>
            </a:br>
            <a:r>
              <a:rPr lang="en-US" sz="1600" b="0" i="0" u="none" strike="noStrike" cap="none" dirty="0">
                <a:solidFill>
                  <a:schemeClr val="dk1"/>
                </a:solidFill>
                <a:latin typeface="Arial"/>
                <a:ea typeface="Arial"/>
                <a:cs typeface="Arial"/>
                <a:sym typeface="Arial"/>
              </a:rPr>
              <a:t>Then we think about </a:t>
            </a:r>
            <a:r>
              <a:rPr lang="en-US" sz="1600" b="0" i="0" u="none" strike="noStrike" cap="none" dirty="0">
                <a:solidFill>
                  <a:schemeClr val="dk1"/>
                </a:solidFill>
                <a:highlight>
                  <a:srgbClr val="FFFF00"/>
                </a:highlight>
                <a:latin typeface="Arial"/>
                <a:ea typeface="Arial"/>
                <a:cs typeface="Arial"/>
                <a:sym typeface="Arial"/>
              </a:rPr>
              <a:t>the data type </a:t>
            </a:r>
            <a:r>
              <a:rPr lang="en-US" sz="1600" b="0" i="0" u="none" strike="noStrike" cap="none" dirty="0">
                <a:solidFill>
                  <a:schemeClr val="dk1"/>
                </a:solidFill>
                <a:latin typeface="Arial"/>
                <a:ea typeface="Arial"/>
                <a:cs typeface="Arial"/>
                <a:sym typeface="Arial"/>
              </a:rPr>
              <a:t>of each of the fields</a:t>
            </a:r>
            <a:endParaRPr sz="1600" b="0" i="0" u="none" strike="noStrike" cap="none" dirty="0">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100"/>
              <a:buFont typeface="Arial"/>
              <a:buChar char="-"/>
            </a:pPr>
            <a:r>
              <a:rPr lang="en-US" sz="1600" b="1" i="0" u="none" strike="noStrike" cap="none" dirty="0">
                <a:solidFill>
                  <a:schemeClr val="dk1"/>
                </a:solidFill>
                <a:latin typeface="Consolas"/>
                <a:ea typeface="Consolas"/>
                <a:cs typeface="Consolas"/>
                <a:sym typeface="Consolas"/>
              </a:rPr>
              <a:t>Title   – string</a:t>
            </a:r>
            <a:endParaRPr sz="1600" b="1" i="0" u="none" strike="noStrike" cap="none" dirty="0">
              <a:solidFill>
                <a:schemeClr val="dk1"/>
              </a:solidFill>
              <a:latin typeface="Consolas"/>
              <a:ea typeface="Consolas"/>
              <a:cs typeface="Consolas"/>
              <a:sym typeface="Consolas"/>
            </a:endParaRPr>
          </a:p>
          <a:p>
            <a:pPr marL="285750" marR="0" lvl="0" indent="-285750" algn="l" rtl="0">
              <a:lnSpc>
                <a:spcPct val="100000"/>
              </a:lnSpc>
              <a:spcBef>
                <a:spcPts val="0"/>
              </a:spcBef>
              <a:spcAft>
                <a:spcPts val="0"/>
              </a:spcAft>
              <a:buClr>
                <a:schemeClr val="dk1"/>
              </a:buClr>
              <a:buSzPts val="1100"/>
              <a:buFont typeface="Arial"/>
              <a:buChar char="-"/>
            </a:pPr>
            <a:r>
              <a:rPr lang="en-US" sz="1600" b="1" i="0" u="none" strike="noStrike" cap="none" dirty="0">
                <a:solidFill>
                  <a:schemeClr val="dk1"/>
                </a:solidFill>
                <a:latin typeface="Consolas"/>
                <a:ea typeface="Consolas"/>
                <a:cs typeface="Consolas"/>
                <a:sym typeface="Consolas"/>
              </a:rPr>
              <a:t>ISBN    – string</a:t>
            </a:r>
            <a:endParaRPr sz="1600" b="1" i="0" u="none" strike="noStrike" cap="none" dirty="0">
              <a:solidFill>
                <a:schemeClr val="dk1"/>
              </a:solidFill>
              <a:latin typeface="Consolas"/>
              <a:ea typeface="Consolas"/>
              <a:cs typeface="Consolas"/>
              <a:sym typeface="Consolas"/>
            </a:endParaRPr>
          </a:p>
          <a:p>
            <a:pPr marL="285750" marR="0" lvl="0" indent="-285750" algn="l" rtl="0">
              <a:lnSpc>
                <a:spcPct val="100000"/>
              </a:lnSpc>
              <a:spcBef>
                <a:spcPts val="0"/>
              </a:spcBef>
              <a:spcAft>
                <a:spcPts val="0"/>
              </a:spcAft>
              <a:buClr>
                <a:schemeClr val="dk1"/>
              </a:buClr>
              <a:buSzPts val="1100"/>
              <a:buFont typeface="Arial"/>
              <a:buChar char="-"/>
            </a:pPr>
            <a:r>
              <a:rPr lang="en-US" sz="1600" b="1" i="0" u="none" strike="noStrike" cap="none" dirty="0">
                <a:solidFill>
                  <a:schemeClr val="dk1"/>
                </a:solidFill>
                <a:latin typeface="Consolas"/>
                <a:ea typeface="Consolas"/>
                <a:cs typeface="Consolas"/>
                <a:sym typeface="Consolas"/>
              </a:rPr>
              <a:t>Rating  – number</a:t>
            </a:r>
            <a:endParaRPr sz="1600" b="1" i="0" u="none" strike="noStrike" cap="none" dirty="0">
              <a:solidFill>
                <a:schemeClr val="dk1"/>
              </a:solidFill>
              <a:latin typeface="Consolas"/>
              <a:ea typeface="Consolas"/>
              <a:cs typeface="Consolas"/>
              <a:sym typeface="Consolas"/>
            </a:endParaRPr>
          </a:p>
          <a:p>
            <a:pPr marL="285750" marR="0" lvl="0" indent="-285750" algn="l" rtl="0">
              <a:lnSpc>
                <a:spcPct val="100000"/>
              </a:lnSpc>
              <a:spcBef>
                <a:spcPts val="0"/>
              </a:spcBef>
              <a:spcAft>
                <a:spcPts val="0"/>
              </a:spcAft>
              <a:buClr>
                <a:schemeClr val="dk1"/>
              </a:buClr>
              <a:buSzPts val="1100"/>
              <a:buFont typeface="Arial"/>
              <a:buChar char="-"/>
            </a:pPr>
            <a:r>
              <a:rPr lang="en-US" sz="1600" b="1" i="0" u="none" strike="noStrike" cap="none" dirty="0">
                <a:solidFill>
                  <a:schemeClr val="dk1"/>
                </a:solidFill>
                <a:latin typeface="Consolas"/>
                <a:ea typeface="Consolas"/>
                <a:cs typeface="Consolas"/>
                <a:sym typeface="Consolas"/>
              </a:rPr>
              <a:t>Price   – number</a:t>
            </a:r>
            <a:endParaRPr sz="1600" b="1" i="0" u="none" strike="noStrike" cap="none" dirty="0">
              <a:solidFill>
                <a:schemeClr val="dk1"/>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dirty="0">
                <a:solidFill>
                  <a:schemeClr val="dk1"/>
                </a:solidFill>
                <a:latin typeface="Arial"/>
                <a:ea typeface="Arial"/>
                <a:cs typeface="Arial"/>
                <a:sym typeface="Arial"/>
              </a:rPr>
              <a:t>Then, like every record in a table, we need to have </a:t>
            </a:r>
            <a:r>
              <a:rPr lang="en-US" sz="1600" b="0" i="0" u="none" strike="noStrike" cap="none" dirty="0">
                <a:solidFill>
                  <a:schemeClr val="dk1"/>
                </a:solidFill>
                <a:highlight>
                  <a:srgbClr val="FFFF00"/>
                </a:highlight>
                <a:latin typeface="Arial"/>
                <a:ea typeface="Arial"/>
                <a:cs typeface="Arial"/>
                <a:sym typeface="Arial"/>
              </a:rPr>
              <a:t>a unique identifier </a:t>
            </a:r>
            <a:r>
              <a:rPr lang="en-US" sz="1600" b="0" i="0" u="none" strike="noStrike" cap="none" dirty="0">
                <a:solidFill>
                  <a:schemeClr val="dk1"/>
                </a:solidFill>
                <a:latin typeface="Arial"/>
                <a:ea typeface="Arial"/>
                <a:cs typeface="Arial"/>
                <a:sym typeface="Arial"/>
              </a:rPr>
              <a:t>for each record. So in this case, it would be the </a:t>
            </a:r>
            <a:r>
              <a:rPr lang="en-US" sz="1600" b="1" i="0" u="none" strike="noStrike" cap="none" dirty="0">
                <a:solidFill>
                  <a:schemeClr val="dk1"/>
                </a:solidFill>
                <a:latin typeface="Arial"/>
                <a:ea typeface="Arial"/>
                <a:cs typeface="Arial"/>
                <a:sym typeface="Arial"/>
              </a:rPr>
              <a:t>ISBN</a:t>
            </a:r>
            <a:r>
              <a:rPr lang="en-US" sz="1600" b="0" i="0" u="none" strike="noStrike" cap="none" dirty="0">
                <a:solidFill>
                  <a:schemeClr val="dk1"/>
                </a:solidFill>
                <a:latin typeface="Arial"/>
                <a:ea typeface="Arial"/>
                <a:cs typeface="Arial"/>
                <a:sym typeface="Arial"/>
              </a:rPr>
              <a:t> number.</a:t>
            </a:r>
            <a:endParaRPr sz="1600" b="0" i="0" u="none" strike="noStrike" cap="none" dirty="0">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100"/>
              <a:buFont typeface="Arial"/>
              <a:buChar char="-"/>
            </a:pPr>
            <a:r>
              <a:rPr lang="en-US" sz="1600" b="1" i="0" u="none" strike="noStrike" cap="none" dirty="0">
                <a:solidFill>
                  <a:schemeClr val="dk1"/>
                </a:solidFill>
                <a:latin typeface="Consolas"/>
                <a:ea typeface="Consolas"/>
                <a:cs typeface="Consolas"/>
                <a:sym typeface="Consolas"/>
              </a:rPr>
              <a:t>Title   – string</a:t>
            </a:r>
            <a:endParaRPr sz="1600" b="1" i="0" u="none" strike="noStrike" cap="none" dirty="0">
              <a:solidFill>
                <a:schemeClr val="dk1"/>
              </a:solidFill>
              <a:latin typeface="Consolas"/>
              <a:ea typeface="Consolas"/>
              <a:cs typeface="Consolas"/>
              <a:sym typeface="Consolas"/>
            </a:endParaRPr>
          </a:p>
          <a:p>
            <a:pPr marL="285750" marR="0" lvl="0" indent="-285750" algn="l" rtl="0">
              <a:lnSpc>
                <a:spcPct val="100000"/>
              </a:lnSpc>
              <a:spcBef>
                <a:spcPts val="0"/>
              </a:spcBef>
              <a:spcAft>
                <a:spcPts val="0"/>
              </a:spcAft>
              <a:buClr>
                <a:schemeClr val="dk1"/>
              </a:buClr>
              <a:buSzPts val="1100"/>
              <a:buFont typeface="Arial"/>
              <a:buChar char="-"/>
            </a:pPr>
            <a:r>
              <a:rPr lang="en-US" sz="1600" b="1" i="0" u="none" strike="noStrike" cap="none" dirty="0">
                <a:solidFill>
                  <a:schemeClr val="dk1"/>
                </a:solidFill>
                <a:latin typeface="Consolas"/>
                <a:ea typeface="Consolas"/>
                <a:cs typeface="Consolas"/>
                <a:sym typeface="Consolas"/>
              </a:rPr>
              <a:t>ISBN    – string </a:t>
            </a:r>
            <a:r>
              <a:rPr lang="en-US" sz="1600" b="0" i="0" u="none" strike="noStrike" cap="none" dirty="0">
                <a:solidFill>
                  <a:schemeClr val="dk1"/>
                </a:solidFill>
                <a:latin typeface="Arial"/>
                <a:ea typeface="Arial"/>
                <a:cs typeface="Arial"/>
                <a:sym typeface="Arial"/>
              </a:rPr>
              <a:t> (Unique Key) </a:t>
            </a:r>
            <a:endParaRPr sz="1600" b="0" i="0" u="none" strike="noStrike" cap="none" dirty="0">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100"/>
              <a:buFont typeface="Arial"/>
              <a:buChar char="-"/>
            </a:pPr>
            <a:r>
              <a:rPr lang="en-US" sz="1600" b="1" i="0" u="none" strike="noStrike" cap="none" dirty="0">
                <a:solidFill>
                  <a:schemeClr val="dk1"/>
                </a:solidFill>
                <a:latin typeface="Consolas"/>
                <a:ea typeface="Consolas"/>
                <a:cs typeface="Consolas"/>
                <a:sym typeface="Consolas"/>
              </a:rPr>
              <a:t>Rating  – number</a:t>
            </a:r>
            <a:endParaRPr sz="1600" b="1" i="0" u="none" strike="noStrike" cap="none" dirty="0">
              <a:solidFill>
                <a:schemeClr val="dk1"/>
              </a:solidFill>
              <a:latin typeface="Consolas"/>
              <a:ea typeface="Consolas"/>
              <a:cs typeface="Consolas"/>
              <a:sym typeface="Consolas"/>
            </a:endParaRPr>
          </a:p>
          <a:p>
            <a:pPr marL="285750" marR="0" lvl="0" indent="-285750" algn="l" rtl="0">
              <a:lnSpc>
                <a:spcPct val="100000"/>
              </a:lnSpc>
              <a:spcBef>
                <a:spcPts val="0"/>
              </a:spcBef>
              <a:spcAft>
                <a:spcPts val="0"/>
              </a:spcAft>
              <a:buClr>
                <a:schemeClr val="dk1"/>
              </a:buClr>
              <a:buSzPts val="1100"/>
              <a:buFont typeface="Arial"/>
              <a:buChar char="-"/>
            </a:pPr>
            <a:r>
              <a:rPr lang="en-US" sz="1600" b="1" i="0" u="none" strike="noStrike" cap="none" dirty="0">
                <a:solidFill>
                  <a:schemeClr val="dk1"/>
                </a:solidFill>
                <a:latin typeface="Consolas"/>
                <a:ea typeface="Consolas"/>
                <a:cs typeface="Consolas"/>
                <a:sym typeface="Consolas"/>
              </a:rPr>
              <a:t>Price   – number</a:t>
            </a:r>
            <a:endParaRPr sz="1600" b="1" i="0" u="none" strike="noStrike" cap="none" dirty="0">
              <a:solidFill>
                <a:schemeClr val="dk1"/>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dirty="0">
                <a:solidFill>
                  <a:schemeClr val="dk1"/>
                </a:solidFill>
                <a:latin typeface="Arial"/>
                <a:ea typeface="Arial"/>
                <a:cs typeface="Arial"/>
                <a:sym typeface="Arial"/>
              </a:rPr>
              <a:t>Then we think about if each field is a </a:t>
            </a:r>
            <a:r>
              <a:rPr lang="en-US" sz="1600" b="0" i="0" u="none" strike="noStrike" cap="none" dirty="0">
                <a:solidFill>
                  <a:schemeClr val="dk1"/>
                </a:solidFill>
                <a:highlight>
                  <a:srgbClr val="FFFF00"/>
                </a:highlight>
                <a:latin typeface="Arial"/>
                <a:ea typeface="Arial"/>
                <a:cs typeface="Arial"/>
                <a:sym typeface="Arial"/>
              </a:rPr>
              <a:t>required</a:t>
            </a:r>
            <a:r>
              <a:rPr lang="en-US" sz="1600" b="0" i="0" u="none" strike="noStrike" cap="none" dirty="0">
                <a:solidFill>
                  <a:schemeClr val="dk1"/>
                </a:solidFill>
                <a:latin typeface="Arial"/>
                <a:ea typeface="Arial"/>
                <a:cs typeface="Arial"/>
                <a:sym typeface="Arial"/>
              </a:rPr>
              <a:t> field to make it a logical record.  In this case, we don’t have any non-required fields.</a:t>
            </a:r>
            <a:endParaRPr sz="16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100"/>
              <a:buFont typeface="Arial"/>
              <a:buNone/>
            </a:pPr>
            <a:endParaRPr sz="16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dirty="0">
              <a:solidFill>
                <a:schemeClr val="dk1"/>
              </a:solidFill>
              <a:latin typeface="Arial"/>
              <a:ea typeface="Arial"/>
              <a:cs typeface="Arial"/>
              <a:sym typeface="Arial"/>
            </a:endParaRPr>
          </a:p>
        </p:txBody>
      </p:sp>
      <p:grpSp>
        <p:nvGrpSpPr>
          <p:cNvPr id="226" name="Google Shape;226;g36e7958bfd6_0_42"/>
          <p:cNvGrpSpPr/>
          <p:nvPr/>
        </p:nvGrpSpPr>
        <p:grpSpPr>
          <a:xfrm>
            <a:off x="8184900" y="1709803"/>
            <a:ext cx="3031740" cy="2533461"/>
            <a:chOff x="7118100" y="1801244"/>
            <a:chExt cx="3031740" cy="1937636"/>
          </a:xfrm>
        </p:grpSpPr>
        <p:sp>
          <p:nvSpPr>
            <p:cNvPr id="227" name="Google Shape;227;g36e7958bfd6_0_42"/>
            <p:cNvSpPr/>
            <p:nvPr/>
          </p:nvSpPr>
          <p:spPr>
            <a:xfrm>
              <a:off x="7385810" y="1801244"/>
              <a:ext cx="2438910" cy="1937636"/>
            </a:xfrm>
            <a:prstGeom prst="rect">
              <a:avLst/>
            </a:prstGeom>
            <a:solidFill>
              <a:srgbClr val="DDEAF6"/>
            </a:solidFill>
            <a:ln w="25400" cap="flat" cmpd="sng">
              <a:solidFill>
                <a:srgbClr val="26415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cxnSp>
          <p:nvCxnSpPr>
            <p:cNvPr id="228" name="Google Shape;228;g36e7958bfd6_0_42"/>
            <p:cNvCxnSpPr/>
            <p:nvPr/>
          </p:nvCxnSpPr>
          <p:spPr>
            <a:xfrm>
              <a:off x="7395970" y="2079877"/>
              <a:ext cx="2428750" cy="0"/>
            </a:xfrm>
            <a:prstGeom prst="straightConnector1">
              <a:avLst/>
            </a:prstGeom>
            <a:noFill/>
            <a:ln w="15875" cap="flat" cmpd="sng">
              <a:solidFill>
                <a:srgbClr val="7F7F7F"/>
              </a:solidFill>
              <a:prstDash val="solid"/>
              <a:round/>
              <a:headEnd type="none" w="sm" len="sm"/>
              <a:tailEnd type="none" w="sm" len="sm"/>
            </a:ln>
          </p:spPr>
        </p:cxnSp>
        <p:sp>
          <p:nvSpPr>
            <p:cNvPr id="229" name="Google Shape;229;g36e7958bfd6_0_42"/>
            <p:cNvSpPr txBox="1"/>
            <p:nvPr/>
          </p:nvSpPr>
          <p:spPr>
            <a:xfrm>
              <a:off x="7118100" y="1808007"/>
              <a:ext cx="3031740" cy="27358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a:solidFill>
                    <a:srgbClr val="000000"/>
                  </a:solidFill>
                  <a:latin typeface="Consolas"/>
                  <a:ea typeface="Consolas"/>
                  <a:cs typeface="Consolas"/>
                  <a:sym typeface="Consolas"/>
                </a:rPr>
                <a:t>book</a:t>
              </a:r>
              <a:endParaRPr sz="1600" b="1" i="0" u="none" strike="noStrike" cap="none">
                <a:solidFill>
                  <a:srgbClr val="000000"/>
                </a:solidFill>
                <a:latin typeface="Consolas"/>
                <a:ea typeface="Consolas"/>
                <a:cs typeface="Consolas"/>
                <a:sym typeface="Consolas"/>
              </a:endParaRPr>
            </a:p>
          </p:txBody>
        </p:sp>
        <p:sp>
          <p:nvSpPr>
            <p:cNvPr id="230" name="Google Shape;230;g36e7958bfd6_0_42"/>
            <p:cNvSpPr txBox="1"/>
            <p:nvPr/>
          </p:nvSpPr>
          <p:spPr>
            <a:xfrm>
              <a:off x="7656007" y="2213233"/>
              <a:ext cx="1985400" cy="1026031"/>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Clr>
                  <a:srgbClr val="000000"/>
                </a:buClr>
                <a:buSzPts val="1400"/>
                <a:buFont typeface="Arial"/>
                <a:buNone/>
              </a:pPr>
              <a:r>
                <a:rPr lang="en-US" sz="1400" b="0" i="0" u="none" strike="noStrike" cap="none">
                  <a:solidFill>
                    <a:schemeClr val="dk1"/>
                  </a:solidFill>
                  <a:latin typeface="Consolas"/>
                  <a:ea typeface="Consolas"/>
                  <a:cs typeface="Consolas"/>
                  <a:sym typeface="Consolas"/>
                </a:rPr>
                <a:t>Title	String</a:t>
              </a:r>
              <a:endParaRPr sz="1400" b="0" i="0" u="none" strike="noStrike" cap="none">
                <a:solidFill>
                  <a:srgbClr val="000000"/>
                </a:solidFill>
                <a:latin typeface="Consolas"/>
                <a:ea typeface="Consolas"/>
                <a:cs typeface="Consolas"/>
                <a:sym typeface="Consolas"/>
              </a:endParaRPr>
            </a:p>
            <a:p>
              <a:pPr marL="0" marR="0" lvl="0" indent="0" algn="l" rtl="0">
                <a:lnSpc>
                  <a:spcPct val="150000"/>
                </a:lnSpc>
                <a:spcBef>
                  <a:spcPts val="0"/>
                </a:spcBef>
                <a:spcAft>
                  <a:spcPts val="0"/>
                </a:spcAft>
                <a:buClr>
                  <a:srgbClr val="000000"/>
                </a:buClr>
                <a:buSzPts val="1400"/>
                <a:buFont typeface="Arial"/>
                <a:buNone/>
              </a:pPr>
              <a:r>
                <a:rPr lang="en-US" sz="1400" b="0" i="0" u="none" strike="noStrike" cap="none">
                  <a:solidFill>
                    <a:schemeClr val="dk1"/>
                  </a:solidFill>
                  <a:latin typeface="Consolas"/>
                  <a:ea typeface="Consolas"/>
                  <a:cs typeface="Consolas"/>
                  <a:sym typeface="Consolas"/>
                </a:rPr>
                <a:t>ISBN	String</a:t>
              </a:r>
              <a:endParaRPr sz="1400" b="0" i="0" u="none" strike="noStrike" cap="none">
                <a:solidFill>
                  <a:srgbClr val="000000"/>
                </a:solidFill>
                <a:latin typeface="Consolas"/>
                <a:ea typeface="Consolas"/>
                <a:cs typeface="Consolas"/>
                <a:sym typeface="Consolas"/>
              </a:endParaRPr>
            </a:p>
            <a:p>
              <a:pPr marL="0" marR="0" lvl="0" indent="0" algn="l" rtl="0">
                <a:lnSpc>
                  <a:spcPct val="150000"/>
                </a:lnSpc>
                <a:spcBef>
                  <a:spcPts val="0"/>
                </a:spcBef>
                <a:spcAft>
                  <a:spcPts val="0"/>
                </a:spcAft>
                <a:buClr>
                  <a:srgbClr val="000000"/>
                </a:buClr>
                <a:buSzPts val="1400"/>
                <a:buFont typeface="Arial"/>
                <a:buNone/>
              </a:pPr>
              <a:r>
                <a:rPr lang="en-US" sz="1400" b="0" i="0" u="none" strike="noStrike" cap="none">
                  <a:solidFill>
                    <a:schemeClr val="dk1"/>
                  </a:solidFill>
                  <a:latin typeface="Consolas"/>
                  <a:ea typeface="Consolas"/>
                  <a:cs typeface="Consolas"/>
                  <a:sym typeface="Consolas"/>
                </a:rPr>
                <a:t>Rating 	Number</a:t>
              </a:r>
              <a:endParaRPr sz="1400" b="0" i="0" u="none" strike="noStrike" cap="none">
                <a:solidFill>
                  <a:srgbClr val="000000"/>
                </a:solidFill>
                <a:latin typeface="Consolas"/>
                <a:ea typeface="Consolas"/>
                <a:cs typeface="Consolas"/>
                <a:sym typeface="Consolas"/>
              </a:endParaRPr>
            </a:p>
            <a:p>
              <a:pPr marL="0" marR="0" lvl="0" indent="0" algn="l" rtl="0">
                <a:lnSpc>
                  <a:spcPct val="150000"/>
                </a:lnSpc>
                <a:spcBef>
                  <a:spcPts val="0"/>
                </a:spcBef>
                <a:spcAft>
                  <a:spcPts val="0"/>
                </a:spcAft>
                <a:buClr>
                  <a:srgbClr val="000000"/>
                </a:buClr>
                <a:buSzPts val="1400"/>
                <a:buFont typeface="Arial"/>
                <a:buNone/>
              </a:pPr>
              <a:r>
                <a:rPr lang="en-US" sz="1400" b="0" i="0" u="none" strike="noStrike" cap="none">
                  <a:solidFill>
                    <a:schemeClr val="dk1"/>
                  </a:solidFill>
                  <a:latin typeface="Consolas"/>
                  <a:ea typeface="Consolas"/>
                  <a:cs typeface="Consolas"/>
                  <a:sym typeface="Consolas"/>
                </a:rPr>
                <a:t>Price 	Number</a:t>
              </a:r>
              <a:endParaRPr sz="1400" b="0" i="0" u="none" strike="noStrike" cap="none">
                <a:solidFill>
                  <a:srgbClr val="000000"/>
                </a:solidFill>
                <a:latin typeface="Consolas"/>
                <a:ea typeface="Consolas"/>
                <a:cs typeface="Consolas"/>
                <a:sym typeface="Consolas"/>
              </a:endParaRPr>
            </a:p>
          </p:txBody>
        </p:sp>
        <p:pic>
          <p:nvPicPr>
            <p:cNvPr id="231" name="Google Shape;231;g36e7958bfd6_0_42" descr="Key with solid fill"/>
            <p:cNvPicPr preferRelativeResize="0"/>
            <p:nvPr/>
          </p:nvPicPr>
          <p:blipFill rotWithShape="1">
            <a:blip r:embed="rId3">
              <a:alphaModFix/>
            </a:blip>
            <a:srcRect/>
            <a:stretch/>
          </p:blipFill>
          <p:spPr>
            <a:xfrm rot="5400000">
              <a:off x="7474537" y="2516362"/>
              <a:ext cx="216846" cy="254510"/>
            </a:xfrm>
            <a:prstGeom prst="rect">
              <a:avLst/>
            </a:prstGeom>
            <a:noFill/>
            <a:ln>
              <a:noFill/>
            </a:ln>
          </p:spPr>
        </p:pic>
      </p:grpSp>
      <p:sp>
        <p:nvSpPr>
          <p:cNvPr id="232" name="Google Shape;232;g36e7958bfd6_0_42"/>
          <p:cNvSpPr txBox="1"/>
          <p:nvPr/>
        </p:nvSpPr>
        <p:spPr>
          <a:xfrm>
            <a:off x="8708140" y="3803430"/>
            <a:ext cx="208686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Data Model of a book</a:t>
            </a:r>
            <a:endParaRPr sz="1400" b="0" i="0" u="none" strike="noStrike" cap="none">
              <a:solidFill>
                <a:srgbClr val="000000"/>
              </a:solidFill>
              <a:latin typeface="Arial"/>
              <a:ea typeface="Arial"/>
              <a:cs typeface="Arial"/>
              <a:sym typeface="Arial"/>
            </a:endParaRPr>
          </a:p>
        </p:txBody>
      </p:sp>
      <p:sp>
        <p:nvSpPr>
          <p:cNvPr id="233" name="Google Shape;233;g36e7958bfd6_0_42"/>
          <p:cNvSpPr txBox="1"/>
          <p:nvPr/>
        </p:nvSpPr>
        <p:spPr>
          <a:xfrm>
            <a:off x="7328141" y="4243264"/>
            <a:ext cx="4621799" cy="2360738"/>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dirty="0">
                <a:solidFill>
                  <a:schemeClr val="dk1"/>
                </a:solidFill>
                <a:highlight>
                  <a:srgbClr val="FFFF00"/>
                </a:highlight>
                <a:latin typeface="Arial"/>
                <a:ea typeface="Arial"/>
                <a:cs typeface="Arial"/>
                <a:sym typeface="Arial"/>
              </a:rPr>
              <a:t>We then model our needs in a data model like the one above. </a:t>
            </a:r>
            <a:endParaRPr sz="1600" b="0" i="0" u="none" strike="noStrike" cap="none" dirty="0">
              <a:solidFill>
                <a:srgbClr val="000000"/>
              </a:solidFill>
              <a:highlight>
                <a:srgbClr val="FFFF00"/>
              </a:highlight>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dirty="0">
                <a:solidFill>
                  <a:schemeClr val="dk1"/>
                </a:solidFill>
                <a:latin typeface="Arial"/>
                <a:ea typeface="Arial"/>
                <a:cs typeface="Arial"/>
                <a:sym typeface="Arial"/>
              </a:rPr>
              <a:t>In Mongoose, each field is a key: value pair. E.g.</a:t>
            </a:r>
            <a:br>
              <a:rPr lang="en-US" sz="1600" b="0" i="0" u="none" strike="noStrike" cap="none" dirty="0">
                <a:solidFill>
                  <a:schemeClr val="dk1"/>
                </a:solidFill>
                <a:latin typeface="Arial"/>
                <a:ea typeface="Arial"/>
                <a:cs typeface="Arial"/>
                <a:sym typeface="Arial"/>
              </a:rPr>
            </a:br>
            <a:r>
              <a:rPr lang="en-US" sz="1600" b="1" i="0" u="none" strike="noStrike" cap="none" dirty="0">
                <a:solidFill>
                  <a:schemeClr val="dk1"/>
                </a:solidFill>
                <a:latin typeface="Consolas"/>
                <a:ea typeface="Consolas"/>
                <a:cs typeface="Consolas"/>
                <a:sym typeface="Consolas"/>
              </a:rPr>
              <a:t>ISBN : ‘1234567’</a:t>
            </a:r>
            <a:endParaRPr sz="1600" b="1" i="0" u="none" strike="noStrike" cap="none" dirty="0">
              <a:solidFill>
                <a:schemeClr val="dk1"/>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dirty="0">
                <a:solidFill>
                  <a:schemeClr val="dk1"/>
                </a:solidFill>
                <a:latin typeface="Arial"/>
                <a:ea typeface="Arial"/>
                <a:cs typeface="Arial"/>
                <a:sym typeface="Arial"/>
              </a:rPr>
              <a:t>In the next slide we will transform our data model into a schema.</a:t>
            </a:r>
            <a:endParaRPr sz="1600" b="0" i="0" u="none" strike="noStrike" cap="none" dirty="0">
              <a:solidFill>
                <a:schemeClr val="dk1"/>
              </a:solidFill>
              <a:latin typeface="Arial"/>
              <a:ea typeface="Arial"/>
              <a:cs typeface="Arial"/>
              <a:sym typeface="Arial"/>
            </a:endParaRPr>
          </a:p>
        </p:txBody>
      </p:sp>
      <p:sp>
        <p:nvSpPr>
          <p:cNvPr id="234" name="Google Shape;234;g36e7958bfd6_0_42"/>
          <p:cNvSpPr txBox="1"/>
          <p:nvPr/>
        </p:nvSpPr>
        <p:spPr>
          <a:xfrm>
            <a:off x="252666" y="1401282"/>
            <a:ext cx="7246937" cy="410841"/>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Clr>
                <a:srgbClr val="000000"/>
              </a:buClr>
              <a:buSzPts val="1800"/>
              <a:buFont typeface="Arial"/>
              <a:buNone/>
            </a:pPr>
            <a:r>
              <a:rPr lang="en-US" sz="1800" b="1" i="0" u="none" strike="noStrike" cap="none">
                <a:solidFill>
                  <a:schemeClr val="dk1"/>
                </a:solidFill>
                <a:latin typeface="Arial"/>
                <a:ea typeface="Arial"/>
                <a:cs typeface="Arial"/>
                <a:sym typeface="Arial"/>
              </a:rPr>
              <a:t>How we go about creating a </a:t>
            </a:r>
            <a:r>
              <a:rPr lang="en-US" sz="1800" b="1" i="0" u="none" strike="noStrike" cap="none">
                <a:solidFill>
                  <a:schemeClr val="dk1"/>
                </a:solidFill>
                <a:latin typeface="Consolas"/>
                <a:ea typeface="Consolas"/>
                <a:cs typeface="Consolas"/>
                <a:sym typeface="Consolas"/>
              </a:rPr>
              <a:t>schema</a:t>
            </a:r>
            <a:endParaRPr sz="1800" b="1" i="0" u="none" strike="noStrike" cap="none">
              <a:solidFill>
                <a:schemeClr val="dk1"/>
              </a:solidFill>
              <a:latin typeface="Consolas"/>
              <a:ea typeface="Consolas"/>
              <a:cs typeface="Consolas"/>
              <a:sym typeface="Consolas"/>
            </a:endParaRPr>
          </a:p>
        </p:txBody>
      </p:sp>
      <p:sp>
        <p:nvSpPr>
          <p:cNvPr id="2" name="TextBox 1">
            <a:extLst>
              <a:ext uri="{FF2B5EF4-FFF2-40B4-BE49-F238E27FC236}">
                <a16:creationId xmlns:a16="http://schemas.microsoft.com/office/drawing/2014/main" id="{F39ECDE8-904C-C32E-1C18-8B05F4611A19}"/>
              </a:ext>
            </a:extLst>
          </p:cNvPr>
          <p:cNvSpPr txBox="1"/>
          <p:nvPr/>
        </p:nvSpPr>
        <p:spPr>
          <a:xfrm>
            <a:off x="5236610" y="5162023"/>
            <a:ext cx="1662329" cy="523220"/>
          </a:xfrm>
          <a:prstGeom prst="rect">
            <a:avLst/>
          </a:prstGeom>
          <a:noFill/>
          <a:ln>
            <a:solidFill>
              <a:schemeClr val="bg1">
                <a:lumMod val="65000"/>
              </a:schemeClr>
            </a:solidFill>
          </a:ln>
        </p:spPr>
        <p:txBody>
          <a:bodyPr wrap="square" rtlCol="0">
            <a:spAutoFit/>
          </a:bodyPr>
          <a:lstStyle/>
          <a:p>
            <a:r>
              <a:rPr lang="en-US" dirty="0">
                <a:solidFill>
                  <a:srgbClr val="C00000"/>
                </a:solidFill>
              </a:rPr>
              <a:t>Constraints / Validation Rules !</a:t>
            </a:r>
          </a:p>
        </p:txBody>
      </p:sp>
      <p:cxnSp>
        <p:nvCxnSpPr>
          <p:cNvPr id="4" name="Straight Arrow Connector 3">
            <a:extLst>
              <a:ext uri="{FF2B5EF4-FFF2-40B4-BE49-F238E27FC236}">
                <a16:creationId xmlns:a16="http://schemas.microsoft.com/office/drawing/2014/main" id="{B910F8DB-7404-1818-F884-9EE2BBBCE621}"/>
              </a:ext>
            </a:extLst>
          </p:cNvPr>
          <p:cNvCxnSpPr>
            <a:cxnSpLocks/>
            <a:stCxn id="2" idx="0"/>
          </p:cNvCxnSpPr>
          <p:nvPr/>
        </p:nvCxnSpPr>
        <p:spPr>
          <a:xfrm flipV="1">
            <a:off x="6067775" y="4572000"/>
            <a:ext cx="141639" cy="590023"/>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5" name="Straight Arrow Connector 4">
            <a:extLst>
              <a:ext uri="{FF2B5EF4-FFF2-40B4-BE49-F238E27FC236}">
                <a16:creationId xmlns:a16="http://schemas.microsoft.com/office/drawing/2014/main" id="{BA7CF25E-C856-88F9-2A41-89944262B569}"/>
              </a:ext>
            </a:extLst>
          </p:cNvPr>
          <p:cNvCxnSpPr>
            <a:cxnSpLocks/>
            <a:stCxn id="2" idx="2"/>
          </p:cNvCxnSpPr>
          <p:nvPr/>
        </p:nvCxnSpPr>
        <p:spPr>
          <a:xfrm flipH="1">
            <a:off x="4281141" y="5685243"/>
            <a:ext cx="1786634" cy="364582"/>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20"/>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Clr>
                <a:srgbClr val="000000"/>
              </a:buClr>
              <a:buSzPts val="2400"/>
              <a:buFont typeface="Arial"/>
              <a:buNone/>
            </a:pPr>
            <a:r>
              <a:rPr lang="en-US" sz="2400" b="1" i="0" u="none" strike="noStrike" cap="none">
                <a:solidFill>
                  <a:srgbClr val="11175E"/>
                </a:solidFill>
                <a:latin typeface="Arial"/>
                <a:ea typeface="Arial"/>
                <a:cs typeface="Arial"/>
                <a:sym typeface="Arial"/>
              </a:rPr>
              <a:t>Example 1: Create book schema using </a:t>
            </a:r>
            <a:r>
              <a:rPr lang="en-US" sz="2400" b="1" i="0" u="none" strike="noStrike" cap="none">
                <a:solidFill>
                  <a:srgbClr val="11175E"/>
                </a:solidFill>
                <a:latin typeface="Consolas"/>
                <a:ea typeface="Consolas"/>
                <a:cs typeface="Consolas"/>
                <a:sym typeface="Consolas"/>
              </a:rPr>
              <a:t>book: model.js</a:t>
            </a:r>
            <a:endParaRPr sz="2400" b="1" i="0" u="none" strike="noStrike" cap="none">
              <a:solidFill>
                <a:srgbClr val="11175E"/>
              </a:solidFill>
              <a:latin typeface="Consolas"/>
              <a:ea typeface="Consolas"/>
              <a:cs typeface="Consolas"/>
              <a:sym typeface="Consolas"/>
            </a:endParaRPr>
          </a:p>
        </p:txBody>
      </p:sp>
      <p:sp>
        <p:nvSpPr>
          <p:cNvPr id="240" name="Google Shape;240;p20"/>
          <p:cNvSpPr txBox="1"/>
          <p:nvPr/>
        </p:nvSpPr>
        <p:spPr>
          <a:xfrm>
            <a:off x="2855817" y="1708788"/>
            <a:ext cx="6423916" cy="4948044"/>
          </a:xfrm>
          <a:prstGeom prst="rect">
            <a:avLst/>
          </a:prstGeom>
          <a:noFill/>
          <a:ln w="9525" cap="flat" cmpd="sng">
            <a:solidFill>
              <a:schemeClr val="accent1"/>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100"/>
              <a:buFont typeface="Arial"/>
              <a:buNone/>
            </a:pPr>
            <a:r>
              <a:rPr lang="en-US" sz="1300" b="0" i="0" u="none" strike="noStrike" cap="none">
                <a:solidFill>
                  <a:schemeClr val="dk1"/>
                </a:solidFill>
                <a:latin typeface="Consolas"/>
                <a:ea typeface="Consolas"/>
                <a:cs typeface="Consolas"/>
                <a:sym typeface="Consolas"/>
              </a:rPr>
              <a:t>// create a new schema</a:t>
            </a:r>
            <a:endParaRPr sz="1300" b="0" i="0" u="none" strike="noStrike" cap="none">
              <a:solidFill>
                <a:schemeClr val="dk1"/>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300"/>
              <a:buFont typeface="Arial"/>
              <a:buNone/>
            </a:pPr>
            <a:r>
              <a:rPr lang="en-US" sz="1300" b="0" i="0" u="none" strike="noStrike" cap="none">
                <a:solidFill>
                  <a:srgbClr val="000000"/>
                </a:solidFill>
                <a:latin typeface="Consolas"/>
                <a:ea typeface="Consolas"/>
                <a:cs typeface="Consolas"/>
                <a:sym typeface="Consolas"/>
              </a:rPr>
              <a:t>const bookSchema = new mongoose.Schema({</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300"/>
              <a:buFont typeface="Arial"/>
              <a:buNone/>
            </a:pPr>
            <a:r>
              <a:rPr lang="en-US" sz="1300" b="0" i="0" u="none" strike="noStrike" cap="none">
                <a:solidFill>
                  <a:srgbClr val="000000"/>
                </a:solidFill>
                <a:latin typeface="Consolas"/>
                <a:ea typeface="Consolas"/>
                <a:cs typeface="Consolas"/>
                <a:sym typeface="Consolas"/>
              </a:rPr>
              <a:t>    title: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300"/>
              <a:buFont typeface="Arial"/>
              <a:buNone/>
            </a:pPr>
            <a:r>
              <a:rPr lang="en-US" sz="1300" b="0" i="0" u="none" strike="noStrike" cap="none">
                <a:solidFill>
                  <a:srgbClr val="000000"/>
                </a:solidFill>
                <a:latin typeface="Consolas"/>
                <a:ea typeface="Consolas"/>
                <a:cs typeface="Consolas"/>
                <a:sym typeface="Consolas"/>
              </a:rPr>
              <a:t>        type: String,</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300"/>
              <a:buFont typeface="Arial"/>
              <a:buNone/>
            </a:pPr>
            <a:r>
              <a:rPr lang="en-US" sz="1300" b="0" i="0" u="none" strike="noStrike" cap="none">
                <a:solidFill>
                  <a:srgbClr val="000000"/>
                </a:solidFill>
                <a:latin typeface="Consolas"/>
                <a:ea typeface="Consolas"/>
                <a:cs typeface="Consolas"/>
                <a:sym typeface="Consolas"/>
              </a:rPr>
              <a:t>        required: [true, 'A book must have a title']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300"/>
              <a:buFont typeface="Arial"/>
              <a:buNone/>
            </a:pPr>
            <a:r>
              <a:rPr lang="en-US" sz="1300" b="0" i="0" u="none" strike="noStrike" cap="none">
                <a:solidFill>
                  <a:srgbClr val="000000"/>
                </a:solidFill>
                <a:latin typeface="Consolas"/>
                <a:ea typeface="Consolas"/>
                <a:cs typeface="Consolas"/>
                <a:sym typeface="Consolas"/>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300"/>
              <a:buFont typeface="Arial"/>
              <a:buNone/>
            </a:pPr>
            <a:r>
              <a:rPr lang="en-US" sz="1300" b="0" i="0" u="none" strike="noStrike" cap="none">
                <a:solidFill>
                  <a:srgbClr val="000000"/>
                </a:solidFill>
                <a:latin typeface="Consolas"/>
                <a:ea typeface="Consolas"/>
                <a:cs typeface="Consolas"/>
                <a:sym typeface="Consolas"/>
              </a:rPr>
              <a:t>    isbn: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300"/>
              <a:buFont typeface="Arial"/>
              <a:buNone/>
            </a:pPr>
            <a:r>
              <a:rPr lang="en-US" sz="1300" b="0" i="0" u="none" strike="noStrike" cap="none">
                <a:solidFill>
                  <a:srgbClr val="000000"/>
                </a:solidFill>
                <a:latin typeface="Consolas"/>
                <a:ea typeface="Consolas"/>
                <a:cs typeface="Consolas"/>
                <a:sym typeface="Consolas"/>
              </a:rPr>
              <a:t>        type: String,</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300"/>
              <a:buFont typeface="Arial"/>
              <a:buNone/>
            </a:pPr>
            <a:r>
              <a:rPr lang="en-US" sz="1300" b="0" i="0" u="none" strike="noStrike" cap="none">
                <a:solidFill>
                  <a:srgbClr val="000000"/>
                </a:solidFill>
                <a:latin typeface="Consolas"/>
                <a:ea typeface="Consolas"/>
                <a:cs typeface="Consolas"/>
                <a:sym typeface="Consolas"/>
              </a:rPr>
              <a:t>        required: [true, 'A book must have a isbn call number’],</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300"/>
              <a:buFont typeface="Arial"/>
              <a:buNone/>
            </a:pPr>
            <a:r>
              <a:rPr lang="en-US" sz="1300" b="0" i="0" u="none" strike="noStrike" cap="none">
                <a:solidFill>
                  <a:srgbClr val="000000"/>
                </a:solidFill>
                <a:latin typeface="Consolas"/>
                <a:ea typeface="Consolas"/>
                <a:cs typeface="Consolas"/>
                <a:sym typeface="Consolas"/>
              </a:rPr>
              <a:t>        unique: true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300"/>
              <a:buFont typeface="Arial"/>
              <a:buNone/>
            </a:pPr>
            <a:r>
              <a:rPr lang="en-US" sz="1300" b="0" i="0" u="none" strike="noStrike" cap="none">
                <a:solidFill>
                  <a:srgbClr val="000000"/>
                </a:solidFill>
                <a:latin typeface="Consolas"/>
                <a:ea typeface="Consolas"/>
                <a:cs typeface="Consolas"/>
                <a:sym typeface="Consolas"/>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300"/>
              <a:buFont typeface="Arial"/>
              <a:buNone/>
            </a:pPr>
            <a:r>
              <a:rPr lang="en-US" sz="1300" b="0" i="0" u="none" strike="noStrike" cap="none">
                <a:solidFill>
                  <a:srgbClr val="000000"/>
                </a:solidFill>
                <a:latin typeface="Consolas"/>
                <a:ea typeface="Consolas"/>
                <a:cs typeface="Consolas"/>
                <a:sym typeface="Consolas"/>
              </a:rPr>
              <a:t>    rating: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300"/>
              <a:buFont typeface="Arial"/>
              <a:buNone/>
            </a:pPr>
            <a:r>
              <a:rPr lang="en-US" sz="1300" b="0" i="0" u="none" strike="noStrike" cap="none">
                <a:solidFill>
                  <a:srgbClr val="000000"/>
                </a:solidFill>
                <a:latin typeface="Consolas"/>
                <a:ea typeface="Consolas"/>
                <a:cs typeface="Consolas"/>
                <a:sym typeface="Consolas"/>
              </a:rPr>
              <a:t>        type: Number,</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300"/>
              <a:buFont typeface="Arial"/>
              <a:buNone/>
            </a:pPr>
            <a:r>
              <a:rPr lang="en-US" sz="1300" b="0" i="0" u="none" strike="noStrike" cap="none">
                <a:solidFill>
                  <a:srgbClr val="000000"/>
                </a:solidFill>
                <a:latin typeface="Consolas"/>
                <a:ea typeface="Consolas"/>
                <a:cs typeface="Consolas"/>
                <a:sym typeface="Consolas"/>
              </a:rPr>
              <a:t>        default: 3.0</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300"/>
              <a:buFont typeface="Arial"/>
              <a:buNone/>
            </a:pPr>
            <a:r>
              <a:rPr lang="en-US" sz="1300" b="0" i="0" u="none" strike="noStrike" cap="none">
                <a:solidFill>
                  <a:srgbClr val="000000"/>
                </a:solidFill>
                <a:latin typeface="Consolas"/>
                <a:ea typeface="Consolas"/>
                <a:cs typeface="Consolas"/>
                <a:sym typeface="Consolas"/>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300"/>
              <a:buFont typeface="Arial"/>
              <a:buNone/>
            </a:pPr>
            <a:r>
              <a:rPr lang="en-US" sz="1300" b="0" i="0" u="none" strike="noStrike" cap="none">
                <a:solidFill>
                  <a:srgbClr val="000000"/>
                </a:solidFill>
                <a:latin typeface="Consolas"/>
                <a:ea typeface="Consolas"/>
                <a:cs typeface="Consolas"/>
                <a:sym typeface="Consolas"/>
              </a:rPr>
              <a:t>    price: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300"/>
              <a:buFont typeface="Arial"/>
              <a:buNone/>
            </a:pPr>
            <a:r>
              <a:rPr lang="en-US" sz="1300" b="0" i="0" u="none" strike="noStrike" cap="none">
                <a:solidFill>
                  <a:srgbClr val="000000"/>
                </a:solidFill>
                <a:latin typeface="Consolas"/>
                <a:ea typeface="Consolas"/>
                <a:cs typeface="Consolas"/>
                <a:sym typeface="Consolas"/>
              </a:rPr>
              <a:t>        type: Number,</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300"/>
              <a:buFont typeface="Arial"/>
              <a:buNone/>
            </a:pPr>
            <a:r>
              <a:rPr lang="en-US" sz="1300" b="0" i="0" u="none" strike="noStrike" cap="none">
                <a:solidFill>
                  <a:srgbClr val="000000"/>
                </a:solidFill>
                <a:latin typeface="Consolas"/>
                <a:ea typeface="Consolas"/>
                <a:cs typeface="Consolas"/>
                <a:sym typeface="Consolas"/>
              </a:rPr>
              <a:t>        required: [true, 'A book must have a price']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300"/>
              <a:buFont typeface="Arial"/>
              <a:buNone/>
            </a:pPr>
            <a:r>
              <a:rPr lang="en-US" sz="1300" b="0" i="0" u="none" strike="noStrike" cap="none">
                <a:solidFill>
                  <a:srgbClr val="000000"/>
                </a:solidFill>
                <a:latin typeface="Consolas"/>
                <a:ea typeface="Consolas"/>
                <a:cs typeface="Consolas"/>
                <a:sym typeface="Consolas"/>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300"/>
              <a:buFont typeface="Arial"/>
              <a:buNone/>
            </a:pPr>
            <a:r>
              <a:rPr lang="en-US" sz="1300" b="0" i="0" u="none" strike="noStrike" cap="none">
                <a:solidFill>
                  <a:srgbClr val="000000"/>
                </a:solidFill>
                <a:latin typeface="Consolas"/>
                <a:ea typeface="Consolas"/>
                <a:cs typeface="Consolas"/>
                <a:sym typeface="Consolas"/>
              </a:rPr>
              <a: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300"/>
              <a:buFont typeface="Arial"/>
              <a:buNone/>
            </a:pPr>
            <a:br>
              <a:rPr lang="en-US" sz="1300" b="0" i="0" u="none" strike="noStrike" cap="none">
                <a:solidFill>
                  <a:srgbClr val="000000"/>
                </a:solidFill>
                <a:latin typeface="Consolas"/>
                <a:ea typeface="Consolas"/>
                <a:cs typeface="Consolas"/>
                <a:sym typeface="Consolas"/>
              </a:rPr>
            </a:br>
            <a:r>
              <a:rPr lang="en-US" sz="1400" b="0" i="0" u="none" strike="noStrike" cap="none">
                <a:solidFill>
                  <a:srgbClr val="000000"/>
                </a:solidFill>
                <a:latin typeface="Arial"/>
                <a:ea typeface="Arial"/>
                <a:cs typeface="Arial"/>
                <a:sym typeface="Arial"/>
              </a:rPr>
              <a:t>const Book = mongoose.model('Book', bookSchema, 'books');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100"/>
              <a:buFont typeface="Arial"/>
              <a:buNone/>
            </a:pPr>
            <a:endParaRPr sz="1300" b="0" i="0" u="none" strike="noStrike" cap="none">
              <a:solidFill>
                <a:schemeClr val="dk1"/>
              </a:solidFill>
              <a:latin typeface="Consolas"/>
              <a:ea typeface="Consolas"/>
              <a:cs typeface="Consolas"/>
              <a:sym typeface="Consolas"/>
            </a:endParaRPr>
          </a:p>
          <a:p>
            <a:pPr marL="0" marR="0" lvl="0" indent="0" algn="l" rtl="0">
              <a:lnSpc>
                <a:spcPct val="100000"/>
              </a:lnSpc>
              <a:spcBef>
                <a:spcPts val="0"/>
              </a:spcBef>
              <a:spcAft>
                <a:spcPts val="0"/>
              </a:spcAft>
              <a:buClr>
                <a:schemeClr val="dk1"/>
              </a:buClr>
              <a:buSzPts val="1100"/>
              <a:buFont typeface="Arial"/>
              <a:buNone/>
            </a:pPr>
            <a:endParaRPr sz="1300" b="0" i="0" u="none" strike="noStrike" cap="none">
              <a:solidFill>
                <a:schemeClr val="dk1"/>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300"/>
              <a:buFont typeface="Arial"/>
              <a:buNone/>
            </a:pPr>
            <a:endParaRPr sz="1300" b="0" i="0" u="none" strike="noStrike" cap="none">
              <a:solidFill>
                <a:schemeClr val="dk1"/>
              </a:solidFill>
              <a:latin typeface="Consolas"/>
              <a:ea typeface="Consolas"/>
              <a:cs typeface="Consolas"/>
              <a:sym typeface="Consolas"/>
            </a:endParaRPr>
          </a:p>
        </p:txBody>
      </p:sp>
      <p:sp>
        <p:nvSpPr>
          <p:cNvPr id="241" name="Google Shape;241;p20"/>
          <p:cNvSpPr/>
          <p:nvPr/>
        </p:nvSpPr>
        <p:spPr>
          <a:xfrm>
            <a:off x="4600282" y="1980952"/>
            <a:ext cx="2076290" cy="240648"/>
          </a:xfrm>
          <a:prstGeom prst="flowChartAlternateProcess">
            <a:avLst/>
          </a:prstGeom>
          <a:noFill/>
          <a:ln w="19050" cap="flat" cmpd="sng">
            <a:solidFill>
              <a:srgbClr val="6AA84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242" name="Google Shape;242;p20"/>
          <p:cNvCxnSpPr>
            <a:stCxn id="243" idx="1"/>
            <a:endCxn id="241" idx="3"/>
          </p:cNvCxnSpPr>
          <p:nvPr/>
        </p:nvCxnSpPr>
        <p:spPr>
          <a:xfrm rot="10800000">
            <a:off x="6676577" y="2101169"/>
            <a:ext cx="3051600" cy="10800"/>
          </a:xfrm>
          <a:prstGeom prst="straightConnector1">
            <a:avLst/>
          </a:prstGeom>
          <a:noFill/>
          <a:ln w="19050" cap="flat" cmpd="sng">
            <a:solidFill>
              <a:srgbClr val="6AA84F"/>
            </a:solidFill>
            <a:prstDash val="solid"/>
            <a:round/>
            <a:headEnd type="none" w="sm" len="sm"/>
            <a:tailEnd type="triangle" w="med" len="med"/>
          </a:ln>
        </p:spPr>
      </p:cxnSp>
      <p:sp>
        <p:nvSpPr>
          <p:cNvPr id="243" name="Google Shape;243;p20"/>
          <p:cNvSpPr txBox="1"/>
          <p:nvPr/>
        </p:nvSpPr>
        <p:spPr>
          <a:xfrm>
            <a:off x="9728177" y="1527208"/>
            <a:ext cx="1944000" cy="1169521"/>
          </a:xfrm>
          <a:prstGeom prst="rect">
            <a:avLst/>
          </a:prstGeom>
          <a:solidFill>
            <a:srgbClr val="B6D7A8"/>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chemeClr val="dk1"/>
                </a:solidFill>
                <a:latin typeface="Arial"/>
                <a:ea typeface="Arial"/>
                <a:cs typeface="Arial"/>
                <a:sym typeface="Arial"/>
              </a:rPr>
              <a:t>This mongoose function will create a new schema object</a:t>
            </a:r>
            <a:endParaRPr sz="1600" b="0" i="0" u="none" strike="noStrike" cap="none">
              <a:solidFill>
                <a:srgbClr val="000000"/>
              </a:solidFill>
              <a:latin typeface="Arial"/>
              <a:ea typeface="Arial"/>
              <a:cs typeface="Arial"/>
              <a:sym typeface="Arial"/>
            </a:endParaRPr>
          </a:p>
        </p:txBody>
      </p:sp>
      <p:sp>
        <p:nvSpPr>
          <p:cNvPr id="244" name="Google Shape;244;p20"/>
          <p:cNvSpPr/>
          <p:nvPr/>
        </p:nvSpPr>
        <p:spPr>
          <a:xfrm>
            <a:off x="3218365" y="2198641"/>
            <a:ext cx="682885" cy="240649"/>
          </a:xfrm>
          <a:prstGeom prst="flowChartAlternateProcess">
            <a:avLst/>
          </a:prstGeom>
          <a:noFill/>
          <a:ln w="1905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245" name="Google Shape;245;p20"/>
          <p:cNvCxnSpPr>
            <a:stCxn id="246" idx="3"/>
            <a:endCxn id="244" idx="1"/>
          </p:cNvCxnSpPr>
          <p:nvPr/>
        </p:nvCxnSpPr>
        <p:spPr>
          <a:xfrm rot="10800000" flipH="1">
            <a:off x="2535565" y="2318973"/>
            <a:ext cx="682800" cy="603300"/>
          </a:xfrm>
          <a:prstGeom prst="straightConnector1">
            <a:avLst/>
          </a:prstGeom>
          <a:noFill/>
          <a:ln w="19050" cap="flat" cmpd="sng">
            <a:solidFill>
              <a:srgbClr val="FF9900"/>
            </a:solidFill>
            <a:prstDash val="solid"/>
            <a:round/>
            <a:headEnd type="none" w="sm" len="sm"/>
            <a:tailEnd type="triangle" w="med" len="med"/>
          </a:ln>
        </p:spPr>
      </p:cxnSp>
      <p:sp>
        <p:nvSpPr>
          <p:cNvPr id="246" name="Google Shape;246;p20"/>
          <p:cNvSpPr txBox="1"/>
          <p:nvPr/>
        </p:nvSpPr>
        <p:spPr>
          <a:xfrm>
            <a:off x="334962" y="1845070"/>
            <a:ext cx="2200603" cy="2154406"/>
          </a:xfrm>
          <a:prstGeom prst="rect">
            <a:avLst/>
          </a:prstGeom>
          <a:solidFill>
            <a:srgbClr val="F9CB9C"/>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Our book schema has a bunch of key: value pairs and we can define the type, default value, unique (index) and if it is a required field and others. </a:t>
            </a:r>
            <a:endParaRPr sz="1600" b="0" i="0" u="none" strike="noStrike" cap="none">
              <a:solidFill>
                <a:srgbClr val="000000"/>
              </a:solidFill>
              <a:latin typeface="Arial"/>
              <a:ea typeface="Arial"/>
              <a:cs typeface="Arial"/>
              <a:sym typeface="Arial"/>
            </a:endParaRPr>
          </a:p>
        </p:txBody>
      </p:sp>
      <p:sp>
        <p:nvSpPr>
          <p:cNvPr id="247" name="Google Shape;247;p20"/>
          <p:cNvSpPr/>
          <p:nvPr/>
        </p:nvSpPr>
        <p:spPr>
          <a:xfrm>
            <a:off x="3218450" y="2967432"/>
            <a:ext cx="562521" cy="267226"/>
          </a:xfrm>
          <a:prstGeom prst="flowChartAlternateProcess">
            <a:avLst/>
          </a:prstGeom>
          <a:noFill/>
          <a:ln w="1905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248" name="Google Shape;248;p20"/>
          <p:cNvCxnSpPr>
            <a:stCxn id="246" idx="3"/>
            <a:endCxn id="247" idx="1"/>
          </p:cNvCxnSpPr>
          <p:nvPr/>
        </p:nvCxnSpPr>
        <p:spPr>
          <a:xfrm>
            <a:off x="2535565" y="2922273"/>
            <a:ext cx="682800" cy="178800"/>
          </a:xfrm>
          <a:prstGeom prst="straightConnector1">
            <a:avLst/>
          </a:prstGeom>
          <a:noFill/>
          <a:ln w="19050" cap="flat" cmpd="sng">
            <a:solidFill>
              <a:srgbClr val="FF9900"/>
            </a:solidFill>
            <a:prstDash val="solid"/>
            <a:round/>
            <a:headEnd type="none" w="sm" len="sm"/>
            <a:tailEnd type="triangle" w="med" len="med"/>
          </a:ln>
        </p:spPr>
      </p:cxnSp>
      <p:sp>
        <p:nvSpPr>
          <p:cNvPr id="249" name="Google Shape;249;p20"/>
          <p:cNvSpPr/>
          <p:nvPr/>
        </p:nvSpPr>
        <p:spPr>
          <a:xfrm>
            <a:off x="3648877" y="4173448"/>
            <a:ext cx="1107566" cy="220700"/>
          </a:xfrm>
          <a:prstGeom prst="flowChartAlternateProcess">
            <a:avLst/>
          </a:prstGeom>
          <a:noFill/>
          <a:ln w="1905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250" name="Google Shape;250;p20"/>
          <p:cNvCxnSpPr>
            <a:stCxn id="246" idx="3"/>
            <a:endCxn id="249" idx="1"/>
          </p:cNvCxnSpPr>
          <p:nvPr/>
        </p:nvCxnSpPr>
        <p:spPr>
          <a:xfrm>
            <a:off x="2535565" y="2922273"/>
            <a:ext cx="1113300" cy="1361400"/>
          </a:xfrm>
          <a:prstGeom prst="straightConnector1">
            <a:avLst/>
          </a:prstGeom>
          <a:noFill/>
          <a:ln w="19050" cap="flat" cmpd="sng">
            <a:solidFill>
              <a:srgbClr val="FF9900"/>
            </a:solidFill>
            <a:prstDash val="solid"/>
            <a:round/>
            <a:headEnd type="none" w="sm" len="sm"/>
            <a:tailEnd type="triangle" w="med" len="med"/>
          </a:ln>
        </p:spPr>
      </p:cxnSp>
      <p:sp>
        <p:nvSpPr>
          <p:cNvPr id="251" name="Google Shape;251;p20"/>
          <p:cNvSpPr/>
          <p:nvPr/>
        </p:nvSpPr>
        <p:spPr>
          <a:xfrm>
            <a:off x="3636098" y="4965626"/>
            <a:ext cx="1120345" cy="240600"/>
          </a:xfrm>
          <a:prstGeom prst="flowChartAlternateProcess">
            <a:avLst/>
          </a:prstGeom>
          <a:noFill/>
          <a:ln w="1905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252" name="Google Shape;252;p20"/>
          <p:cNvCxnSpPr>
            <a:stCxn id="246" idx="3"/>
            <a:endCxn id="251" idx="1"/>
          </p:cNvCxnSpPr>
          <p:nvPr/>
        </p:nvCxnSpPr>
        <p:spPr>
          <a:xfrm>
            <a:off x="2535565" y="2922273"/>
            <a:ext cx="1100400" cy="2163600"/>
          </a:xfrm>
          <a:prstGeom prst="straightConnector1">
            <a:avLst/>
          </a:prstGeom>
          <a:noFill/>
          <a:ln w="19050" cap="flat" cmpd="sng">
            <a:solidFill>
              <a:srgbClr val="FF9900"/>
            </a:solidFill>
            <a:prstDash val="solid"/>
            <a:round/>
            <a:headEnd type="none" w="sm" len="sm"/>
            <a:tailEnd type="triangle" w="med" len="med"/>
          </a:ln>
        </p:spPr>
      </p:cxnSp>
      <p:sp>
        <p:nvSpPr>
          <p:cNvPr id="253" name="Google Shape;253;p20"/>
          <p:cNvSpPr/>
          <p:nvPr/>
        </p:nvSpPr>
        <p:spPr>
          <a:xfrm>
            <a:off x="3648878" y="3182784"/>
            <a:ext cx="1169866" cy="240648"/>
          </a:xfrm>
          <a:prstGeom prst="flowChartAlternateProcess">
            <a:avLst/>
          </a:prstGeom>
          <a:noFill/>
          <a:ln w="19050"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254" name="Google Shape;254;p20"/>
          <p:cNvCxnSpPr>
            <a:stCxn id="255" idx="1"/>
            <a:endCxn id="253" idx="3"/>
          </p:cNvCxnSpPr>
          <p:nvPr/>
        </p:nvCxnSpPr>
        <p:spPr>
          <a:xfrm rot="10800000">
            <a:off x="4818753" y="3303242"/>
            <a:ext cx="4906500" cy="24300"/>
          </a:xfrm>
          <a:prstGeom prst="straightConnector1">
            <a:avLst/>
          </a:prstGeom>
          <a:noFill/>
          <a:ln w="19050" cap="flat" cmpd="sng">
            <a:solidFill>
              <a:srgbClr val="0000FF"/>
            </a:solidFill>
            <a:prstDash val="solid"/>
            <a:round/>
            <a:headEnd type="none" w="sm" len="sm"/>
            <a:tailEnd type="triangle" w="med" len="med"/>
          </a:ln>
        </p:spPr>
      </p:cxnSp>
      <p:sp>
        <p:nvSpPr>
          <p:cNvPr id="255" name="Google Shape;255;p20"/>
          <p:cNvSpPr txBox="1"/>
          <p:nvPr/>
        </p:nvSpPr>
        <p:spPr>
          <a:xfrm>
            <a:off x="9725253" y="2989003"/>
            <a:ext cx="1945800" cy="677078"/>
          </a:xfrm>
          <a:prstGeom prst="rect">
            <a:avLst/>
          </a:prstGeom>
          <a:solidFill>
            <a:srgbClr val="9FC5E8"/>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US" sz="1600" b="0" i="0" u="none" strike="noStrike" cap="none">
                <a:solidFill>
                  <a:schemeClr val="dk1"/>
                </a:solidFill>
                <a:latin typeface="Arial"/>
                <a:ea typeface="Arial"/>
                <a:cs typeface="Arial"/>
                <a:sym typeface="Arial"/>
              </a:rPr>
              <a:t>Data type of each field</a:t>
            </a:r>
            <a:endParaRPr sz="1600" b="0" i="0" u="none" strike="noStrike" cap="none">
              <a:solidFill>
                <a:srgbClr val="000000"/>
              </a:solidFill>
              <a:latin typeface="Arial"/>
              <a:ea typeface="Arial"/>
              <a:cs typeface="Arial"/>
              <a:sym typeface="Arial"/>
            </a:endParaRPr>
          </a:p>
        </p:txBody>
      </p:sp>
      <p:sp>
        <p:nvSpPr>
          <p:cNvPr id="256" name="Google Shape;256;p20"/>
          <p:cNvSpPr/>
          <p:nvPr/>
        </p:nvSpPr>
        <p:spPr>
          <a:xfrm>
            <a:off x="3636099" y="3576474"/>
            <a:ext cx="1182646" cy="231760"/>
          </a:xfrm>
          <a:prstGeom prst="flowChartAlternateProcess">
            <a:avLst/>
          </a:prstGeom>
          <a:noFill/>
          <a:ln w="19050" cap="flat" cmpd="sng">
            <a:solidFill>
              <a:srgbClr val="FF999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257" name="Google Shape;257;p20"/>
          <p:cNvCxnSpPr>
            <a:stCxn id="258" idx="1"/>
            <a:endCxn id="256" idx="3"/>
          </p:cNvCxnSpPr>
          <p:nvPr/>
        </p:nvCxnSpPr>
        <p:spPr>
          <a:xfrm rot="10800000">
            <a:off x="4818753" y="3692357"/>
            <a:ext cx="4906500" cy="995700"/>
          </a:xfrm>
          <a:prstGeom prst="straightConnector1">
            <a:avLst/>
          </a:prstGeom>
          <a:noFill/>
          <a:ln w="19050" cap="flat" cmpd="sng">
            <a:solidFill>
              <a:srgbClr val="FF9999"/>
            </a:solidFill>
            <a:prstDash val="solid"/>
            <a:round/>
            <a:headEnd type="none" w="sm" len="sm"/>
            <a:tailEnd type="triangle" w="med" len="med"/>
          </a:ln>
        </p:spPr>
      </p:cxnSp>
      <p:sp>
        <p:nvSpPr>
          <p:cNvPr id="259" name="Google Shape;259;p20"/>
          <p:cNvSpPr txBox="1"/>
          <p:nvPr/>
        </p:nvSpPr>
        <p:spPr>
          <a:xfrm>
            <a:off x="9725253" y="5616572"/>
            <a:ext cx="1945800" cy="923299"/>
          </a:xfrm>
          <a:prstGeom prst="rect">
            <a:avLst/>
          </a:prstGeom>
          <a:solidFill>
            <a:srgbClr val="CC99FF"/>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US" sz="1600" b="1" i="0" u="none" strike="noStrike" cap="none">
                <a:solidFill>
                  <a:srgbClr val="000000"/>
                </a:solidFill>
                <a:latin typeface="Consolas"/>
                <a:ea typeface="Consolas"/>
                <a:cs typeface="Consolas"/>
                <a:sym typeface="Consolas"/>
              </a:rPr>
              <a:t>books</a:t>
            </a:r>
            <a:r>
              <a:rPr lang="en-US" sz="1600" b="0" i="0" u="none" strike="noStrike" cap="none">
                <a:solidFill>
                  <a:schemeClr val="dk1"/>
                </a:solidFill>
                <a:latin typeface="Arial"/>
                <a:ea typeface="Arial"/>
                <a:cs typeface="Arial"/>
                <a:sym typeface="Arial"/>
              </a:rPr>
              <a:t> here refers to our collection in our database.</a:t>
            </a:r>
            <a:endParaRPr sz="1600" b="0" i="0" u="none" strike="noStrike" cap="none">
              <a:solidFill>
                <a:srgbClr val="000000"/>
              </a:solidFill>
              <a:latin typeface="Arial"/>
              <a:ea typeface="Arial"/>
              <a:cs typeface="Arial"/>
              <a:sym typeface="Arial"/>
            </a:endParaRPr>
          </a:p>
        </p:txBody>
      </p:sp>
      <p:sp>
        <p:nvSpPr>
          <p:cNvPr id="260" name="Google Shape;260;p20"/>
          <p:cNvSpPr/>
          <p:nvPr/>
        </p:nvSpPr>
        <p:spPr>
          <a:xfrm>
            <a:off x="7083472" y="5963621"/>
            <a:ext cx="775253" cy="240600"/>
          </a:xfrm>
          <a:prstGeom prst="flowChartAlternateProcess">
            <a:avLst/>
          </a:prstGeom>
          <a:noFill/>
          <a:ln w="19050" cap="flat" cmpd="sng">
            <a:solidFill>
              <a:srgbClr val="CC99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261" name="Google Shape;261;p20"/>
          <p:cNvCxnSpPr>
            <a:stCxn id="259" idx="1"/>
            <a:endCxn id="260" idx="3"/>
          </p:cNvCxnSpPr>
          <p:nvPr/>
        </p:nvCxnSpPr>
        <p:spPr>
          <a:xfrm flipH="1">
            <a:off x="7858653" y="6078222"/>
            <a:ext cx="1866600" cy="5700"/>
          </a:xfrm>
          <a:prstGeom prst="straightConnector1">
            <a:avLst/>
          </a:prstGeom>
          <a:noFill/>
          <a:ln w="19050" cap="flat" cmpd="sng">
            <a:solidFill>
              <a:srgbClr val="CC99FF"/>
            </a:solidFill>
            <a:prstDash val="solid"/>
            <a:round/>
            <a:headEnd type="none" w="sm" len="sm"/>
            <a:tailEnd type="triangle" w="med" len="med"/>
          </a:ln>
        </p:spPr>
      </p:cxnSp>
      <p:sp>
        <p:nvSpPr>
          <p:cNvPr id="262" name="Google Shape;262;p20"/>
          <p:cNvSpPr txBox="1"/>
          <p:nvPr/>
        </p:nvSpPr>
        <p:spPr>
          <a:xfrm>
            <a:off x="334963" y="5733533"/>
            <a:ext cx="1944000" cy="923299"/>
          </a:xfrm>
          <a:prstGeom prst="rect">
            <a:avLst/>
          </a:prstGeom>
          <a:solidFill>
            <a:srgbClr val="FFCCFF"/>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Create a new </a:t>
            </a:r>
            <a:r>
              <a:rPr lang="en-US" sz="1600" b="1" i="0" u="none" strike="noStrike" cap="none">
                <a:solidFill>
                  <a:srgbClr val="000000"/>
                </a:solidFill>
                <a:latin typeface="Consolas"/>
                <a:ea typeface="Consolas"/>
                <a:cs typeface="Consolas"/>
                <a:sym typeface="Consolas"/>
              </a:rPr>
              <a:t>Book</a:t>
            </a:r>
            <a:r>
              <a:rPr lang="en-US" sz="1600" b="0" i="0" u="none" strike="noStrike" cap="none">
                <a:solidFill>
                  <a:srgbClr val="000000"/>
                </a:solidFill>
                <a:latin typeface="Arial"/>
                <a:ea typeface="Arial"/>
                <a:cs typeface="Arial"/>
                <a:sym typeface="Arial"/>
              </a:rPr>
              <a:t> model based on </a:t>
            </a:r>
            <a:r>
              <a:rPr lang="en-US" sz="1600" b="1" i="0" u="none" strike="noStrike" cap="none">
                <a:solidFill>
                  <a:srgbClr val="000000"/>
                </a:solidFill>
                <a:latin typeface="Consolas"/>
                <a:ea typeface="Consolas"/>
                <a:cs typeface="Consolas"/>
                <a:sym typeface="Consolas"/>
              </a:rPr>
              <a:t>bookSchema</a:t>
            </a:r>
            <a:r>
              <a:rPr lang="en-US" sz="1600" b="0" i="0" u="none" strike="noStrike" cap="none">
                <a:solidFill>
                  <a:srgbClr val="000000"/>
                </a:solidFill>
                <a:latin typeface="Arial"/>
                <a:ea typeface="Arial"/>
                <a:cs typeface="Arial"/>
                <a:sym typeface="Arial"/>
              </a:rPr>
              <a:t>. </a:t>
            </a:r>
            <a:endParaRPr sz="1600" b="0" i="0" u="none" strike="noStrike" cap="none">
              <a:solidFill>
                <a:srgbClr val="000000"/>
              </a:solidFill>
              <a:latin typeface="Arial"/>
              <a:ea typeface="Arial"/>
              <a:cs typeface="Arial"/>
              <a:sym typeface="Arial"/>
            </a:endParaRPr>
          </a:p>
        </p:txBody>
      </p:sp>
      <p:sp>
        <p:nvSpPr>
          <p:cNvPr id="263" name="Google Shape;263;p20"/>
          <p:cNvSpPr/>
          <p:nvPr/>
        </p:nvSpPr>
        <p:spPr>
          <a:xfrm>
            <a:off x="3379172" y="5963621"/>
            <a:ext cx="2034103" cy="229200"/>
          </a:xfrm>
          <a:prstGeom prst="flowChartAlternateProcess">
            <a:avLst/>
          </a:prstGeom>
          <a:noFill/>
          <a:ln w="19050" cap="flat" cmpd="sng">
            <a:solidFill>
              <a:srgbClr val="FFCC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264" name="Google Shape;264;p20"/>
          <p:cNvCxnSpPr>
            <a:stCxn id="262" idx="3"/>
            <a:endCxn id="263" idx="1"/>
          </p:cNvCxnSpPr>
          <p:nvPr/>
        </p:nvCxnSpPr>
        <p:spPr>
          <a:xfrm rot="10800000" flipH="1">
            <a:off x="2278963" y="6078183"/>
            <a:ext cx="1100100" cy="117000"/>
          </a:xfrm>
          <a:prstGeom prst="straightConnector1">
            <a:avLst/>
          </a:prstGeom>
          <a:noFill/>
          <a:ln w="19050" cap="flat" cmpd="sng">
            <a:solidFill>
              <a:srgbClr val="FFCCFF"/>
            </a:solidFill>
            <a:prstDash val="solid"/>
            <a:round/>
            <a:headEnd type="none" w="sm" len="sm"/>
            <a:tailEnd type="triangle" w="med" len="med"/>
          </a:ln>
        </p:spPr>
      </p:cxnSp>
      <p:sp>
        <p:nvSpPr>
          <p:cNvPr id="258" name="Google Shape;258;p20"/>
          <p:cNvSpPr txBox="1"/>
          <p:nvPr/>
        </p:nvSpPr>
        <p:spPr>
          <a:xfrm>
            <a:off x="9725253" y="3980186"/>
            <a:ext cx="1945800" cy="1415742"/>
          </a:xfrm>
          <a:prstGeom prst="rect">
            <a:avLst/>
          </a:prstGeom>
          <a:solidFill>
            <a:srgbClr val="FF9999"/>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US" sz="1600" b="0" i="0" u="none" strike="noStrike" cap="none">
                <a:solidFill>
                  <a:schemeClr val="dk1"/>
                </a:solidFill>
                <a:latin typeface="Arial"/>
                <a:ea typeface="Arial"/>
                <a:cs typeface="Arial"/>
                <a:sym typeface="Arial"/>
              </a:rPr>
              <a:t>We use </a:t>
            </a:r>
            <a:endParaRPr/>
          </a:p>
          <a:p>
            <a:pPr marL="0" marR="0" lvl="0" indent="0" algn="ctr" rtl="0">
              <a:lnSpc>
                <a:spcPct val="100000"/>
              </a:lnSpc>
              <a:spcBef>
                <a:spcPts val="0"/>
              </a:spcBef>
              <a:spcAft>
                <a:spcPts val="0"/>
              </a:spcAft>
              <a:buClr>
                <a:schemeClr val="dk1"/>
              </a:buClr>
              <a:buSzPts val="1100"/>
              <a:buFont typeface="Arial"/>
              <a:buNone/>
            </a:pPr>
            <a:r>
              <a:rPr lang="en-US" sz="1600" b="1" i="0" u="none" strike="noStrike" cap="none">
                <a:solidFill>
                  <a:srgbClr val="000000"/>
                </a:solidFill>
                <a:latin typeface="Consolas"/>
                <a:ea typeface="Consolas"/>
                <a:cs typeface="Consolas"/>
                <a:sym typeface="Consolas"/>
              </a:rPr>
              <a:t>unique: true</a:t>
            </a:r>
            <a:endParaRPr sz="1600" b="0"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Clr>
                <a:schemeClr val="dk1"/>
              </a:buClr>
              <a:buSzPts val="1100"/>
              <a:buFont typeface="Arial"/>
              <a:buNone/>
            </a:pPr>
            <a:r>
              <a:rPr lang="en-US" sz="1600" b="0" i="0" u="none" strike="noStrike" cap="none">
                <a:solidFill>
                  <a:schemeClr val="dk1"/>
                </a:solidFill>
                <a:latin typeface="Arial"/>
                <a:ea typeface="Arial"/>
                <a:cs typeface="Arial"/>
                <a:sym typeface="Arial"/>
              </a:rPr>
              <a:t>to set it as the unique index on that field.</a:t>
            </a:r>
            <a:endParaRPr sz="1600" b="0" i="0" u="none" strike="noStrike" cap="none">
              <a:solidFill>
                <a:srgbClr val="000000"/>
              </a:solidFill>
              <a:latin typeface="Arial"/>
              <a:ea typeface="Arial"/>
              <a:cs typeface="Arial"/>
              <a:sym typeface="Arial"/>
            </a:endParaRPr>
          </a:p>
        </p:txBody>
      </p:sp>
      <p:sp>
        <p:nvSpPr>
          <p:cNvPr id="265" name="Google Shape;265;p20"/>
          <p:cNvSpPr txBox="1"/>
          <p:nvPr/>
        </p:nvSpPr>
        <p:spPr>
          <a:xfrm>
            <a:off x="238081" y="1402999"/>
            <a:ext cx="7246937" cy="410841"/>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Clr>
                <a:srgbClr val="000000"/>
              </a:buClr>
              <a:buSzPts val="1800"/>
              <a:buFont typeface="Arial"/>
              <a:buNone/>
            </a:pPr>
            <a:r>
              <a:rPr lang="en-US" sz="1800" b="1" i="0" u="none" strike="noStrike" cap="none">
                <a:solidFill>
                  <a:schemeClr val="dk1"/>
                </a:solidFill>
                <a:latin typeface="Arial"/>
                <a:ea typeface="Arial"/>
                <a:cs typeface="Arial"/>
                <a:sym typeface="Arial"/>
              </a:rPr>
              <a:t>Let’s look at our new book schema</a:t>
            </a:r>
            <a:endParaRPr sz="1600" b="0" i="0" u="none" strike="noStrike" cap="none">
              <a:solidFill>
                <a:srgbClr val="000000"/>
              </a:solidFill>
              <a:latin typeface="Arial"/>
              <a:ea typeface="Arial"/>
              <a:cs typeface="Arial"/>
              <a:sym typeface="Arial"/>
            </a:endParaRPr>
          </a:p>
        </p:txBody>
      </p:sp>
      <p:sp>
        <p:nvSpPr>
          <p:cNvPr id="266" name="Google Shape;266;p20"/>
          <p:cNvSpPr txBox="1"/>
          <p:nvPr/>
        </p:nvSpPr>
        <p:spPr>
          <a:xfrm>
            <a:off x="334962" y="4387909"/>
            <a:ext cx="2231217" cy="1169521"/>
          </a:xfrm>
          <a:prstGeom prst="rect">
            <a:avLst/>
          </a:prstGeom>
          <a:solidFill>
            <a:srgbClr val="FEE599"/>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1" i="0" u="none" strike="noStrike" cap="none">
                <a:solidFill>
                  <a:srgbClr val="000000"/>
                </a:solidFill>
                <a:latin typeface="Consolas"/>
                <a:ea typeface="Consolas"/>
                <a:cs typeface="Consolas"/>
                <a:sym typeface="Consolas"/>
              </a:rPr>
              <a:t>true</a:t>
            </a:r>
            <a:r>
              <a:rPr lang="en-US" sz="1600" b="0" i="0" u="none" strike="noStrike" cap="none">
                <a:solidFill>
                  <a:srgbClr val="000000"/>
                </a:solidFill>
                <a:latin typeface="Arial"/>
                <a:ea typeface="Arial"/>
                <a:cs typeface="Arial"/>
                <a:sym typeface="Arial"/>
              </a:rPr>
              <a:t>: means required and the string is a</a:t>
            </a:r>
            <a:br>
              <a:rPr lang="en-US" sz="1600" b="0" i="0" u="none" strike="noStrike" cap="none">
                <a:solidFill>
                  <a:srgbClr val="000000"/>
                </a:solidFill>
                <a:latin typeface="Arial"/>
                <a:ea typeface="Arial"/>
                <a:cs typeface="Arial"/>
                <a:sym typeface="Arial"/>
              </a:rPr>
            </a:br>
            <a:r>
              <a:rPr lang="en-US" sz="1600" b="0" i="0" u="none" strike="noStrike" cap="none">
                <a:solidFill>
                  <a:srgbClr val="000000"/>
                </a:solidFill>
                <a:latin typeface="Arial"/>
                <a:ea typeface="Arial"/>
                <a:cs typeface="Arial"/>
                <a:sym typeface="Arial"/>
              </a:rPr>
              <a:t>feedback message if the field is left empty.</a:t>
            </a:r>
            <a:endParaRPr sz="1600" b="0" i="0" u="none" strike="noStrike" cap="none">
              <a:solidFill>
                <a:srgbClr val="000000"/>
              </a:solidFill>
              <a:latin typeface="Arial"/>
              <a:ea typeface="Arial"/>
              <a:cs typeface="Arial"/>
              <a:sym typeface="Arial"/>
            </a:endParaRPr>
          </a:p>
        </p:txBody>
      </p:sp>
      <p:sp>
        <p:nvSpPr>
          <p:cNvPr id="267" name="Google Shape;267;p20"/>
          <p:cNvSpPr/>
          <p:nvPr/>
        </p:nvSpPr>
        <p:spPr>
          <a:xfrm>
            <a:off x="4600282" y="5148148"/>
            <a:ext cx="3128576" cy="240600"/>
          </a:xfrm>
          <a:prstGeom prst="flowChartAlternateProcess">
            <a:avLst/>
          </a:prstGeom>
          <a:noFill/>
          <a:ln w="19050" cap="flat" cmpd="sng">
            <a:solidFill>
              <a:srgbClr val="FFD96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268" name="Google Shape;268;p20"/>
          <p:cNvCxnSpPr>
            <a:stCxn id="266" idx="3"/>
            <a:endCxn id="267" idx="1"/>
          </p:cNvCxnSpPr>
          <p:nvPr/>
        </p:nvCxnSpPr>
        <p:spPr>
          <a:xfrm>
            <a:off x="2566179" y="4972670"/>
            <a:ext cx="2034000" cy="295800"/>
          </a:xfrm>
          <a:prstGeom prst="bentConnector3">
            <a:avLst>
              <a:gd name="adj1" fmla="val 27524"/>
            </a:avLst>
          </a:prstGeom>
          <a:noFill/>
          <a:ln w="19050" cap="flat" cmpd="sng">
            <a:solidFill>
              <a:srgbClr val="FFD966"/>
            </a:solidFill>
            <a:prstDash val="solid"/>
            <a:round/>
            <a:headEnd type="none" w="sm" len="sm"/>
            <a:tailEnd type="triangle" w="med" len="med"/>
          </a:ln>
        </p:spPr>
      </p:cxn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p21"/>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Clr>
                <a:srgbClr val="000000"/>
              </a:buClr>
              <a:buSzPts val="2400"/>
              <a:buFont typeface="Arial"/>
              <a:buNone/>
            </a:pPr>
            <a:r>
              <a:rPr lang="en-US" sz="2400" b="1" i="0" u="none" strike="noStrike" cap="none">
                <a:solidFill>
                  <a:srgbClr val="11175E"/>
                </a:solidFill>
                <a:latin typeface="Arial"/>
                <a:ea typeface="Arial"/>
                <a:cs typeface="Arial"/>
                <a:sym typeface="Arial"/>
              </a:rPr>
              <a:t>Example 1: Create book schema using </a:t>
            </a:r>
            <a:r>
              <a:rPr lang="en-US" sz="2400" b="1" i="0" u="none" strike="noStrike" cap="none">
                <a:solidFill>
                  <a:srgbClr val="11175E"/>
                </a:solidFill>
                <a:latin typeface="Consolas"/>
                <a:ea typeface="Consolas"/>
                <a:cs typeface="Consolas"/>
                <a:sym typeface="Consolas"/>
              </a:rPr>
              <a:t>book-model.js</a:t>
            </a:r>
            <a:endParaRPr sz="2400" b="1" i="0" u="none" strike="noStrike" cap="none">
              <a:solidFill>
                <a:srgbClr val="11175E"/>
              </a:solidFill>
              <a:latin typeface="Consolas"/>
              <a:ea typeface="Consolas"/>
              <a:cs typeface="Consolas"/>
              <a:sym typeface="Consolas"/>
            </a:endParaRPr>
          </a:p>
        </p:txBody>
      </p:sp>
      <p:sp>
        <p:nvSpPr>
          <p:cNvPr id="274" name="Google Shape;274;p21"/>
          <p:cNvSpPr txBox="1"/>
          <p:nvPr/>
        </p:nvSpPr>
        <p:spPr>
          <a:xfrm>
            <a:off x="124386" y="1798920"/>
            <a:ext cx="5188278" cy="2254103"/>
          </a:xfrm>
          <a:prstGeom prst="rect">
            <a:avLst/>
          </a:prstGeom>
          <a:noFill/>
          <a:ln>
            <a:noFill/>
          </a:ln>
        </p:spPr>
        <p:txBody>
          <a:bodyPr spcFirstLastPara="1" wrap="square" lIns="91425" tIns="91425" rIns="91425" bIns="91425" anchor="t" anchorCtr="0">
            <a:noAutofit/>
          </a:bodyPr>
          <a:lstStyle/>
          <a:p>
            <a:pPr marL="457200" marR="0" lvl="0" indent="-330200" algn="l" rtl="0">
              <a:lnSpc>
                <a:spcPct val="100000"/>
              </a:lnSpc>
              <a:spcBef>
                <a:spcPts val="0"/>
              </a:spcBef>
              <a:spcAft>
                <a:spcPts val="0"/>
              </a:spcAft>
              <a:buClr>
                <a:schemeClr val="dk1"/>
              </a:buClr>
              <a:buSzPts val="1600"/>
              <a:buFont typeface="Arial"/>
              <a:buChar char="●"/>
            </a:pPr>
            <a:r>
              <a:rPr lang="en-US" sz="1600" b="0" i="0" u="none" strike="noStrike" cap="none">
                <a:solidFill>
                  <a:schemeClr val="dk1"/>
                </a:solidFill>
                <a:latin typeface="Arial"/>
                <a:ea typeface="Arial"/>
                <a:cs typeface="Arial"/>
                <a:sym typeface="Arial"/>
              </a:rPr>
              <a:t>Terminate your current  server session in terminal.</a:t>
            </a:r>
            <a:endParaRPr sz="1400" b="0" i="0" u="none" strike="noStrike" cap="none">
              <a:solidFill>
                <a:srgbClr val="000000"/>
              </a:solidFill>
              <a:latin typeface="Arial"/>
              <a:ea typeface="Arial"/>
              <a:cs typeface="Arial"/>
              <a:sym typeface="Arial"/>
            </a:endParaRPr>
          </a:p>
          <a:p>
            <a:pPr marL="457200" marR="0" lvl="0" indent="-330200" algn="l" rtl="0">
              <a:lnSpc>
                <a:spcPct val="100000"/>
              </a:lnSpc>
              <a:spcBef>
                <a:spcPts val="0"/>
              </a:spcBef>
              <a:spcAft>
                <a:spcPts val="0"/>
              </a:spcAft>
              <a:buClr>
                <a:schemeClr val="dk1"/>
              </a:buClr>
              <a:buSzPts val="1600"/>
              <a:buFont typeface="Arial"/>
              <a:buChar char="●"/>
            </a:pPr>
            <a:r>
              <a:rPr lang="en-US" sz="1600" b="0" i="0" u="none" strike="noStrike" cap="none">
                <a:solidFill>
                  <a:schemeClr val="dk1"/>
                </a:solidFill>
                <a:latin typeface="Arial"/>
                <a:ea typeface="Arial"/>
                <a:cs typeface="Arial"/>
                <a:sym typeface="Arial"/>
              </a:rPr>
              <a:t>In VSC, navigate to your </a:t>
            </a:r>
            <a:r>
              <a:rPr lang="en-US" sz="1600" b="1" i="0" u="none" strike="noStrike" cap="none">
                <a:solidFill>
                  <a:schemeClr val="dk1"/>
                </a:solidFill>
                <a:latin typeface="Consolas"/>
                <a:ea typeface="Consolas"/>
                <a:cs typeface="Consolas"/>
                <a:sym typeface="Consolas"/>
              </a:rPr>
              <a:t>week10 ⟶ examples ⟶ example1 ⟶ model ⟶ book-model.js</a:t>
            </a:r>
            <a:endParaRPr sz="1400" b="0" i="0" u="none" strike="noStrike" cap="none">
              <a:solidFill>
                <a:schemeClr val="dk1"/>
              </a:solidFill>
              <a:latin typeface="Consolas"/>
              <a:ea typeface="Consolas"/>
              <a:cs typeface="Consolas"/>
              <a:sym typeface="Consolas"/>
            </a:endParaRPr>
          </a:p>
          <a:p>
            <a:pPr marL="457200" marR="0" lvl="0" indent="-330200" algn="l" rtl="0">
              <a:lnSpc>
                <a:spcPct val="100000"/>
              </a:lnSpc>
              <a:spcBef>
                <a:spcPts val="0"/>
              </a:spcBef>
              <a:spcAft>
                <a:spcPts val="0"/>
              </a:spcAft>
              <a:buClr>
                <a:schemeClr val="dk1"/>
              </a:buClr>
              <a:buSzPts val="1600"/>
              <a:buFont typeface="Arial"/>
              <a:buChar char="●"/>
            </a:pPr>
            <a:r>
              <a:rPr lang="en-US" sz="1600" b="0" i="0" u="none" strike="noStrike" cap="none">
                <a:solidFill>
                  <a:schemeClr val="dk1"/>
                </a:solidFill>
                <a:latin typeface="Arial"/>
                <a:ea typeface="Arial"/>
                <a:cs typeface="Arial"/>
                <a:sym typeface="Arial"/>
              </a:rPr>
              <a:t>Copy and paste the book schema as shown. Correct any error single quotes after the code is pasted.</a:t>
            </a:r>
            <a:endParaRPr sz="1600" b="0" i="0" u="none" strike="noStrike" cap="none">
              <a:solidFill>
                <a:schemeClr val="dk1"/>
              </a:solidFill>
              <a:latin typeface="Arial"/>
              <a:ea typeface="Arial"/>
              <a:cs typeface="Arial"/>
              <a:sym typeface="Arial"/>
            </a:endParaRPr>
          </a:p>
          <a:p>
            <a:pPr marL="45720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Arial"/>
              <a:ea typeface="Arial"/>
              <a:cs typeface="Arial"/>
              <a:sym typeface="Arial"/>
            </a:endParaRPr>
          </a:p>
        </p:txBody>
      </p:sp>
      <p:sp>
        <p:nvSpPr>
          <p:cNvPr id="275" name="Google Shape;275;p21"/>
          <p:cNvSpPr txBox="1"/>
          <p:nvPr/>
        </p:nvSpPr>
        <p:spPr>
          <a:xfrm>
            <a:off x="5872297" y="1880753"/>
            <a:ext cx="6195317" cy="4618860"/>
          </a:xfrm>
          <a:prstGeom prst="rect">
            <a:avLst/>
          </a:prstGeom>
          <a:noFill/>
          <a:ln w="9525" cap="flat" cmpd="sng">
            <a:solidFill>
              <a:schemeClr val="accent1"/>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rgbClr val="000000"/>
                </a:solidFill>
                <a:latin typeface="Consolas"/>
                <a:ea typeface="Consolas"/>
                <a:cs typeface="Consolas"/>
                <a:sym typeface="Consolas"/>
              </a:rPr>
              <a:t>const mongoose = require('mongoose');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br>
              <a:rPr lang="en-US" sz="1200" b="0" i="0" u="none" strike="noStrike" cap="none">
                <a:solidFill>
                  <a:srgbClr val="000000"/>
                </a:solidFill>
                <a:latin typeface="Consolas"/>
                <a:ea typeface="Consolas"/>
                <a:cs typeface="Consolas"/>
                <a:sym typeface="Consolas"/>
              </a:rPr>
            </a:br>
            <a:r>
              <a:rPr lang="en-US" sz="1200" b="0" i="0" u="none" strike="noStrike" cap="none">
                <a:solidFill>
                  <a:srgbClr val="000000"/>
                </a:solidFill>
                <a:latin typeface="Consolas"/>
                <a:ea typeface="Consolas"/>
                <a:cs typeface="Consolas"/>
                <a:sym typeface="Consolas"/>
              </a:rPr>
              <a:t>// Create a new ‘book' schema</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rgbClr val="000000"/>
                </a:solidFill>
                <a:latin typeface="Consolas"/>
                <a:ea typeface="Consolas"/>
                <a:cs typeface="Consolas"/>
                <a:sym typeface="Consolas"/>
              </a:rPr>
              <a:t>const bookSchema = new mongoose.Schema({</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rgbClr val="000000"/>
                </a:solidFill>
                <a:latin typeface="Consolas"/>
                <a:ea typeface="Consolas"/>
                <a:cs typeface="Consolas"/>
                <a:sym typeface="Consolas"/>
              </a:rPr>
              <a:t>    title: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rgbClr val="000000"/>
                </a:solidFill>
                <a:latin typeface="Consolas"/>
                <a:ea typeface="Consolas"/>
                <a:cs typeface="Consolas"/>
                <a:sym typeface="Consolas"/>
              </a:rPr>
              <a:t>        type: String,</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rgbClr val="000000"/>
                </a:solidFill>
                <a:latin typeface="Consolas"/>
                <a:ea typeface="Consolas"/>
                <a:cs typeface="Consolas"/>
                <a:sym typeface="Consolas"/>
              </a:rPr>
              <a:t>        required: [true, 'A book must have a title']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rgbClr val="000000"/>
                </a:solidFill>
                <a:latin typeface="Consolas"/>
                <a:ea typeface="Consolas"/>
                <a:cs typeface="Consolas"/>
                <a:sym typeface="Consolas"/>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rgbClr val="000000"/>
                </a:solidFill>
                <a:latin typeface="Consolas"/>
                <a:ea typeface="Consolas"/>
                <a:cs typeface="Consolas"/>
                <a:sym typeface="Consolas"/>
              </a:rPr>
              <a:t>    isbn: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rgbClr val="000000"/>
                </a:solidFill>
                <a:latin typeface="Consolas"/>
                <a:ea typeface="Consolas"/>
                <a:cs typeface="Consolas"/>
                <a:sym typeface="Consolas"/>
              </a:rPr>
              <a:t>        type: String,</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rgbClr val="000000"/>
                </a:solidFill>
                <a:latin typeface="Consolas"/>
                <a:ea typeface="Consolas"/>
                <a:cs typeface="Consolas"/>
                <a:sym typeface="Consolas"/>
              </a:rPr>
              <a:t>        required: [true, 'A book must have a isbn call number'],</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rgbClr val="000000"/>
                </a:solidFill>
                <a:latin typeface="Consolas"/>
                <a:ea typeface="Consolas"/>
                <a:cs typeface="Consolas"/>
                <a:sym typeface="Consolas"/>
              </a:rPr>
              <a:t>        unique: true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rgbClr val="000000"/>
                </a:solidFill>
                <a:latin typeface="Consolas"/>
                <a:ea typeface="Consolas"/>
                <a:cs typeface="Consolas"/>
                <a:sym typeface="Consolas"/>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rgbClr val="000000"/>
                </a:solidFill>
                <a:latin typeface="Consolas"/>
                <a:ea typeface="Consolas"/>
                <a:cs typeface="Consolas"/>
                <a:sym typeface="Consolas"/>
              </a:rPr>
              <a:t>    rating: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rgbClr val="000000"/>
                </a:solidFill>
                <a:latin typeface="Consolas"/>
                <a:ea typeface="Consolas"/>
                <a:cs typeface="Consolas"/>
                <a:sym typeface="Consolas"/>
              </a:rPr>
              <a:t>        type: Number,</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rgbClr val="000000"/>
                </a:solidFill>
                <a:latin typeface="Consolas"/>
                <a:ea typeface="Consolas"/>
                <a:cs typeface="Consolas"/>
                <a:sym typeface="Consolas"/>
              </a:rPr>
              <a:t>        default: 3.0</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rgbClr val="000000"/>
                </a:solidFill>
                <a:latin typeface="Consolas"/>
                <a:ea typeface="Consolas"/>
                <a:cs typeface="Consolas"/>
                <a:sym typeface="Consolas"/>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rgbClr val="000000"/>
                </a:solidFill>
                <a:latin typeface="Consolas"/>
                <a:ea typeface="Consolas"/>
                <a:cs typeface="Consolas"/>
                <a:sym typeface="Consolas"/>
              </a:rPr>
              <a:t>    price: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rgbClr val="000000"/>
                </a:solidFill>
                <a:latin typeface="Consolas"/>
                <a:ea typeface="Consolas"/>
                <a:cs typeface="Consolas"/>
                <a:sym typeface="Consolas"/>
              </a:rPr>
              <a:t>        type: Number,</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rgbClr val="000000"/>
                </a:solidFill>
                <a:latin typeface="Consolas"/>
                <a:ea typeface="Consolas"/>
                <a:cs typeface="Consolas"/>
                <a:sym typeface="Consolas"/>
              </a:rPr>
              <a:t>        required: [true, 'A book must have a price']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rgbClr val="000000"/>
                </a:solidFill>
                <a:latin typeface="Consolas"/>
                <a:ea typeface="Consolas"/>
                <a:cs typeface="Consolas"/>
                <a:sym typeface="Consolas"/>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rgbClr val="000000"/>
                </a:solidFill>
                <a:latin typeface="Consolas"/>
                <a:ea typeface="Consolas"/>
                <a:cs typeface="Consolas"/>
                <a:sym typeface="Consolas"/>
              </a:rPr>
              <a: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br>
              <a:rPr lang="en-US" sz="1400" b="0" i="0" u="none" strike="noStrike" cap="none">
                <a:solidFill>
                  <a:srgbClr val="000000"/>
                </a:solidFill>
                <a:latin typeface="Consolas"/>
                <a:ea typeface="Consolas"/>
                <a:cs typeface="Consolas"/>
                <a:sym typeface="Consolas"/>
              </a:rPr>
            </a:br>
            <a:r>
              <a:rPr lang="en-US" sz="1200" b="0" i="0" u="none" strike="noStrike" cap="none">
                <a:solidFill>
                  <a:srgbClr val="000000"/>
                </a:solidFill>
                <a:latin typeface="Consolas"/>
                <a:ea typeface="Consolas"/>
                <a:cs typeface="Consolas"/>
                <a:sym typeface="Consolas"/>
              </a:rPr>
              <a:t>const Book = mongoose.model('Book', bookSchema,'books');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100"/>
              <a:buFont typeface="Arial"/>
              <a:buNone/>
            </a:pPr>
            <a:endParaRPr sz="1200" b="0" i="0" u="none" strike="noStrike" cap="none">
              <a:solidFill>
                <a:schemeClr val="dk1"/>
              </a:solidFill>
              <a:latin typeface="Consolas"/>
              <a:ea typeface="Consolas"/>
              <a:cs typeface="Consolas"/>
              <a:sym typeface="Consolas"/>
            </a:endParaRPr>
          </a:p>
          <a:p>
            <a:pPr marL="0" marR="0" lvl="0" indent="0" algn="l" rtl="0">
              <a:lnSpc>
                <a:spcPct val="100000"/>
              </a:lnSpc>
              <a:spcBef>
                <a:spcPts val="0"/>
              </a:spcBef>
              <a:spcAft>
                <a:spcPts val="0"/>
              </a:spcAft>
              <a:buClr>
                <a:schemeClr val="dk1"/>
              </a:buClr>
              <a:buSzPts val="1100"/>
              <a:buFont typeface="Arial"/>
              <a:buNone/>
            </a:pPr>
            <a:endParaRPr sz="1200" b="0" i="0" u="none" strike="noStrike" cap="none">
              <a:solidFill>
                <a:schemeClr val="dk1"/>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chemeClr val="dk1"/>
              </a:solidFill>
              <a:latin typeface="Consolas"/>
              <a:ea typeface="Consolas"/>
              <a:cs typeface="Consolas"/>
              <a:sym typeface="Consolas"/>
            </a:endParaRPr>
          </a:p>
        </p:txBody>
      </p:sp>
      <p:sp>
        <p:nvSpPr>
          <p:cNvPr id="276" name="Google Shape;276;p21"/>
          <p:cNvSpPr txBox="1"/>
          <p:nvPr/>
        </p:nvSpPr>
        <p:spPr>
          <a:xfrm>
            <a:off x="238081" y="1402999"/>
            <a:ext cx="7246937" cy="626325"/>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Clr>
                <a:srgbClr val="000000"/>
              </a:buClr>
              <a:buSzPts val="1600"/>
              <a:buFont typeface="Arial"/>
              <a:buNone/>
            </a:pPr>
            <a:r>
              <a:rPr lang="en-US" sz="1600" b="1" i="0" u="none" strike="noStrike" cap="none">
                <a:solidFill>
                  <a:schemeClr val="dk1"/>
                </a:solidFill>
                <a:latin typeface="Arial"/>
                <a:ea typeface="Arial"/>
                <a:cs typeface="Arial"/>
                <a:sym typeface="Arial"/>
              </a:rPr>
              <a:t>Update the book-model with the schema as shown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endParaRPr sz="1600" b="1" i="0" u="none" strike="noStrike" cap="non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g36e7958bfd6_0_16"/>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Clr>
                <a:srgbClr val="000000"/>
              </a:buClr>
              <a:buSzPts val="2400"/>
              <a:buFont typeface="Arial"/>
              <a:buNone/>
            </a:pPr>
            <a:r>
              <a:rPr lang="en-US" sz="2400" b="1" i="0" u="none" strike="noStrike" cap="none">
                <a:solidFill>
                  <a:srgbClr val="11175E"/>
                </a:solidFill>
                <a:latin typeface="Arial"/>
                <a:ea typeface="Arial"/>
                <a:cs typeface="Arial"/>
                <a:sym typeface="Arial"/>
              </a:rPr>
              <a:t>Example 1: Using Compass to view and import data </a:t>
            </a:r>
            <a:endParaRPr sz="2400" b="1" i="0" u="none" strike="noStrike" cap="none">
              <a:solidFill>
                <a:srgbClr val="11175E"/>
              </a:solidFill>
              <a:latin typeface="Arial"/>
              <a:ea typeface="Arial"/>
              <a:cs typeface="Arial"/>
              <a:sym typeface="Arial"/>
            </a:endParaRPr>
          </a:p>
        </p:txBody>
      </p:sp>
      <p:sp>
        <p:nvSpPr>
          <p:cNvPr id="282" name="Google Shape;282;g36e7958bfd6_0_16"/>
          <p:cNvSpPr txBox="1"/>
          <p:nvPr/>
        </p:nvSpPr>
        <p:spPr>
          <a:xfrm>
            <a:off x="107103" y="2844156"/>
            <a:ext cx="5810952" cy="2427600"/>
          </a:xfrm>
          <a:prstGeom prst="rect">
            <a:avLst/>
          </a:prstGeom>
          <a:noFill/>
          <a:ln>
            <a:noFill/>
          </a:ln>
        </p:spPr>
        <p:txBody>
          <a:bodyPr spcFirstLastPara="1" wrap="square" lIns="91425" tIns="91425" rIns="91425" bIns="91425" anchor="t" anchorCtr="0">
            <a:noAutofit/>
          </a:bodyPr>
          <a:lstStyle/>
          <a:p>
            <a:pPr marL="457200" marR="0" lvl="0" indent="-330200" algn="l" rtl="0">
              <a:lnSpc>
                <a:spcPct val="100000"/>
              </a:lnSpc>
              <a:spcBef>
                <a:spcPts val="0"/>
              </a:spcBef>
              <a:spcAft>
                <a:spcPts val="0"/>
              </a:spcAft>
              <a:buClr>
                <a:schemeClr val="dk1"/>
              </a:buClr>
              <a:buSzPts val="1600"/>
              <a:buFont typeface="Arial"/>
              <a:buChar char="●"/>
            </a:pPr>
            <a:r>
              <a:rPr lang="en-US" sz="1600" b="0" i="0" u="none" strike="noStrike" cap="none">
                <a:solidFill>
                  <a:schemeClr val="dk1"/>
                </a:solidFill>
                <a:latin typeface="Arial"/>
                <a:ea typeface="Arial"/>
                <a:cs typeface="Arial"/>
                <a:sym typeface="Arial"/>
              </a:rPr>
              <a:t>Run the application after download.</a:t>
            </a:r>
            <a:endParaRPr sz="1400" b="0" i="0" u="none" strike="noStrike" cap="none">
              <a:solidFill>
                <a:srgbClr val="000000"/>
              </a:solidFill>
              <a:latin typeface="Arial"/>
              <a:ea typeface="Arial"/>
              <a:cs typeface="Arial"/>
              <a:sym typeface="Arial"/>
            </a:endParaRPr>
          </a:p>
          <a:p>
            <a:pPr marL="457200" marR="0" lvl="0" indent="-330200" algn="l" rtl="0">
              <a:lnSpc>
                <a:spcPct val="100000"/>
              </a:lnSpc>
              <a:spcBef>
                <a:spcPts val="0"/>
              </a:spcBef>
              <a:spcAft>
                <a:spcPts val="0"/>
              </a:spcAft>
              <a:buClr>
                <a:schemeClr val="dk1"/>
              </a:buClr>
              <a:buSzPts val="1600"/>
              <a:buFont typeface="Arial"/>
              <a:buChar char="●"/>
            </a:pPr>
            <a:r>
              <a:rPr lang="en-US" sz="1600" b="0" i="0" u="none" strike="noStrike" cap="none">
                <a:solidFill>
                  <a:schemeClr val="dk1"/>
                </a:solidFill>
                <a:latin typeface="Arial"/>
                <a:ea typeface="Arial"/>
                <a:cs typeface="Arial"/>
                <a:sym typeface="Arial"/>
              </a:rPr>
              <a:t>Click on </a:t>
            </a:r>
            <a:r>
              <a:rPr lang="en-US" sz="1600" b="1" i="0" u="none" strike="noStrike" cap="none">
                <a:solidFill>
                  <a:schemeClr val="dk1"/>
                </a:solidFill>
                <a:latin typeface="Arial"/>
                <a:ea typeface="Arial"/>
                <a:cs typeface="Arial"/>
                <a:sym typeface="Arial"/>
              </a:rPr>
              <a:t>Add new connection</a:t>
            </a:r>
            <a:endParaRPr sz="1400" b="1" i="0" u="none" strike="noStrike" cap="none">
              <a:solidFill>
                <a:srgbClr val="000000"/>
              </a:solidFill>
              <a:latin typeface="Arial"/>
              <a:ea typeface="Arial"/>
              <a:cs typeface="Arial"/>
              <a:sym typeface="Arial"/>
            </a:endParaRPr>
          </a:p>
          <a:p>
            <a:pPr marL="457200" marR="0" lvl="0" indent="-228600" algn="l"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Arial"/>
              <a:ea typeface="Arial"/>
              <a:cs typeface="Arial"/>
              <a:sym typeface="Arial"/>
            </a:endParaRPr>
          </a:p>
          <a:p>
            <a:pPr marL="457200" marR="0" lvl="0" indent="-228600" algn="l"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Arial"/>
              <a:ea typeface="Arial"/>
              <a:cs typeface="Arial"/>
              <a:sym typeface="Arial"/>
            </a:endParaRPr>
          </a:p>
          <a:p>
            <a:pPr marL="457200" marR="0" lvl="0" indent="-228600" algn="l"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Arial"/>
              <a:ea typeface="Arial"/>
              <a:cs typeface="Arial"/>
              <a:sym typeface="Arial"/>
            </a:endParaRPr>
          </a:p>
          <a:p>
            <a:pPr marL="457200" marR="0" lvl="0" indent="-228600" algn="l"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Arial"/>
              <a:ea typeface="Arial"/>
              <a:cs typeface="Arial"/>
              <a:sym typeface="Arial"/>
            </a:endParaRPr>
          </a:p>
          <a:p>
            <a:pPr marL="457200" marR="0" lvl="0" indent="-330200" algn="l" rtl="0">
              <a:lnSpc>
                <a:spcPct val="100000"/>
              </a:lnSpc>
              <a:spcBef>
                <a:spcPts val="0"/>
              </a:spcBef>
              <a:spcAft>
                <a:spcPts val="0"/>
              </a:spcAft>
              <a:buClr>
                <a:schemeClr val="dk1"/>
              </a:buClr>
              <a:buSzPts val="1600"/>
              <a:buFont typeface="Arial"/>
              <a:buChar char="●"/>
            </a:pPr>
            <a:r>
              <a:rPr lang="en-US" sz="1600" b="0" i="0" u="none" strike="noStrike" cap="none">
                <a:solidFill>
                  <a:schemeClr val="dk1"/>
                </a:solidFill>
                <a:latin typeface="Arial"/>
                <a:ea typeface="Arial"/>
                <a:cs typeface="Arial"/>
                <a:sym typeface="Arial"/>
              </a:rPr>
              <a:t>Paste your connection string that you previously saved from </a:t>
            </a:r>
            <a:r>
              <a:rPr lang="en-US" sz="1600" b="1" i="0" u="none" strike="noStrike" cap="none">
                <a:solidFill>
                  <a:schemeClr val="dk1"/>
                </a:solidFill>
                <a:latin typeface="Arial"/>
                <a:ea typeface="Arial"/>
                <a:cs typeface="Arial"/>
                <a:sym typeface="Arial"/>
              </a:rPr>
              <a:t>Atlas</a:t>
            </a:r>
            <a:r>
              <a:rPr lang="en-US" sz="1600" b="0" i="0" u="none" strike="noStrike" cap="none">
                <a:solidFill>
                  <a:schemeClr val="dk1"/>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a:p>
            <a:pPr marL="457200" marR="0" lvl="0" indent="-330200" algn="l" rtl="0">
              <a:lnSpc>
                <a:spcPct val="100000"/>
              </a:lnSpc>
              <a:spcBef>
                <a:spcPts val="0"/>
              </a:spcBef>
              <a:spcAft>
                <a:spcPts val="0"/>
              </a:spcAft>
              <a:buClr>
                <a:schemeClr val="dk1"/>
              </a:buClr>
              <a:buSzPts val="1600"/>
              <a:buFont typeface="Arial"/>
              <a:buChar char="●"/>
            </a:pPr>
            <a:r>
              <a:rPr lang="en-US" sz="1600" b="0" i="0" u="none" strike="noStrike" cap="none">
                <a:solidFill>
                  <a:schemeClr val="dk1"/>
                </a:solidFill>
                <a:latin typeface="Arial"/>
                <a:ea typeface="Arial"/>
                <a:cs typeface="Arial"/>
                <a:sym typeface="Arial"/>
              </a:rPr>
              <a:t>Click </a:t>
            </a:r>
            <a:r>
              <a:rPr lang="en-US" sz="1600" b="1" i="0" u="none" strike="noStrike" cap="none">
                <a:solidFill>
                  <a:schemeClr val="dk1"/>
                </a:solidFill>
                <a:latin typeface="Arial"/>
                <a:ea typeface="Arial"/>
                <a:cs typeface="Arial"/>
                <a:sym typeface="Arial"/>
              </a:rPr>
              <a:t>Save and Connect</a:t>
            </a:r>
            <a:endParaRPr sz="1400" b="1" i="0" u="none" strike="noStrike" cap="none">
              <a:solidFill>
                <a:srgbClr val="000000"/>
              </a:solidFill>
              <a:latin typeface="Arial"/>
              <a:ea typeface="Arial"/>
              <a:cs typeface="Arial"/>
              <a:sym typeface="Arial"/>
            </a:endParaRPr>
          </a:p>
          <a:p>
            <a:pPr marL="457200" marR="0" lvl="0" indent="-228600" algn="l"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Arial"/>
              <a:ea typeface="Arial"/>
              <a:cs typeface="Arial"/>
              <a:sym typeface="Arial"/>
            </a:endParaRPr>
          </a:p>
          <a:p>
            <a:pPr marL="45720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Arial"/>
              <a:ea typeface="Arial"/>
              <a:cs typeface="Arial"/>
              <a:sym typeface="Arial"/>
            </a:endParaRPr>
          </a:p>
        </p:txBody>
      </p:sp>
      <p:pic>
        <p:nvPicPr>
          <p:cNvPr id="283" name="Google Shape;283;g36e7958bfd6_0_16"/>
          <p:cNvPicPr preferRelativeResize="0"/>
          <p:nvPr/>
        </p:nvPicPr>
        <p:blipFill rotWithShape="1">
          <a:blip r:embed="rId3">
            <a:alphaModFix/>
          </a:blip>
          <a:srcRect/>
          <a:stretch/>
        </p:blipFill>
        <p:spPr>
          <a:xfrm>
            <a:off x="6456364" y="1440522"/>
            <a:ext cx="2667428" cy="2521932"/>
          </a:xfrm>
          <a:prstGeom prst="rect">
            <a:avLst/>
          </a:prstGeom>
          <a:noFill/>
          <a:ln w="9525" cap="flat" cmpd="sng">
            <a:solidFill>
              <a:schemeClr val="accent1"/>
            </a:solidFill>
            <a:prstDash val="solid"/>
            <a:round/>
            <a:headEnd type="none" w="sm" len="sm"/>
            <a:tailEnd type="none" w="sm" len="sm"/>
          </a:ln>
        </p:spPr>
      </p:pic>
      <p:sp>
        <p:nvSpPr>
          <p:cNvPr id="284" name="Google Shape;284;g36e7958bfd6_0_16"/>
          <p:cNvSpPr txBox="1"/>
          <p:nvPr/>
        </p:nvSpPr>
        <p:spPr>
          <a:xfrm>
            <a:off x="238081" y="1421287"/>
            <a:ext cx="7246800" cy="621900"/>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Clr>
                <a:srgbClr val="000000"/>
              </a:buClr>
              <a:buSzPts val="1600"/>
              <a:buFont typeface="Arial"/>
              <a:buNone/>
            </a:pPr>
            <a:r>
              <a:rPr lang="en-US" sz="1600" b="1" i="0" u="none" strike="noStrike" cap="none">
                <a:solidFill>
                  <a:schemeClr val="dk1"/>
                </a:solidFill>
                <a:latin typeface="Arial"/>
                <a:ea typeface="Arial"/>
                <a:cs typeface="Arial"/>
                <a:sym typeface="Arial"/>
              </a:rPr>
              <a:t>Connect to Compass App</a:t>
            </a:r>
            <a:endParaRPr sz="16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endParaRPr sz="1600" b="1" i="0" u="none" strike="noStrike" cap="none">
              <a:solidFill>
                <a:srgbClr val="000000"/>
              </a:solidFill>
              <a:latin typeface="Arial"/>
              <a:ea typeface="Arial"/>
              <a:cs typeface="Arial"/>
              <a:sym typeface="Arial"/>
            </a:endParaRPr>
          </a:p>
        </p:txBody>
      </p:sp>
      <p:sp>
        <p:nvSpPr>
          <p:cNvPr id="285" name="Google Shape;285;g36e7958bfd6_0_16"/>
          <p:cNvSpPr txBox="1"/>
          <p:nvPr/>
        </p:nvSpPr>
        <p:spPr>
          <a:xfrm>
            <a:off x="240870" y="1858289"/>
            <a:ext cx="6215494" cy="941756"/>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Clr>
                <a:srgbClr val="000000"/>
              </a:buClr>
              <a:buSzPts val="1600"/>
              <a:buFont typeface="Arial"/>
              <a:buNone/>
            </a:pPr>
            <a:r>
              <a:rPr lang="en-US" sz="1600" b="0" i="0" u="none" strike="noStrike" cap="none">
                <a:solidFill>
                  <a:schemeClr val="dk1"/>
                </a:solidFill>
                <a:latin typeface="Arial"/>
                <a:ea typeface="Arial"/>
                <a:cs typeface="Arial"/>
                <a:sym typeface="Arial"/>
              </a:rPr>
              <a:t>It will be too</a:t>
            </a:r>
            <a:r>
              <a:rPr lang="en-US" sz="1600" b="1" i="0" u="none" strike="noStrike" cap="none">
                <a:solidFill>
                  <a:schemeClr val="dk1"/>
                </a:solidFill>
                <a:latin typeface="Arial"/>
                <a:ea typeface="Arial"/>
                <a:cs typeface="Arial"/>
                <a:sym typeface="Arial"/>
              </a:rPr>
              <a:t> tedious </a:t>
            </a:r>
            <a:r>
              <a:rPr lang="en-US" sz="1600" b="0" i="0" u="none" strike="noStrike" cap="none">
                <a:solidFill>
                  <a:schemeClr val="dk1"/>
                </a:solidFill>
                <a:latin typeface="Arial"/>
                <a:ea typeface="Arial"/>
                <a:cs typeface="Arial"/>
                <a:sym typeface="Arial"/>
              </a:rPr>
              <a:t>to add our document one by one. Therefore, we will be using the </a:t>
            </a:r>
            <a:r>
              <a:rPr lang="en-US" sz="1600" b="1" i="0" u="none" strike="noStrike" cap="none">
                <a:solidFill>
                  <a:schemeClr val="dk1"/>
                </a:solidFill>
                <a:latin typeface="Arial"/>
                <a:ea typeface="Arial"/>
                <a:cs typeface="Arial"/>
                <a:sym typeface="Arial"/>
              </a:rPr>
              <a:t>Compass</a:t>
            </a:r>
            <a:r>
              <a:rPr lang="en-US" sz="1600" b="0" i="0" u="none" strike="noStrike" cap="none">
                <a:solidFill>
                  <a:schemeClr val="dk1"/>
                </a:solidFill>
                <a:latin typeface="Arial"/>
                <a:ea typeface="Arial"/>
                <a:cs typeface="Arial"/>
                <a:sym typeface="Arial"/>
              </a:rPr>
              <a:t> app to </a:t>
            </a:r>
            <a:r>
              <a:rPr lang="en-US" sz="1600" b="1" i="0" u="none" strike="noStrike" cap="none">
                <a:solidFill>
                  <a:schemeClr val="dk1"/>
                </a:solidFill>
                <a:latin typeface="Arial"/>
                <a:ea typeface="Arial"/>
                <a:cs typeface="Arial"/>
                <a:sym typeface="Arial"/>
              </a:rPr>
              <a:t>import bulk data </a:t>
            </a:r>
            <a:r>
              <a:rPr lang="en-US" sz="1600" b="0" i="0" u="none" strike="noStrike" cap="none">
                <a:solidFill>
                  <a:schemeClr val="dk1"/>
                </a:solidFill>
                <a:latin typeface="Arial"/>
                <a:ea typeface="Arial"/>
                <a:cs typeface="Arial"/>
                <a:sym typeface="Arial"/>
              </a:rPr>
              <a:t>into our collection. </a:t>
            </a:r>
            <a:endParaRPr sz="1400" b="0" i="0" u="none" strike="noStrike" cap="none">
              <a:solidFill>
                <a:srgbClr val="000000"/>
              </a:solidFill>
              <a:latin typeface="Arial"/>
              <a:ea typeface="Arial"/>
              <a:cs typeface="Arial"/>
              <a:sym typeface="Arial"/>
            </a:endParaRPr>
          </a:p>
        </p:txBody>
      </p:sp>
      <p:pic>
        <p:nvPicPr>
          <p:cNvPr id="286" name="Google Shape;286;g36e7958bfd6_0_16"/>
          <p:cNvPicPr preferRelativeResize="0"/>
          <p:nvPr/>
        </p:nvPicPr>
        <p:blipFill rotWithShape="1">
          <a:blip r:embed="rId4">
            <a:alphaModFix/>
          </a:blip>
          <a:srcRect/>
          <a:stretch/>
        </p:blipFill>
        <p:spPr>
          <a:xfrm>
            <a:off x="6456364" y="4244101"/>
            <a:ext cx="5458042" cy="2458375"/>
          </a:xfrm>
          <a:prstGeom prst="rect">
            <a:avLst/>
          </a:prstGeom>
          <a:noFill/>
          <a:ln w="9525" cap="flat" cmpd="sng">
            <a:solidFill>
              <a:schemeClr val="accent1"/>
            </a:solidFill>
            <a:prstDash val="solid"/>
            <a:round/>
            <a:headEnd type="none" w="sm" len="sm"/>
            <a:tailEnd type="none" w="sm" len="sm"/>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g36e7958bfd6_0_25"/>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Clr>
                <a:srgbClr val="000000"/>
              </a:buClr>
              <a:buSzPts val="2400"/>
              <a:buFont typeface="Arial"/>
              <a:buNone/>
            </a:pPr>
            <a:r>
              <a:rPr lang="en-US" sz="2400" b="1" i="0" u="none" strike="noStrike" cap="none">
                <a:solidFill>
                  <a:srgbClr val="11175E"/>
                </a:solidFill>
                <a:latin typeface="Arial"/>
                <a:ea typeface="Arial"/>
                <a:cs typeface="Arial"/>
                <a:sym typeface="Arial"/>
              </a:rPr>
              <a:t>Example 1: Using Compass</a:t>
            </a:r>
            <a:endParaRPr sz="2400" b="1" i="0" u="none" strike="noStrike" cap="none">
              <a:solidFill>
                <a:srgbClr val="11175E"/>
              </a:solidFill>
              <a:latin typeface="Arial"/>
              <a:ea typeface="Arial"/>
              <a:cs typeface="Arial"/>
              <a:sym typeface="Arial"/>
            </a:endParaRPr>
          </a:p>
        </p:txBody>
      </p:sp>
      <p:sp>
        <p:nvSpPr>
          <p:cNvPr id="292" name="Google Shape;292;g36e7958bfd6_0_25"/>
          <p:cNvSpPr txBox="1"/>
          <p:nvPr/>
        </p:nvSpPr>
        <p:spPr>
          <a:xfrm>
            <a:off x="114480" y="1799049"/>
            <a:ext cx="5981519" cy="2425480"/>
          </a:xfrm>
          <a:prstGeom prst="rect">
            <a:avLst/>
          </a:prstGeom>
          <a:noFill/>
          <a:ln>
            <a:noFill/>
          </a:ln>
        </p:spPr>
        <p:txBody>
          <a:bodyPr spcFirstLastPara="1" wrap="square" lIns="91425" tIns="91425" rIns="91425" bIns="91425" anchor="t" anchorCtr="0">
            <a:noAutofit/>
          </a:bodyPr>
          <a:lstStyle/>
          <a:p>
            <a:pPr marL="457200" marR="0" lvl="0" indent="-330200" algn="l" rtl="0">
              <a:lnSpc>
                <a:spcPct val="100000"/>
              </a:lnSpc>
              <a:spcBef>
                <a:spcPts val="0"/>
              </a:spcBef>
              <a:spcAft>
                <a:spcPts val="0"/>
              </a:spcAft>
              <a:buClr>
                <a:schemeClr val="dk1"/>
              </a:buClr>
              <a:buSzPts val="1600"/>
              <a:buFont typeface="Arial"/>
              <a:buChar char="●"/>
            </a:pPr>
            <a:r>
              <a:rPr lang="en-US" sz="1600" b="0" i="0" u="none" strike="noStrike" cap="none">
                <a:solidFill>
                  <a:schemeClr val="dk1"/>
                </a:solidFill>
                <a:latin typeface="Arial"/>
                <a:ea typeface="Arial"/>
                <a:cs typeface="Arial"/>
                <a:sym typeface="Arial"/>
              </a:rPr>
              <a:t>You should see your collection (</a:t>
            </a:r>
            <a:r>
              <a:rPr lang="en-US" sz="1600" b="1" i="0" u="none" strike="noStrike" cap="none">
                <a:solidFill>
                  <a:schemeClr val="dk1"/>
                </a:solidFill>
                <a:latin typeface="Consolas"/>
                <a:ea typeface="Consolas"/>
                <a:cs typeface="Consolas"/>
                <a:sym typeface="Consolas"/>
              </a:rPr>
              <a:t>books</a:t>
            </a:r>
            <a:r>
              <a:rPr lang="en-US" sz="1600" b="0" i="0" u="none" strike="noStrike" cap="none">
                <a:solidFill>
                  <a:schemeClr val="dk1"/>
                </a:solidFill>
                <a:latin typeface="Arial"/>
                <a:ea typeface="Arial"/>
                <a:cs typeface="Arial"/>
                <a:sym typeface="Arial"/>
              </a:rPr>
              <a:t>) when you have successfully connected.</a:t>
            </a:r>
            <a:endParaRPr sz="1600" b="0" i="0" u="none" strike="noStrike" cap="none">
              <a:solidFill>
                <a:schemeClr val="dk1"/>
              </a:solidFill>
              <a:latin typeface="Arial"/>
              <a:ea typeface="Arial"/>
              <a:cs typeface="Arial"/>
              <a:sym typeface="Arial"/>
            </a:endParaRPr>
          </a:p>
          <a:p>
            <a:pPr marL="457200" marR="0" lvl="0" indent="-330200" algn="l" rtl="0">
              <a:lnSpc>
                <a:spcPct val="100000"/>
              </a:lnSpc>
              <a:spcBef>
                <a:spcPts val="0"/>
              </a:spcBef>
              <a:spcAft>
                <a:spcPts val="0"/>
              </a:spcAft>
              <a:buClr>
                <a:schemeClr val="dk1"/>
              </a:buClr>
              <a:buSzPts val="1600"/>
              <a:buFont typeface="Arial"/>
              <a:buChar char="●"/>
            </a:pPr>
            <a:r>
              <a:rPr lang="en-US" sz="1600" b="0" i="0" u="none" strike="noStrike" cap="none">
                <a:solidFill>
                  <a:schemeClr val="dk1"/>
                </a:solidFill>
                <a:latin typeface="Arial"/>
                <a:ea typeface="Arial"/>
                <a:cs typeface="Arial"/>
                <a:sym typeface="Arial"/>
              </a:rPr>
              <a:t>We will add our documents by importing from a </a:t>
            </a:r>
            <a:r>
              <a:rPr lang="en-US" sz="1600" b="1" i="0" u="none" strike="noStrike" cap="none">
                <a:solidFill>
                  <a:schemeClr val="dk1"/>
                </a:solidFill>
                <a:latin typeface="Arial"/>
                <a:ea typeface="Arial"/>
                <a:cs typeface="Arial"/>
                <a:sym typeface="Arial"/>
              </a:rPr>
              <a:t>JSON</a:t>
            </a:r>
            <a:r>
              <a:rPr lang="en-US" sz="1600" b="0" i="0" u="none" strike="noStrike" cap="none">
                <a:solidFill>
                  <a:schemeClr val="dk1"/>
                </a:solidFill>
                <a:latin typeface="Arial"/>
                <a:ea typeface="Arial"/>
                <a:cs typeface="Arial"/>
                <a:sym typeface="Arial"/>
              </a:rPr>
              <a:t> file in the next slide.</a:t>
            </a:r>
            <a:endParaRPr sz="1600" b="0" i="0" u="none" strike="noStrike" cap="none">
              <a:solidFill>
                <a:schemeClr val="dk1"/>
              </a:solidFill>
              <a:latin typeface="Arial"/>
              <a:ea typeface="Arial"/>
              <a:cs typeface="Arial"/>
              <a:sym typeface="Arial"/>
            </a:endParaRPr>
          </a:p>
          <a:p>
            <a:pPr marL="45720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Arial"/>
              <a:ea typeface="Arial"/>
              <a:cs typeface="Arial"/>
              <a:sym typeface="Arial"/>
            </a:endParaRPr>
          </a:p>
        </p:txBody>
      </p:sp>
      <p:pic>
        <p:nvPicPr>
          <p:cNvPr id="293" name="Google Shape;293;g36e7958bfd6_0_25"/>
          <p:cNvPicPr preferRelativeResize="0"/>
          <p:nvPr/>
        </p:nvPicPr>
        <p:blipFill rotWithShape="1">
          <a:blip r:embed="rId3">
            <a:alphaModFix/>
          </a:blip>
          <a:srcRect/>
          <a:stretch/>
        </p:blipFill>
        <p:spPr>
          <a:xfrm>
            <a:off x="6456363" y="1665288"/>
            <a:ext cx="3254470" cy="3992357"/>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Google Shape;298;p22"/>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Clr>
                <a:srgbClr val="000000"/>
              </a:buClr>
              <a:buSzPts val="2400"/>
              <a:buFont typeface="Arial"/>
              <a:buNone/>
            </a:pPr>
            <a:r>
              <a:rPr lang="en-US" sz="2400" b="1" i="0" u="none" strike="noStrike" cap="none">
                <a:solidFill>
                  <a:srgbClr val="11175E"/>
                </a:solidFill>
                <a:latin typeface="Arial"/>
                <a:ea typeface="Arial"/>
                <a:cs typeface="Arial"/>
                <a:sym typeface="Arial"/>
              </a:rPr>
              <a:t>Example 1: Using Compass</a:t>
            </a:r>
            <a:endParaRPr sz="2400" b="1" i="0" u="none" strike="noStrike" cap="none">
              <a:solidFill>
                <a:srgbClr val="11175E"/>
              </a:solidFill>
              <a:latin typeface="Arial"/>
              <a:ea typeface="Arial"/>
              <a:cs typeface="Arial"/>
              <a:sym typeface="Arial"/>
            </a:endParaRPr>
          </a:p>
        </p:txBody>
      </p:sp>
      <p:sp>
        <p:nvSpPr>
          <p:cNvPr id="299" name="Google Shape;299;p22"/>
          <p:cNvSpPr txBox="1"/>
          <p:nvPr/>
        </p:nvSpPr>
        <p:spPr>
          <a:xfrm>
            <a:off x="123624" y="1808823"/>
            <a:ext cx="5972375" cy="2425480"/>
          </a:xfrm>
          <a:prstGeom prst="rect">
            <a:avLst/>
          </a:prstGeom>
          <a:noFill/>
          <a:ln>
            <a:noFill/>
          </a:ln>
        </p:spPr>
        <p:txBody>
          <a:bodyPr spcFirstLastPara="1" wrap="square" lIns="91425" tIns="91425" rIns="91425" bIns="91425" anchor="t" anchorCtr="0">
            <a:noAutofit/>
          </a:bodyPr>
          <a:lstStyle/>
          <a:p>
            <a:pPr marL="457200" marR="0" lvl="0" indent="-330200" algn="l" rtl="0">
              <a:lnSpc>
                <a:spcPct val="100000"/>
              </a:lnSpc>
              <a:spcBef>
                <a:spcPts val="0"/>
              </a:spcBef>
              <a:spcAft>
                <a:spcPts val="0"/>
              </a:spcAft>
              <a:buClr>
                <a:schemeClr val="dk1"/>
              </a:buClr>
              <a:buSzPts val="1600"/>
              <a:buFont typeface="Arial"/>
              <a:buChar char="●"/>
            </a:pPr>
            <a:r>
              <a:rPr lang="en-US" sz="1600" b="0" i="0" u="none" strike="noStrike" cap="none">
                <a:solidFill>
                  <a:schemeClr val="dk1"/>
                </a:solidFill>
                <a:latin typeface="Arial"/>
                <a:ea typeface="Arial"/>
                <a:cs typeface="Arial"/>
                <a:sym typeface="Arial"/>
              </a:rPr>
              <a:t>Click on </a:t>
            </a:r>
            <a:r>
              <a:rPr lang="en-US" sz="1600" b="1" i="0" u="none" strike="noStrike" cap="none">
                <a:solidFill>
                  <a:schemeClr val="dk1"/>
                </a:solidFill>
                <a:latin typeface="Arial"/>
                <a:ea typeface="Arial"/>
                <a:cs typeface="Arial"/>
                <a:sym typeface="Arial"/>
              </a:rPr>
              <a:t>Add Data </a:t>
            </a:r>
            <a:r>
              <a:rPr lang="en-US" sz="1600" b="0" i="0" u="none" strike="noStrike" cap="none">
                <a:solidFill>
                  <a:schemeClr val="dk1"/>
                </a:solidFill>
                <a:latin typeface="Arial"/>
                <a:ea typeface="Arial"/>
                <a:cs typeface="Arial"/>
                <a:sym typeface="Arial"/>
              </a:rPr>
              <a:t>and choose </a:t>
            </a:r>
            <a:r>
              <a:rPr lang="en-US" sz="1600" b="1" i="0" u="none" strike="noStrike" cap="none">
                <a:solidFill>
                  <a:schemeClr val="dk1"/>
                </a:solidFill>
                <a:latin typeface="Arial"/>
                <a:ea typeface="Arial"/>
                <a:cs typeface="Arial"/>
                <a:sym typeface="Arial"/>
              </a:rPr>
              <a:t>Import JSON or csv file</a:t>
            </a:r>
            <a:endParaRPr sz="1400" b="1" i="0" u="none" strike="noStrike" cap="none">
              <a:solidFill>
                <a:srgbClr val="000000"/>
              </a:solidFill>
              <a:latin typeface="Arial"/>
              <a:ea typeface="Arial"/>
              <a:cs typeface="Arial"/>
              <a:sym typeface="Arial"/>
            </a:endParaRPr>
          </a:p>
          <a:p>
            <a:pPr marL="457200" marR="0" lvl="0" indent="-330200" algn="l" rtl="0">
              <a:lnSpc>
                <a:spcPct val="100000"/>
              </a:lnSpc>
              <a:spcBef>
                <a:spcPts val="0"/>
              </a:spcBef>
              <a:spcAft>
                <a:spcPts val="0"/>
              </a:spcAft>
              <a:buClr>
                <a:schemeClr val="dk1"/>
              </a:buClr>
              <a:buSzPts val="1600"/>
              <a:buFont typeface="Arial"/>
              <a:buChar char="●"/>
            </a:pPr>
            <a:r>
              <a:rPr lang="en-US" sz="1600" b="0" i="0" u="none" strike="noStrike" cap="none">
                <a:solidFill>
                  <a:schemeClr val="dk1"/>
                </a:solidFill>
                <a:latin typeface="Arial"/>
                <a:ea typeface="Arial"/>
                <a:cs typeface="Arial"/>
                <a:sym typeface="Arial"/>
              </a:rPr>
              <a:t>Find the file </a:t>
            </a:r>
            <a:r>
              <a:rPr lang="en-US" sz="1600" b="1" i="0" u="none" strike="noStrike" cap="none">
                <a:solidFill>
                  <a:schemeClr val="dk1"/>
                </a:solidFill>
                <a:latin typeface="Consolas"/>
                <a:ea typeface="Consolas"/>
                <a:cs typeface="Consolas"/>
                <a:sym typeface="Consolas"/>
              </a:rPr>
              <a:t>book-data.json </a:t>
            </a:r>
            <a:r>
              <a:rPr lang="en-US" sz="1600" b="0" i="0" u="none" strike="noStrike" cap="none">
                <a:solidFill>
                  <a:schemeClr val="dk1"/>
                </a:solidFill>
                <a:latin typeface="Arial"/>
                <a:ea typeface="Arial"/>
                <a:cs typeface="Arial"/>
                <a:sym typeface="Arial"/>
              </a:rPr>
              <a:t>in the</a:t>
            </a:r>
            <a:r>
              <a:rPr lang="en-US" sz="1600" b="1" i="0" u="none" strike="noStrike" cap="none">
                <a:solidFill>
                  <a:srgbClr val="0000FF"/>
                </a:solidFill>
                <a:latin typeface="Arial"/>
                <a:ea typeface="Arial"/>
                <a:cs typeface="Arial"/>
                <a:sym typeface="Arial"/>
              </a:rPr>
              <a:t> </a:t>
            </a:r>
            <a:r>
              <a:rPr lang="en-US" sz="1600" b="1" i="0" u="none" strike="noStrike" cap="none">
                <a:solidFill>
                  <a:schemeClr val="dk1"/>
                </a:solidFill>
                <a:latin typeface="Consolas"/>
                <a:ea typeface="Consolas"/>
                <a:cs typeface="Consolas"/>
                <a:sym typeface="Consolas"/>
              </a:rPr>
              <a:t>example1 ⟶ data </a:t>
            </a:r>
            <a:r>
              <a:rPr lang="en-US" sz="1600" b="0" i="0" u="none" strike="noStrike" cap="none">
                <a:solidFill>
                  <a:schemeClr val="dk1"/>
                </a:solidFill>
                <a:latin typeface="Arial"/>
                <a:ea typeface="Arial"/>
                <a:cs typeface="Arial"/>
                <a:sym typeface="Arial"/>
              </a:rPr>
              <a:t>folder.</a:t>
            </a:r>
            <a:endParaRPr sz="1600" b="0" i="0" u="none" strike="noStrike" cap="none">
              <a:solidFill>
                <a:schemeClr val="dk1"/>
              </a:solidFill>
              <a:latin typeface="Arial"/>
              <a:ea typeface="Arial"/>
              <a:cs typeface="Arial"/>
              <a:sym typeface="Arial"/>
            </a:endParaRPr>
          </a:p>
          <a:p>
            <a:pPr marL="457200" marR="0" lvl="0" indent="-330200" algn="l" rtl="0">
              <a:lnSpc>
                <a:spcPct val="100000"/>
              </a:lnSpc>
              <a:spcBef>
                <a:spcPts val="0"/>
              </a:spcBef>
              <a:spcAft>
                <a:spcPts val="0"/>
              </a:spcAft>
              <a:buClr>
                <a:schemeClr val="dk1"/>
              </a:buClr>
              <a:buSzPts val="1600"/>
              <a:buFont typeface="Arial"/>
              <a:buChar char="●"/>
            </a:pPr>
            <a:r>
              <a:rPr lang="en-US" sz="1600" b="0" i="0" u="none" strike="noStrike" cap="none">
                <a:solidFill>
                  <a:schemeClr val="dk1"/>
                </a:solidFill>
                <a:latin typeface="Arial"/>
                <a:ea typeface="Arial"/>
                <a:cs typeface="Arial"/>
                <a:sym typeface="Arial"/>
              </a:rPr>
              <a:t>Click on </a:t>
            </a:r>
            <a:r>
              <a:rPr lang="en-US" sz="1600" b="1" i="0" u="none" strike="noStrike" cap="none">
                <a:solidFill>
                  <a:schemeClr val="dk1"/>
                </a:solidFill>
                <a:latin typeface="Arial"/>
                <a:ea typeface="Arial"/>
                <a:cs typeface="Arial"/>
                <a:sym typeface="Arial"/>
              </a:rPr>
              <a:t>Import</a:t>
            </a:r>
            <a:r>
              <a:rPr lang="en-US" sz="1600" b="0" i="0" u="none" strike="noStrike" cap="none">
                <a:solidFill>
                  <a:schemeClr val="dk1"/>
                </a:solidFill>
                <a:latin typeface="Arial"/>
                <a:ea typeface="Arial"/>
                <a:cs typeface="Arial"/>
                <a:sym typeface="Arial"/>
              </a:rPr>
              <a:t>.</a:t>
            </a:r>
            <a:endParaRPr sz="1600" b="0" i="0" u="none" strike="noStrike" cap="none">
              <a:solidFill>
                <a:schemeClr val="dk1"/>
              </a:solidFill>
              <a:latin typeface="Arial"/>
              <a:ea typeface="Arial"/>
              <a:cs typeface="Arial"/>
              <a:sym typeface="Arial"/>
            </a:endParaRPr>
          </a:p>
          <a:p>
            <a:pPr marL="45720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Arial"/>
              <a:ea typeface="Arial"/>
              <a:cs typeface="Arial"/>
              <a:sym typeface="Arial"/>
            </a:endParaRPr>
          </a:p>
        </p:txBody>
      </p:sp>
      <p:pic>
        <p:nvPicPr>
          <p:cNvPr id="300" name="Google Shape;300;p22"/>
          <p:cNvPicPr preferRelativeResize="0"/>
          <p:nvPr/>
        </p:nvPicPr>
        <p:blipFill rotWithShape="1">
          <a:blip r:embed="rId3">
            <a:alphaModFix/>
          </a:blip>
          <a:srcRect/>
          <a:stretch/>
        </p:blipFill>
        <p:spPr>
          <a:xfrm>
            <a:off x="6456363" y="1396967"/>
            <a:ext cx="5185511" cy="2425481"/>
          </a:xfrm>
          <a:prstGeom prst="rect">
            <a:avLst/>
          </a:prstGeom>
          <a:noFill/>
          <a:ln w="9525" cap="flat" cmpd="sng">
            <a:solidFill>
              <a:schemeClr val="accent1"/>
            </a:solidFill>
            <a:prstDash val="solid"/>
            <a:round/>
            <a:headEnd type="none" w="sm" len="sm"/>
            <a:tailEnd type="none" w="sm" len="sm"/>
          </a:ln>
        </p:spPr>
      </p:pic>
      <p:sp>
        <p:nvSpPr>
          <p:cNvPr id="301" name="Google Shape;301;p22"/>
          <p:cNvSpPr txBox="1"/>
          <p:nvPr/>
        </p:nvSpPr>
        <p:spPr>
          <a:xfrm>
            <a:off x="238081" y="1402999"/>
            <a:ext cx="7246937" cy="375447"/>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Clr>
                <a:srgbClr val="000000"/>
              </a:buClr>
              <a:buSzPts val="1600"/>
              <a:buFont typeface="Arial"/>
              <a:buNone/>
            </a:pPr>
            <a:r>
              <a:rPr lang="en-US" sz="1600" b="1" i="0" u="none" strike="noStrike" cap="none">
                <a:solidFill>
                  <a:schemeClr val="dk1"/>
                </a:solidFill>
                <a:latin typeface="Arial"/>
                <a:ea typeface="Arial"/>
                <a:cs typeface="Arial"/>
                <a:sym typeface="Arial"/>
              </a:rPr>
              <a:t>Import bulk data using JSON</a:t>
            </a:r>
            <a:endParaRPr sz="1400" b="0" i="0" u="none" strike="noStrike" cap="none">
              <a:solidFill>
                <a:srgbClr val="000000"/>
              </a:solidFill>
              <a:latin typeface="Arial"/>
              <a:ea typeface="Arial"/>
              <a:cs typeface="Arial"/>
              <a:sym typeface="Arial"/>
            </a:endParaRPr>
          </a:p>
        </p:txBody>
      </p:sp>
      <p:pic>
        <p:nvPicPr>
          <p:cNvPr id="302" name="Google Shape;302;p22"/>
          <p:cNvPicPr preferRelativeResize="0"/>
          <p:nvPr/>
        </p:nvPicPr>
        <p:blipFill rotWithShape="1">
          <a:blip r:embed="rId4">
            <a:alphaModFix/>
          </a:blip>
          <a:srcRect/>
          <a:stretch/>
        </p:blipFill>
        <p:spPr>
          <a:xfrm>
            <a:off x="6456363" y="4131760"/>
            <a:ext cx="4457507" cy="2425481"/>
          </a:xfrm>
          <a:prstGeom prst="rect">
            <a:avLst/>
          </a:prstGeom>
          <a:noFill/>
          <a:ln w="9525" cap="flat" cmpd="sng">
            <a:solidFill>
              <a:schemeClr val="accent1"/>
            </a:solidFill>
            <a:prstDash val="solid"/>
            <a:round/>
            <a:headEnd type="none" w="sm" len="sm"/>
            <a:tailEnd type="none" w="sm" len="sm"/>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p23"/>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Clr>
                <a:srgbClr val="000000"/>
              </a:buClr>
              <a:buSzPts val="2400"/>
              <a:buFont typeface="Arial"/>
              <a:buNone/>
            </a:pPr>
            <a:r>
              <a:rPr lang="en-US" sz="2400" b="1" i="0" u="none" strike="noStrike" cap="none">
                <a:solidFill>
                  <a:srgbClr val="11175E"/>
                </a:solidFill>
                <a:latin typeface="Arial"/>
                <a:ea typeface="Arial"/>
                <a:cs typeface="Arial"/>
                <a:sym typeface="Arial"/>
              </a:rPr>
              <a:t>Example 1: Using Compass</a:t>
            </a:r>
            <a:endParaRPr sz="2400" b="1" i="0" u="none" strike="noStrike" cap="none">
              <a:solidFill>
                <a:srgbClr val="11175E"/>
              </a:solidFill>
              <a:latin typeface="Arial"/>
              <a:ea typeface="Arial"/>
              <a:cs typeface="Arial"/>
              <a:sym typeface="Arial"/>
            </a:endParaRPr>
          </a:p>
        </p:txBody>
      </p:sp>
      <p:sp>
        <p:nvSpPr>
          <p:cNvPr id="308" name="Google Shape;308;p23"/>
          <p:cNvSpPr txBox="1"/>
          <p:nvPr/>
        </p:nvSpPr>
        <p:spPr>
          <a:xfrm>
            <a:off x="103709" y="1799049"/>
            <a:ext cx="5536902" cy="2425480"/>
          </a:xfrm>
          <a:prstGeom prst="rect">
            <a:avLst/>
          </a:prstGeom>
          <a:noFill/>
          <a:ln>
            <a:noFill/>
          </a:ln>
        </p:spPr>
        <p:txBody>
          <a:bodyPr spcFirstLastPara="1" wrap="square" lIns="91425" tIns="91425" rIns="91425" bIns="91425" anchor="t" anchorCtr="0">
            <a:noAutofit/>
          </a:bodyPr>
          <a:lstStyle/>
          <a:p>
            <a:pPr marL="457200" marR="0" lvl="0" indent="-330200" algn="l" rtl="0">
              <a:lnSpc>
                <a:spcPct val="100000"/>
              </a:lnSpc>
              <a:spcBef>
                <a:spcPts val="0"/>
              </a:spcBef>
              <a:spcAft>
                <a:spcPts val="0"/>
              </a:spcAft>
              <a:buClr>
                <a:schemeClr val="dk1"/>
              </a:buClr>
              <a:buSzPts val="1600"/>
              <a:buFont typeface="Arial"/>
              <a:buChar char="●"/>
            </a:pPr>
            <a:r>
              <a:rPr lang="en-US" sz="1600" b="0" i="0" u="none" strike="noStrike" cap="none">
                <a:solidFill>
                  <a:schemeClr val="dk1"/>
                </a:solidFill>
                <a:latin typeface="Arial"/>
                <a:ea typeface="Arial"/>
                <a:cs typeface="Arial"/>
                <a:sym typeface="Arial"/>
              </a:rPr>
              <a:t>You should see four documents imported successfully.</a:t>
            </a:r>
            <a:endParaRPr sz="1600" b="0" i="0" u="none" strike="noStrike" cap="none">
              <a:solidFill>
                <a:schemeClr val="dk1"/>
              </a:solidFill>
              <a:latin typeface="Arial"/>
              <a:ea typeface="Arial"/>
              <a:cs typeface="Arial"/>
              <a:sym typeface="Arial"/>
            </a:endParaRPr>
          </a:p>
        </p:txBody>
      </p:sp>
      <p:pic>
        <p:nvPicPr>
          <p:cNvPr id="309" name="Google Shape;309;p23"/>
          <p:cNvPicPr preferRelativeResize="0"/>
          <p:nvPr/>
        </p:nvPicPr>
        <p:blipFill rotWithShape="1">
          <a:blip r:embed="rId3">
            <a:alphaModFix/>
          </a:blip>
          <a:srcRect/>
          <a:stretch/>
        </p:blipFill>
        <p:spPr>
          <a:xfrm>
            <a:off x="6456363" y="1448282"/>
            <a:ext cx="5536903" cy="4601543"/>
          </a:xfrm>
          <a:prstGeom prst="rect">
            <a:avLst/>
          </a:prstGeom>
          <a:noFill/>
          <a:ln w="9525" cap="flat" cmpd="sng">
            <a:solidFill>
              <a:schemeClr val="accent1"/>
            </a:solidFill>
            <a:prstDash val="solid"/>
            <a:round/>
            <a:headEnd type="none" w="sm" len="sm"/>
            <a:tailEnd type="none" w="sm" len="sm"/>
          </a:ln>
        </p:spPr>
      </p:pic>
      <p:sp>
        <p:nvSpPr>
          <p:cNvPr id="310" name="Google Shape;310;p23"/>
          <p:cNvSpPr txBox="1"/>
          <p:nvPr/>
        </p:nvSpPr>
        <p:spPr>
          <a:xfrm>
            <a:off x="238081" y="1402999"/>
            <a:ext cx="7246937" cy="375447"/>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Clr>
                <a:srgbClr val="000000"/>
              </a:buClr>
              <a:buSzPts val="1600"/>
              <a:buFont typeface="Arial"/>
              <a:buNone/>
            </a:pPr>
            <a:r>
              <a:rPr lang="en-US" sz="1600" b="1" i="0" u="none" strike="noStrike" cap="none">
                <a:solidFill>
                  <a:schemeClr val="dk1"/>
                </a:solidFill>
                <a:latin typeface="Arial"/>
                <a:ea typeface="Arial"/>
                <a:cs typeface="Arial"/>
                <a:sym typeface="Arial"/>
              </a:rPr>
              <a:t>Import bulk data using JSON</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24"/>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Clr>
                <a:srgbClr val="000000"/>
              </a:buClr>
              <a:buSzPts val="2400"/>
              <a:buFont typeface="Arial"/>
              <a:buNone/>
            </a:pPr>
            <a:r>
              <a:rPr lang="en-US" sz="2400" b="1" i="0" u="none" strike="noStrike" cap="none">
                <a:solidFill>
                  <a:srgbClr val="11175E"/>
                </a:solidFill>
                <a:latin typeface="Arial"/>
                <a:ea typeface="Arial"/>
                <a:cs typeface="Arial"/>
                <a:sym typeface="Arial"/>
              </a:rPr>
              <a:t>What have we learned?</a:t>
            </a:r>
            <a:endParaRPr sz="2400" b="1" i="0" u="none" strike="noStrike" cap="none">
              <a:solidFill>
                <a:srgbClr val="11175E"/>
              </a:solidFill>
              <a:latin typeface="Arial"/>
              <a:ea typeface="Arial"/>
              <a:cs typeface="Arial"/>
              <a:sym typeface="Arial"/>
            </a:endParaRPr>
          </a:p>
        </p:txBody>
      </p:sp>
      <p:sp>
        <p:nvSpPr>
          <p:cNvPr id="316" name="Google Shape;316;p24"/>
          <p:cNvSpPr txBox="1"/>
          <p:nvPr/>
        </p:nvSpPr>
        <p:spPr>
          <a:xfrm>
            <a:off x="240868" y="1418400"/>
            <a:ext cx="10777651" cy="304698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chemeClr val="dk1"/>
                </a:solidFill>
                <a:latin typeface="Arial"/>
                <a:ea typeface="Arial"/>
                <a:cs typeface="Arial"/>
                <a:sym typeface="Arial"/>
              </a:rPr>
              <a:t>In this part of </a:t>
            </a:r>
            <a:r>
              <a:rPr lang="en-US" sz="1600" b="1" i="0" u="none" strike="noStrike" cap="none">
                <a:solidFill>
                  <a:schemeClr val="dk1"/>
                </a:solidFill>
                <a:latin typeface="Consolas"/>
                <a:ea typeface="Consolas"/>
                <a:cs typeface="Consolas"/>
                <a:sym typeface="Consolas"/>
              </a:rPr>
              <a:t>example1</a:t>
            </a:r>
            <a:r>
              <a:rPr lang="en-US" sz="1600" b="0" i="0" u="none" strike="noStrike" cap="none">
                <a:solidFill>
                  <a:schemeClr val="dk1"/>
                </a:solidFill>
                <a:latin typeface="Arial"/>
                <a:ea typeface="Arial"/>
                <a:cs typeface="Arial"/>
                <a:sym typeface="Arial"/>
              </a:rPr>
              <a:t>, we transformed our basic </a:t>
            </a:r>
            <a:r>
              <a:rPr lang="en-US" sz="1600" b="1" i="0" u="none" strike="noStrike" cap="none">
                <a:solidFill>
                  <a:schemeClr val="dk1"/>
                </a:solidFill>
                <a:latin typeface="Consolas"/>
                <a:ea typeface="Consolas"/>
                <a:cs typeface="Consolas"/>
                <a:sym typeface="Consolas"/>
              </a:rPr>
              <a:t>express</a:t>
            </a:r>
            <a:r>
              <a:rPr lang="en-US" sz="1600" b="0" i="0" u="none" strike="noStrike" cap="none">
                <a:solidFill>
                  <a:schemeClr val="dk1"/>
                </a:solidFill>
                <a:latin typeface="Arial"/>
                <a:ea typeface="Arial"/>
                <a:cs typeface="Arial"/>
                <a:sym typeface="Arial"/>
              </a:rPr>
              <a:t> app into a dynamic, database-connected web application using MongoDB and Mongoose.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US" sz="1600" b="1" i="1" u="none" strike="noStrike" cap="none">
                <a:solidFill>
                  <a:schemeClr val="dk1"/>
                </a:solidFill>
                <a:latin typeface="Arial"/>
                <a:ea typeface="Arial"/>
                <a:cs typeface="Arial"/>
                <a:sym typeface="Arial"/>
              </a:rPr>
              <a:t>You’ve learned how to:</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600"/>
              <a:buFont typeface="Arial"/>
              <a:buChar char="•"/>
            </a:pPr>
            <a:r>
              <a:rPr lang="en-US" sz="1600" b="0" i="0" u="none" strike="noStrike" cap="none">
                <a:solidFill>
                  <a:schemeClr val="dk1"/>
                </a:solidFill>
                <a:latin typeface="Arial"/>
                <a:ea typeface="Arial"/>
                <a:cs typeface="Arial"/>
                <a:sym typeface="Arial"/>
              </a:rPr>
              <a:t>Set up and connect to a MongoDB database using Mongoose</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600"/>
              <a:buFont typeface="Arial"/>
              <a:buChar char="•"/>
            </a:pPr>
            <a:r>
              <a:rPr lang="en-US" sz="1600" b="0" i="0" u="none" strike="noStrike" cap="none">
                <a:solidFill>
                  <a:schemeClr val="dk1"/>
                </a:solidFill>
                <a:latin typeface="Arial"/>
                <a:ea typeface="Arial"/>
                <a:cs typeface="Arial"/>
                <a:sym typeface="Arial"/>
              </a:rPr>
              <a:t>Define a schema model with schema validation</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600"/>
              <a:buFont typeface="Arial"/>
              <a:buChar char="•"/>
            </a:pPr>
            <a:r>
              <a:rPr lang="en-US" sz="1600" b="0" i="0" u="none" strike="noStrike" cap="none">
                <a:solidFill>
                  <a:schemeClr val="dk1"/>
                </a:solidFill>
                <a:latin typeface="Arial"/>
                <a:ea typeface="Arial"/>
                <a:cs typeface="Arial"/>
                <a:sym typeface="Arial"/>
              </a:rPr>
              <a:t>Import bulk data using </a:t>
            </a:r>
            <a:r>
              <a:rPr lang="en-US" sz="1600" b="1" i="0" u="none" strike="noStrike" cap="none">
                <a:solidFill>
                  <a:schemeClr val="dk1"/>
                </a:solidFill>
                <a:latin typeface="Arial"/>
                <a:ea typeface="Arial"/>
                <a:cs typeface="Arial"/>
                <a:sym typeface="Arial"/>
              </a:rPr>
              <a:t>Compass</a:t>
            </a:r>
            <a:r>
              <a:rPr lang="en-US" sz="1600" b="0" i="0" u="none" strike="noStrike" cap="none">
                <a:solidFill>
                  <a:schemeClr val="dk1"/>
                </a:solidFill>
                <a:latin typeface="Arial"/>
                <a:ea typeface="Arial"/>
                <a:cs typeface="Arial"/>
                <a:sym typeface="Arial"/>
              </a:rPr>
              <a:t> App.</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chemeClr val="dk1"/>
                </a:solidFill>
                <a:latin typeface="Arial"/>
                <a:ea typeface="Arial"/>
                <a:cs typeface="Arial"/>
                <a:sym typeface="Arial"/>
              </a:rPr>
              <a:t>Along the way, you also picked up key practices like keeping sensitive info in </a:t>
            </a:r>
            <a:r>
              <a:rPr lang="en-US" sz="1600" b="1" i="0" u="none" strike="noStrike" cap="none">
                <a:solidFill>
                  <a:schemeClr val="dk1"/>
                </a:solidFill>
                <a:latin typeface="Consolas"/>
                <a:ea typeface="Consolas"/>
                <a:cs typeface="Consolas"/>
                <a:sym typeface="Consolas"/>
              </a:rPr>
              <a:t>config.env</a:t>
            </a:r>
            <a:r>
              <a:rPr lang="en-US" sz="1600" b="0" i="0" u="none" strike="noStrike" cap="none">
                <a:solidFill>
                  <a:schemeClr val="dk1"/>
                </a:solidFill>
                <a:latin typeface="Arial"/>
                <a:ea typeface="Arial"/>
                <a:cs typeface="Arial"/>
                <a:sym typeface="Arial"/>
              </a:rPr>
              <a:t> files with </a:t>
            </a:r>
            <a:r>
              <a:rPr lang="en-US" sz="1600" b="1" i="0" u="none" strike="noStrike" cap="none">
                <a:solidFill>
                  <a:schemeClr val="dk1"/>
                </a:solidFill>
                <a:latin typeface="Consolas"/>
                <a:ea typeface="Consolas"/>
                <a:cs typeface="Consolas"/>
                <a:sym typeface="Consolas"/>
              </a:rPr>
              <a:t>dotenv </a:t>
            </a:r>
            <a:r>
              <a:rPr lang="en-US" sz="1600" b="0" i="0" u="none" strike="noStrike" cap="none">
                <a:solidFill>
                  <a:schemeClr val="dk1"/>
                </a:solidFill>
                <a:latin typeface="Arial"/>
                <a:ea typeface="Arial"/>
                <a:cs typeface="Arial"/>
                <a:sym typeface="Arial"/>
              </a:rPr>
              <a:t>and structuring your code into manageable components for future scalability.</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p25"/>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Clr>
                <a:srgbClr val="000000"/>
              </a:buClr>
              <a:buSzPts val="2400"/>
              <a:buFont typeface="Arial"/>
              <a:buNone/>
            </a:pPr>
            <a:r>
              <a:rPr lang="en-US" sz="2400" b="1" i="0" u="none" strike="noStrike" cap="none" dirty="0">
                <a:solidFill>
                  <a:srgbClr val="11175E"/>
                </a:solidFill>
                <a:highlight>
                  <a:srgbClr val="FFFF00"/>
                </a:highlight>
                <a:latin typeface="Arial"/>
                <a:ea typeface="Arial"/>
                <a:cs typeface="Arial"/>
                <a:sym typeface="Arial"/>
              </a:rPr>
              <a:t>CRUD with Node.js + Mongoose</a:t>
            </a:r>
            <a:endParaRPr sz="2400" b="1" i="0" u="none" strike="noStrike" cap="none" dirty="0">
              <a:solidFill>
                <a:srgbClr val="11175E"/>
              </a:solidFill>
              <a:highlight>
                <a:srgbClr val="FFFF00"/>
              </a:highlight>
              <a:latin typeface="Arial"/>
              <a:ea typeface="Arial"/>
              <a:cs typeface="Arial"/>
              <a:sym typeface="Arial"/>
            </a:endParaRPr>
          </a:p>
        </p:txBody>
      </p:sp>
      <p:pic>
        <p:nvPicPr>
          <p:cNvPr id="322" name="Google Shape;322;p25"/>
          <p:cNvPicPr preferRelativeResize="0"/>
          <p:nvPr/>
        </p:nvPicPr>
        <p:blipFill rotWithShape="1">
          <a:blip r:embed="rId3">
            <a:alphaModFix/>
          </a:blip>
          <a:srcRect/>
          <a:stretch/>
        </p:blipFill>
        <p:spPr>
          <a:xfrm>
            <a:off x="8284984" y="1329030"/>
            <a:ext cx="2798285" cy="5119939"/>
          </a:xfrm>
          <a:prstGeom prst="rect">
            <a:avLst/>
          </a:prstGeom>
          <a:noFill/>
          <a:ln>
            <a:noFill/>
          </a:ln>
        </p:spPr>
      </p:pic>
      <p:sp>
        <p:nvSpPr>
          <p:cNvPr id="323" name="Google Shape;323;p25"/>
          <p:cNvSpPr txBox="1"/>
          <p:nvPr/>
        </p:nvSpPr>
        <p:spPr>
          <a:xfrm>
            <a:off x="250013" y="1417320"/>
            <a:ext cx="7488742" cy="350865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1" i="1" u="none" strike="noStrike" cap="none">
                <a:solidFill>
                  <a:schemeClr val="dk1"/>
                </a:solidFill>
                <a:latin typeface="Arial"/>
                <a:ea typeface="Arial"/>
                <a:cs typeface="Arial"/>
                <a:sym typeface="Arial"/>
              </a:rPr>
              <a:t>We will be learning these model.functions for our CRUD operations</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600"/>
              <a:buFont typeface="Arial"/>
              <a:buChar char="•"/>
            </a:pPr>
            <a:r>
              <a:rPr lang="en-US" sz="1600" b="1" i="0" u="none" strike="noStrike" cap="none">
                <a:solidFill>
                  <a:schemeClr val="dk1"/>
                </a:solidFill>
                <a:latin typeface="Consolas"/>
                <a:ea typeface="Consolas"/>
                <a:cs typeface="Consolas"/>
                <a:sym typeface="Consolas"/>
              </a:rPr>
              <a:t>Model.find()</a:t>
            </a:r>
            <a:endParaRPr sz="1600" b="1" i="0" u="none" strike="noStrike" cap="none">
              <a:solidFill>
                <a:schemeClr val="dk1"/>
              </a:solidFill>
              <a:latin typeface="Consolas"/>
              <a:ea typeface="Consolas"/>
              <a:cs typeface="Consolas"/>
              <a:sym typeface="Consolas"/>
            </a:endParaRPr>
          </a:p>
          <a:p>
            <a:pPr marL="285750" marR="0" lvl="0" indent="-285750" algn="l" rtl="0">
              <a:lnSpc>
                <a:spcPct val="100000"/>
              </a:lnSpc>
              <a:spcBef>
                <a:spcPts val="0"/>
              </a:spcBef>
              <a:spcAft>
                <a:spcPts val="0"/>
              </a:spcAft>
              <a:buClr>
                <a:srgbClr val="000000"/>
              </a:buClr>
              <a:buSzPts val="1600"/>
              <a:buFont typeface="Arial"/>
              <a:buChar char="•"/>
            </a:pPr>
            <a:r>
              <a:rPr lang="en-US" sz="1600" b="1" i="0" u="none" strike="noStrike" cap="none">
                <a:solidFill>
                  <a:schemeClr val="dk1"/>
                </a:solidFill>
                <a:latin typeface="Consolas"/>
                <a:ea typeface="Consolas"/>
                <a:cs typeface="Consolas"/>
                <a:sym typeface="Consolas"/>
              </a:rPr>
              <a:t>Model.findOne()</a:t>
            </a:r>
            <a:endParaRPr sz="1600" b="1" i="0" u="none" strike="noStrike" cap="none">
              <a:solidFill>
                <a:schemeClr val="dk1"/>
              </a:solidFill>
              <a:latin typeface="Consolas"/>
              <a:ea typeface="Consolas"/>
              <a:cs typeface="Consolas"/>
              <a:sym typeface="Consolas"/>
            </a:endParaRPr>
          </a:p>
          <a:p>
            <a:pPr marL="285750" marR="0" lvl="0" indent="-285750" algn="l" rtl="0">
              <a:lnSpc>
                <a:spcPct val="100000"/>
              </a:lnSpc>
              <a:spcBef>
                <a:spcPts val="0"/>
              </a:spcBef>
              <a:spcAft>
                <a:spcPts val="0"/>
              </a:spcAft>
              <a:buClr>
                <a:srgbClr val="000000"/>
              </a:buClr>
              <a:buSzPts val="1600"/>
              <a:buFont typeface="Arial"/>
              <a:buChar char="•"/>
            </a:pPr>
            <a:r>
              <a:rPr lang="en-US" sz="1600" b="1" i="0" u="none" strike="noStrike" cap="none">
                <a:solidFill>
                  <a:schemeClr val="dk1"/>
                </a:solidFill>
                <a:latin typeface="Consolas"/>
                <a:ea typeface="Consolas"/>
                <a:cs typeface="Consolas"/>
                <a:sym typeface="Consolas"/>
              </a:rPr>
              <a:t>Model.updateOne()</a:t>
            </a:r>
            <a:endParaRPr sz="1600" b="1" i="0" u="none" strike="noStrike" cap="none">
              <a:solidFill>
                <a:schemeClr val="dk1"/>
              </a:solidFill>
              <a:latin typeface="Consolas"/>
              <a:ea typeface="Consolas"/>
              <a:cs typeface="Consolas"/>
              <a:sym typeface="Consolas"/>
            </a:endParaRPr>
          </a:p>
          <a:p>
            <a:pPr marL="285750" marR="0" lvl="0" indent="-285750" algn="l" rtl="0">
              <a:lnSpc>
                <a:spcPct val="100000"/>
              </a:lnSpc>
              <a:spcBef>
                <a:spcPts val="0"/>
              </a:spcBef>
              <a:spcAft>
                <a:spcPts val="0"/>
              </a:spcAft>
              <a:buClr>
                <a:srgbClr val="000000"/>
              </a:buClr>
              <a:buSzPts val="1600"/>
              <a:buFont typeface="Arial"/>
              <a:buChar char="•"/>
            </a:pPr>
            <a:r>
              <a:rPr lang="en-US" sz="1600" b="1" i="0" u="none" strike="noStrike" cap="none">
                <a:solidFill>
                  <a:schemeClr val="dk1"/>
                </a:solidFill>
                <a:latin typeface="Consolas"/>
                <a:ea typeface="Consolas"/>
                <a:cs typeface="Consolas"/>
                <a:sym typeface="Consolas"/>
              </a:rPr>
              <a:t>Model.deleteOne()</a:t>
            </a:r>
            <a:endParaRPr sz="1600" b="1" i="0" u="none" strike="noStrike" cap="none">
              <a:solidFill>
                <a:schemeClr val="dk1"/>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US" sz="1600" b="1" i="1" u="none" strike="noStrike" cap="none">
                <a:solidFill>
                  <a:schemeClr val="dk1"/>
                </a:solidFill>
                <a:latin typeface="Arial"/>
                <a:ea typeface="Arial"/>
                <a:cs typeface="Arial"/>
                <a:sym typeface="Arial"/>
              </a:rPr>
              <a:t>What we will be doing?</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600"/>
              <a:buFont typeface="Arial"/>
              <a:buChar char="•"/>
            </a:pPr>
            <a:r>
              <a:rPr lang="en-US" sz="1600" b="0" i="0" u="none" strike="noStrike" cap="none">
                <a:solidFill>
                  <a:schemeClr val="dk1"/>
                </a:solidFill>
                <a:latin typeface="Arial"/>
                <a:ea typeface="Arial"/>
                <a:cs typeface="Arial"/>
                <a:sym typeface="Arial"/>
              </a:rPr>
              <a:t>Get accustomed to building our app in the </a:t>
            </a:r>
            <a:r>
              <a:rPr lang="en-US" sz="1600" b="1" i="0" u="none" strike="noStrike" cap="none">
                <a:solidFill>
                  <a:schemeClr val="dk1"/>
                </a:solidFill>
                <a:latin typeface="Arial"/>
                <a:ea typeface="Arial"/>
                <a:cs typeface="Arial"/>
                <a:sym typeface="Arial"/>
              </a:rPr>
              <a:t>MVC</a:t>
            </a:r>
            <a:r>
              <a:rPr lang="en-US" sz="1600" b="0" i="0" u="none" strike="noStrike" cap="none">
                <a:solidFill>
                  <a:schemeClr val="dk1"/>
                </a:solidFill>
                <a:latin typeface="Arial"/>
                <a:ea typeface="Arial"/>
                <a:cs typeface="Arial"/>
                <a:sym typeface="Arial"/>
              </a:rPr>
              <a:t> format. </a:t>
            </a:r>
            <a:endParaRPr sz="1400" b="0" i="0" u="none" strike="noStrike" cap="none">
              <a:solidFill>
                <a:srgbClr val="000000"/>
              </a:solidFill>
              <a:latin typeface="Arial"/>
              <a:ea typeface="Arial"/>
              <a:cs typeface="Arial"/>
              <a:sym typeface="Arial"/>
            </a:endParaRPr>
          </a:p>
          <a:p>
            <a:pPr marL="285750" marR="0" lvl="7" indent="-285750" algn="l" rtl="0">
              <a:lnSpc>
                <a:spcPct val="100000"/>
              </a:lnSpc>
              <a:spcBef>
                <a:spcPts val="0"/>
              </a:spcBef>
              <a:spcAft>
                <a:spcPts val="0"/>
              </a:spcAft>
              <a:buClr>
                <a:srgbClr val="000000"/>
              </a:buClr>
              <a:buSzPts val="1600"/>
              <a:buFont typeface="Arial"/>
              <a:buChar char="•"/>
            </a:pPr>
            <a:r>
              <a:rPr lang="en-US" sz="1600" b="1" i="0" u="none" strike="noStrike" cap="none">
                <a:solidFill>
                  <a:schemeClr val="dk1"/>
                </a:solidFill>
                <a:latin typeface="Consolas"/>
                <a:ea typeface="Consolas"/>
                <a:cs typeface="Consolas"/>
                <a:sym typeface="Consolas"/>
              </a:rPr>
              <a:t>server.js</a:t>
            </a:r>
            <a:r>
              <a:rPr lang="en-US" sz="1600" b="0" i="0" u="none" strike="noStrike" cap="none">
                <a:solidFill>
                  <a:schemeClr val="dk1"/>
                </a:solidFill>
                <a:latin typeface="Arial"/>
                <a:ea typeface="Arial"/>
                <a:cs typeface="Arial"/>
                <a:sym typeface="Arial"/>
              </a:rPr>
              <a:t>  (require all our libraries, path of our route, database connection and start up server)</a:t>
            </a:r>
            <a:endParaRPr sz="1400" b="0" i="0" u="none" strike="noStrike" cap="none">
              <a:solidFill>
                <a:srgbClr val="000000"/>
              </a:solidFill>
              <a:latin typeface="Arial"/>
              <a:ea typeface="Arial"/>
              <a:cs typeface="Arial"/>
              <a:sym typeface="Arial"/>
            </a:endParaRPr>
          </a:p>
          <a:p>
            <a:pPr marL="285750" marR="0" lvl="7" indent="-285750" algn="l" rtl="0">
              <a:lnSpc>
                <a:spcPct val="100000"/>
              </a:lnSpc>
              <a:spcBef>
                <a:spcPts val="0"/>
              </a:spcBef>
              <a:spcAft>
                <a:spcPts val="0"/>
              </a:spcAft>
              <a:buClr>
                <a:srgbClr val="000000"/>
              </a:buClr>
              <a:buSzPts val="1600"/>
              <a:buFont typeface="Arial"/>
              <a:buChar char="•"/>
            </a:pPr>
            <a:r>
              <a:rPr lang="en-US" sz="1600" b="1" i="0" u="none" strike="noStrike" cap="none">
                <a:solidFill>
                  <a:schemeClr val="dk1"/>
                </a:solidFill>
                <a:latin typeface="Consolas"/>
                <a:ea typeface="Consolas"/>
                <a:cs typeface="Consolas"/>
                <a:sym typeface="Consolas"/>
              </a:rPr>
              <a:t>routes</a:t>
            </a:r>
            <a:r>
              <a:rPr lang="en-US" sz="1600" b="0" i="0" u="none" strike="noStrike" cap="none">
                <a:solidFill>
                  <a:schemeClr val="dk1"/>
                </a:solidFill>
                <a:latin typeface="Arial"/>
                <a:ea typeface="Arial"/>
                <a:cs typeface="Arial"/>
                <a:sym typeface="Arial"/>
              </a:rPr>
              <a:t>  (create routes to invoke controller functions)</a:t>
            </a:r>
            <a:endParaRPr sz="1400" b="0" i="0" u="none" strike="noStrike" cap="none">
              <a:solidFill>
                <a:srgbClr val="000000"/>
              </a:solidFill>
              <a:latin typeface="Arial"/>
              <a:ea typeface="Arial"/>
              <a:cs typeface="Arial"/>
              <a:sym typeface="Arial"/>
            </a:endParaRPr>
          </a:p>
          <a:p>
            <a:pPr marL="285750" marR="0" lvl="7" indent="-285750" algn="l" rtl="0">
              <a:lnSpc>
                <a:spcPct val="100000"/>
              </a:lnSpc>
              <a:spcBef>
                <a:spcPts val="0"/>
              </a:spcBef>
              <a:spcAft>
                <a:spcPts val="0"/>
              </a:spcAft>
              <a:buClr>
                <a:srgbClr val="000000"/>
              </a:buClr>
              <a:buSzPts val="1600"/>
              <a:buFont typeface="Arial"/>
              <a:buChar char="•"/>
            </a:pPr>
            <a:r>
              <a:rPr lang="en-US" sz="1600" b="1" i="0" u="none" strike="noStrike" cap="none">
                <a:solidFill>
                  <a:schemeClr val="dk1"/>
                </a:solidFill>
                <a:latin typeface="Consolas"/>
                <a:ea typeface="Consolas"/>
                <a:cs typeface="Consolas"/>
                <a:sym typeface="Consolas"/>
              </a:rPr>
              <a:t>controller</a:t>
            </a:r>
            <a:r>
              <a:rPr lang="en-US" sz="1600" b="0" i="0" u="none" strike="noStrike" cap="none">
                <a:solidFill>
                  <a:schemeClr val="dk1"/>
                </a:solidFill>
                <a:latin typeface="Arial"/>
                <a:ea typeface="Arial"/>
                <a:cs typeface="Arial"/>
                <a:sym typeface="Arial"/>
              </a:rPr>
              <a:t>  (functions for our program logic)</a:t>
            </a:r>
            <a:endParaRPr sz="1400" b="0" i="0" u="none" strike="noStrike" cap="none">
              <a:solidFill>
                <a:srgbClr val="000000"/>
              </a:solidFill>
              <a:latin typeface="Arial"/>
              <a:ea typeface="Arial"/>
              <a:cs typeface="Arial"/>
              <a:sym typeface="Arial"/>
            </a:endParaRPr>
          </a:p>
          <a:p>
            <a:pPr marL="285750" marR="0" lvl="7" indent="-285750" algn="l" rtl="0">
              <a:lnSpc>
                <a:spcPct val="100000"/>
              </a:lnSpc>
              <a:spcBef>
                <a:spcPts val="0"/>
              </a:spcBef>
              <a:spcAft>
                <a:spcPts val="0"/>
              </a:spcAft>
              <a:buClr>
                <a:srgbClr val="000000"/>
              </a:buClr>
              <a:buSzPts val="1600"/>
              <a:buFont typeface="Arial"/>
              <a:buChar char="•"/>
            </a:pPr>
            <a:r>
              <a:rPr lang="en-US" sz="1600" b="0" i="0" u="none" strike="noStrike" cap="none">
                <a:solidFill>
                  <a:schemeClr val="dk1"/>
                </a:solidFill>
                <a:latin typeface="Arial"/>
                <a:ea typeface="Arial"/>
                <a:cs typeface="Arial"/>
                <a:sym typeface="Arial"/>
              </a:rPr>
              <a:t>Create </a:t>
            </a:r>
            <a:r>
              <a:rPr lang="en-US" sz="1600" b="1" i="0" u="none" strike="noStrike" cap="none">
                <a:solidFill>
                  <a:schemeClr val="dk1"/>
                </a:solidFill>
                <a:latin typeface="Consolas"/>
                <a:ea typeface="Consolas"/>
                <a:cs typeface="Consolas"/>
                <a:sym typeface="Consolas"/>
              </a:rPr>
              <a:t>views</a:t>
            </a:r>
            <a:r>
              <a:rPr lang="en-US" sz="1600" b="0" i="0" u="none" strike="noStrike" cap="none">
                <a:solidFill>
                  <a:schemeClr val="dk1"/>
                </a:solidFill>
                <a:latin typeface="Arial"/>
                <a:ea typeface="Arial"/>
                <a:cs typeface="Arial"/>
                <a:sym typeface="Arial"/>
              </a:rPr>
              <a:t> to display data using </a:t>
            </a:r>
            <a:r>
              <a:rPr lang="en-US" sz="1600" b="1" i="0" u="none" strike="noStrike" cap="none">
                <a:solidFill>
                  <a:schemeClr val="dk1"/>
                </a:solidFill>
                <a:latin typeface="Consolas"/>
                <a:ea typeface="Consolas"/>
                <a:cs typeface="Consolas"/>
                <a:sym typeface="Consolas"/>
              </a:rPr>
              <a:t>ejs</a:t>
            </a:r>
            <a:r>
              <a:rPr lang="en-US" sz="1600" b="0" i="0" u="none" strike="noStrike" cap="none">
                <a:solidFill>
                  <a:schemeClr val="dk1"/>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26"/>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Clr>
                <a:srgbClr val="000000"/>
              </a:buClr>
              <a:buSzPts val="2400"/>
              <a:buFont typeface="Arial"/>
              <a:buNone/>
            </a:pPr>
            <a:r>
              <a:rPr lang="en-US" sz="2400" b="1" i="0" u="none" strike="noStrike" cap="none" dirty="0">
                <a:solidFill>
                  <a:srgbClr val="11175E"/>
                </a:solidFill>
                <a:highlight>
                  <a:srgbClr val="FFFF00"/>
                </a:highlight>
                <a:latin typeface="Arial"/>
                <a:ea typeface="Arial"/>
                <a:cs typeface="Arial"/>
                <a:sym typeface="Arial"/>
              </a:rPr>
              <a:t>Example 2: GET(read) with Node.js + Mongoose</a:t>
            </a:r>
            <a:endParaRPr sz="2400" b="1" i="0" u="none" strike="noStrike" cap="none" dirty="0">
              <a:solidFill>
                <a:srgbClr val="11175E"/>
              </a:solidFill>
              <a:highlight>
                <a:srgbClr val="FFFF00"/>
              </a:highlight>
              <a:latin typeface="Arial"/>
              <a:ea typeface="Arial"/>
              <a:cs typeface="Arial"/>
              <a:sym typeface="Arial"/>
            </a:endParaRPr>
          </a:p>
        </p:txBody>
      </p:sp>
      <p:pic>
        <p:nvPicPr>
          <p:cNvPr id="329" name="Google Shape;329;p26"/>
          <p:cNvPicPr preferRelativeResize="0"/>
          <p:nvPr/>
        </p:nvPicPr>
        <p:blipFill rotWithShape="1">
          <a:blip r:embed="rId3">
            <a:alphaModFix/>
          </a:blip>
          <a:srcRect/>
          <a:stretch/>
        </p:blipFill>
        <p:spPr>
          <a:xfrm>
            <a:off x="8284984" y="1329030"/>
            <a:ext cx="2798285" cy="5119939"/>
          </a:xfrm>
          <a:prstGeom prst="rect">
            <a:avLst/>
          </a:prstGeom>
          <a:noFill/>
          <a:ln>
            <a:noFill/>
          </a:ln>
        </p:spPr>
      </p:pic>
      <p:sp>
        <p:nvSpPr>
          <p:cNvPr id="330" name="Google Shape;330;p26"/>
          <p:cNvSpPr txBox="1"/>
          <p:nvPr/>
        </p:nvSpPr>
        <p:spPr>
          <a:xfrm>
            <a:off x="278628" y="1415623"/>
            <a:ext cx="7220201" cy="353943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1" i="1" u="none" strike="noStrike" cap="none">
                <a:solidFill>
                  <a:schemeClr val="dk1"/>
                </a:solidFill>
                <a:latin typeface="Arial"/>
                <a:ea typeface="Arial"/>
                <a:cs typeface="Arial"/>
                <a:sym typeface="Arial"/>
              </a:rPr>
              <a:t>In this part of the example2,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chemeClr val="dk1"/>
                </a:solidFill>
                <a:latin typeface="Arial"/>
                <a:ea typeface="Arial"/>
                <a:cs typeface="Arial"/>
                <a:sym typeface="Arial"/>
              </a:rPr>
              <a:t>We will be using </a:t>
            </a:r>
            <a:r>
              <a:rPr lang="en-US" sz="1600" b="1" i="0" u="none" strike="noStrike" cap="none">
                <a:solidFill>
                  <a:schemeClr val="dk1"/>
                </a:solidFill>
                <a:latin typeface="Consolas"/>
                <a:ea typeface="Consolas"/>
                <a:cs typeface="Consolas"/>
                <a:sym typeface="Consolas"/>
              </a:rPr>
              <a:t>example2</a:t>
            </a:r>
            <a:r>
              <a:rPr lang="en-US" sz="1600" b="1" i="0" u="none" strike="noStrike" cap="none">
                <a:solidFill>
                  <a:schemeClr val="dk1"/>
                </a:solidFill>
                <a:latin typeface="Arial"/>
                <a:ea typeface="Arial"/>
                <a:cs typeface="Arial"/>
                <a:sym typeface="Arial"/>
              </a:rPr>
              <a:t> </a:t>
            </a:r>
            <a:r>
              <a:rPr lang="en-US" sz="1600" b="0" i="0" u="none" strike="noStrike" cap="none">
                <a:solidFill>
                  <a:schemeClr val="dk1"/>
                </a:solidFill>
                <a:latin typeface="Arial"/>
                <a:ea typeface="Arial"/>
                <a:cs typeface="Arial"/>
                <a:sym typeface="Arial"/>
              </a:rPr>
              <a:t>folders. </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600"/>
              <a:buFont typeface="Arial"/>
              <a:buChar char="-"/>
            </a:pPr>
            <a:r>
              <a:rPr lang="en-US" sz="1600" b="0" i="0" u="none" strike="noStrike" cap="none">
                <a:solidFill>
                  <a:schemeClr val="dk1"/>
                </a:solidFill>
                <a:latin typeface="Arial"/>
                <a:ea typeface="Arial"/>
                <a:cs typeface="Arial"/>
                <a:sym typeface="Arial"/>
              </a:rPr>
              <a:t>Observe the dependencies in </a:t>
            </a:r>
            <a:r>
              <a:rPr lang="en-US" sz="1600" b="1" i="0" u="none" strike="noStrike" cap="none">
                <a:solidFill>
                  <a:schemeClr val="dk1"/>
                </a:solidFill>
                <a:latin typeface="Consolas"/>
                <a:ea typeface="Consolas"/>
                <a:cs typeface="Consolas"/>
                <a:sym typeface="Consolas"/>
              </a:rPr>
              <a:t>package.json</a:t>
            </a:r>
            <a:endParaRPr sz="1600" b="1" i="0" u="none" strike="noStrike" cap="none">
              <a:solidFill>
                <a:schemeClr val="dk1"/>
              </a:solidFill>
              <a:latin typeface="Consolas"/>
              <a:ea typeface="Consolas"/>
              <a:cs typeface="Consolas"/>
              <a:sym typeface="Consolas"/>
            </a:endParaRPr>
          </a:p>
          <a:p>
            <a:pPr marL="285750" marR="0" lvl="0" indent="-285750" algn="l" rtl="0">
              <a:lnSpc>
                <a:spcPct val="100000"/>
              </a:lnSpc>
              <a:spcBef>
                <a:spcPts val="0"/>
              </a:spcBef>
              <a:spcAft>
                <a:spcPts val="0"/>
              </a:spcAft>
              <a:buClr>
                <a:srgbClr val="000000"/>
              </a:buClr>
              <a:buSzPts val="1600"/>
              <a:buFont typeface="Arial"/>
              <a:buChar char="-"/>
            </a:pPr>
            <a:r>
              <a:rPr lang="en-US" sz="1600" b="0" i="0" u="none" strike="noStrike" cap="none">
                <a:solidFill>
                  <a:schemeClr val="dk1"/>
                </a:solidFill>
                <a:latin typeface="Arial"/>
                <a:ea typeface="Arial"/>
                <a:cs typeface="Arial"/>
                <a:sym typeface="Arial"/>
              </a:rPr>
              <a:t>Install all the dependencies (</a:t>
            </a:r>
            <a:r>
              <a:rPr lang="en-US" sz="1600" b="1" i="0" u="none" strike="noStrike" cap="none">
                <a:solidFill>
                  <a:schemeClr val="dk1"/>
                </a:solidFill>
                <a:latin typeface="Consolas"/>
                <a:ea typeface="Consolas"/>
                <a:cs typeface="Consolas"/>
                <a:sym typeface="Consolas"/>
              </a:rPr>
              <a:t>nodemon</a:t>
            </a:r>
            <a:r>
              <a:rPr lang="en-US" sz="1600" b="0" i="0" u="none" strike="noStrike" cap="none">
                <a:solidFill>
                  <a:schemeClr val="dk1"/>
                </a:solidFill>
                <a:latin typeface="Arial"/>
                <a:ea typeface="Arial"/>
                <a:cs typeface="Arial"/>
                <a:sym typeface="Arial"/>
              </a:rPr>
              <a:t>, </a:t>
            </a:r>
            <a:r>
              <a:rPr lang="en-US" sz="1600" b="1" i="0" u="none" strike="noStrike" cap="none">
                <a:solidFill>
                  <a:schemeClr val="dk1"/>
                </a:solidFill>
                <a:latin typeface="Consolas"/>
                <a:ea typeface="Consolas"/>
                <a:cs typeface="Consolas"/>
                <a:sym typeface="Consolas"/>
              </a:rPr>
              <a:t>express</a:t>
            </a:r>
            <a:r>
              <a:rPr lang="en-US" sz="1600" b="0" i="0" u="none" strike="noStrike" cap="none">
                <a:solidFill>
                  <a:schemeClr val="dk1"/>
                </a:solidFill>
                <a:latin typeface="Arial"/>
                <a:ea typeface="Arial"/>
                <a:cs typeface="Arial"/>
                <a:sym typeface="Arial"/>
              </a:rPr>
              <a:t>, </a:t>
            </a:r>
            <a:r>
              <a:rPr lang="en-US" sz="1600" b="1" i="0" u="none" strike="noStrike" cap="none">
                <a:solidFill>
                  <a:schemeClr val="dk1"/>
                </a:solidFill>
                <a:latin typeface="Consolas"/>
                <a:ea typeface="Consolas"/>
                <a:cs typeface="Consolas"/>
                <a:sym typeface="Consolas"/>
              </a:rPr>
              <a:t>dotenv</a:t>
            </a:r>
            <a:r>
              <a:rPr lang="en-US" sz="1600" b="0" i="0" u="none" strike="noStrike" cap="none">
                <a:solidFill>
                  <a:schemeClr val="dk1"/>
                </a:solidFill>
                <a:latin typeface="Arial"/>
                <a:ea typeface="Arial"/>
                <a:cs typeface="Arial"/>
                <a:sym typeface="Arial"/>
              </a:rPr>
              <a:t>, </a:t>
            </a:r>
            <a:r>
              <a:rPr lang="en-US" sz="1600" b="1" i="0" u="none" strike="noStrike" cap="none">
                <a:solidFill>
                  <a:schemeClr val="dk1"/>
                </a:solidFill>
                <a:latin typeface="Consolas"/>
                <a:ea typeface="Consolas"/>
                <a:cs typeface="Consolas"/>
                <a:sym typeface="Consolas"/>
              </a:rPr>
              <a:t>mongoose</a:t>
            </a:r>
            <a:r>
              <a:rPr lang="en-US" sz="1600" b="0" i="0" u="none" strike="noStrike" cap="none">
                <a:solidFill>
                  <a:schemeClr val="dk1"/>
                </a:solidFill>
                <a:latin typeface="Arial"/>
                <a:ea typeface="Arial"/>
                <a:cs typeface="Arial"/>
                <a:sym typeface="Arial"/>
              </a:rPr>
              <a:t>, </a:t>
            </a:r>
            <a:r>
              <a:rPr lang="en-US" sz="1600" b="1" i="0" u="none" strike="noStrike" cap="none">
                <a:solidFill>
                  <a:schemeClr val="dk1"/>
                </a:solidFill>
                <a:latin typeface="Consolas"/>
                <a:ea typeface="Consolas"/>
                <a:cs typeface="Consolas"/>
                <a:sym typeface="Consolas"/>
              </a:rPr>
              <a:t>ejs</a:t>
            </a:r>
            <a:r>
              <a:rPr lang="en-US" sz="1600" b="0" i="0" u="none" strike="noStrike" cap="none">
                <a:solidFill>
                  <a:schemeClr val="dk1"/>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chemeClr val="dk1"/>
                </a:solidFill>
                <a:latin typeface="Arial"/>
                <a:ea typeface="Arial"/>
                <a:cs typeface="Arial"/>
                <a:sym typeface="Arial"/>
              </a:rPr>
              <a:t>You can also </a:t>
            </a:r>
            <a:r>
              <a:rPr lang="en-US" sz="1600" b="1" i="0" u="none" strike="noStrike" cap="none">
                <a:solidFill>
                  <a:schemeClr val="dk1"/>
                </a:solidFill>
                <a:latin typeface="Consolas"/>
                <a:ea typeface="Consolas"/>
                <a:cs typeface="Consolas"/>
                <a:sym typeface="Consolas"/>
              </a:rPr>
              <a:t>copy</a:t>
            </a:r>
            <a:r>
              <a:rPr lang="en-US" sz="1600" b="0" i="0" u="none" strike="noStrike" cap="none">
                <a:solidFill>
                  <a:schemeClr val="dk1"/>
                </a:solidFill>
                <a:latin typeface="Arial"/>
                <a:ea typeface="Arial"/>
                <a:cs typeface="Arial"/>
                <a:sym typeface="Arial"/>
              </a:rPr>
              <a:t> your </a:t>
            </a:r>
            <a:r>
              <a:rPr lang="en-US" sz="1600" b="1" i="0" u="none" strike="noStrike" cap="none">
                <a:solidFill>
                  <a:schemeClr val="dk1"/>
                </a:solidFill>
                <a:latin typeface="Consolas"/>
                <a:ea typeface="Consolas"/>
                <a:cs typeface="Consolas"/>
                <a:sym typeface="Consolas"/>
              </a:rPr>
              <a:t>config.env </a:t>
            </a:r>
            <a:r>
              <a:rPr lang="en-US" sz="1600" b="0" i="0" u="none" strike="noStrike" cap="none">
                <a:solidFill>
                  <a:schemeClr val="dk1"/>
                </a:solidFill>
                <a:latin typeface="Arial"/>
                <a:ea typeface="Arial"/>
                <a:cs typeface="Arial"/>
                <a:sym typeface="Arial"/>
              </a:rPr>
              <a:t>from </a:t>
            </a:r>
            <a:r>
              <a:rPr lang="en-US" sz="1600" b="1" i="0" u="none" strike="noStrike" cap="none">
                <a:solidFill>
                  <a:schemeClr val="dk1"/>
                </a:solidFill>
                <a:latin typeface="Consolas"/>
                <a:ea typeface="Consolas"/>
                <a:cs typeface="Consolas"/>
                <a:sym typeface="Consolas"/>
              </a:rPr>
              <a:t>example1</a:t>
            </a:r>
            <a:r>
              <a:rPr lang="en-US" sz="1600" b="0" i="0" u="none" strike="noStrike" cap="none">
                <a:solidFill>
                  <a:schemeClr val="dk1"/>
                </a:solidFill>
                <a:latin typeface="Arial"/>
                <a:ea typeface="Arial"/>
                <a:cs typeface="Arial"/>
                <a:sym typeface="Arial"/>
              </a:rPr>
              <a:t> folder.</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solidFill>
                  <a:schemeClr val="dk1"/>
                </a:solidFill>
                <a:latin typeface="Consolas"/>
                <a:ea typeface="Consolas"/>
                <a:cs typeface="Consolas"/>
                <a:sym typeface="Consolas"/>
              </a:rPr>
              <a:t>server.js </a:t>
            </a:r>
            <a:r>
              <a:rPr lang="en-US" sz="1600" b="0" i="0" u="none" strike="noStrike" cap="none">
                <a:solidFill>
                  <a:schemeClr val="dk1"/>
                </a:solidFill>
                <a:latin typeface="Arial"/>
                <a:ea typeface="Arial"/>
                <a:cs typeface="Arial"/>
                <a:sym typeface="Arial"/>
              </a:rPr>
              <a:t>file is created for you for the connection to MongoDB</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chemeClr val="dk1"/>
                </a:solidFill>
                <a:latin typeface="Arial"/>
                <a:ea typeface="Arial"/>
                <a:cs typeface="Arial"/>
                <a:sym typeface="Arial"/>
              </a:rPr>
              <a:t>We will still be using </a:t>
            </a:r>
            <a:r>
              <a:rPr lang="en-US" sz="1600" b="1" i="0" u="none" strike="noStrike" cap="none">
                <a:solidFill>
                  <a:schemeClr val="dk1"/>
                </a:solidFill>
                <a:latin typeface="Consolas"/>
                <a:ea typeface="Consolas"/>
                <a:cs typeface="Consolas"/>
                <a:sym typeface="Consolas"/>
              </a:rPr>
              <a:t>week10</a:t>
            </a:r>
            <a:r>
              <a:rPr lang="en-US" sz="1600" b="0" i="0" u="none" strike="noStrike" cap="none">
                <a:solidFill>
                  <a:schemeClr val="dk1"/>
                </a:solidFill>
                <a:latin typeface="Arial"/>
                <a:ea typeface="Arial"/>
                <a:cs typeface="Arial"/>
                <a:sym typeface="Arial"/>
              </a:rPr>
              <a:t> database in </a:t>
            </a:r>
            <a:r>
              <a:rPr lang="en-US" sz="1600" b="1" i="0" u="none" strike="noStrike" cap="none">
                <a:solidFill>
                  <a:schemeClr val="dk1"/>
                </a:solidFill>
                <a:latin typeface="Arial"/>
                <a:ea typeface="Arial"/>
                <a:cs typeface="Arial"/>
                <a:sym typeface="Arial"/>
              </a:rPr>
              <a:t>Atlas</a:t>
            </a:r>
            <a:r>
              <a:rPr lang="en-US" sz="1600" b="0" i="0" u="none" strike="noStrike" cap="none">
                <a:solidFill>
                  <a:schemeClr val="dk1"/>
                </a:solidFill>
                <a:latin typeface="Arial"/>
                <a:ea typeface="Arial"/>
                <a:cs typeface="Arial"/>
                <a:sym typeface="Arial"/>
              </a:rPr>
              <a:t> previously. The book model (schema) and these two files have been created for you.</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600"/>
              <a:buFont typeface="Arial"/>
              <a:buChar char="•"/>
            </a:pPr>
            <a:r>
              <a:rPr lang="en-US" sz="1600" b="1" i="0" u="none" strike="noStrike" cap="none">
                <a:solidFill>
                  <a:schemeClr val="dk1"/>
                </a:solidFill>
                <a:latin typeface="Consolas"/>
                <a:ea typeface="Consolas"/>
                <a:cs typeface="Consolas"/>
                <a:sym typeface="Consolas"/>
              </a:rPr>
              <a:t>books-routes.js </a:t>
            </a:r>
            <a:endParaRPr sz="1600" b="1" i="0" u="none" strike="noStrike" cap="none">
              <a:solidFill>
                <a:schemeClr val="dk1"/>
              </a:solidFill>
              <a:latin typeface="Consolas"/>
              <a:ea typeface="Consolas"/>
              <a:cs typeface="Consolas"/>
              <a:sym typeface="Consolas"/>
            </a:endParaRPr>
          </a:p>
          <a:p>
            <a:pPr marL="285750" marR="0" lvl="0" indent="-285750" algn="l" rtl="0">
              <a:lnSpc>
                <a:spcPct val="100000"/>
              </a:lnSpc>
              <a:spcBef>
                <a:spcPts val="0"/>
              </a:spcBef>
              <a:spcAft>
                <a:spcPts val="0"/>
              </a:spcAft>
              <a:buClr>
                <a:srgbClr val="000000"/>
              </a:buClr>
              <a:buSzPts val="1600"/>
              <a:buFont typeface="Arial"/>
              <a:buChar char="•"/>
            </a:pPr>
            <a:r>
              <a:rPr lang="en-US" sz="1600" b="1" i="0" u="none" strike="noStrike" cap="none">
                <a:solidFill>
                  <a:schemeClr val="dk1"/>
                </a:solidFill>
                <a:latin typeface="Consolas"/>
                <a:ea typeface="Consolas"/>
                <a:cs typeface="Consolas"/>
                <a:sym typeface="Consolas"/>
              </a:rPr>
              <a:t>books-controller.js </a:t>
            </a:r>
            <a:endParaRPr sz="1600" b="1" i="0" u="none" strike="noStrike" cap="none">
              <a:solidFill>
                <a:schemeClr val="dk1"/>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77420510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37"/>
        <p:cNvGrpSpPr/>
        <p:nvPr/>
      </p:nvGrpSpPr>
      <p:grpSpPr>
        <a:xfrm>
          <a:off x="0" y="0"/>
          <a:ext cx="0" cy="0"/>
          <a:chOff x="0" y="0"/>
          <a:chExt cx="0" cy="0"/>
        </a:xfrm>
      </p:grpSpPr>
      <p:sp>
        <p:nvSpPr>
          <p:cNvPr id="438" name="Google Shape;438;g36add0d6f41_1_409"/>
          <p:cNvSpPr txBox="1"/>
          <p:nvPr/>
        </p:nvSpPr>
        <p:spPr>
          <a:xfrm>
            <a:off x="228725" y="1499625"/>
            <a:ext cx="11717700" cy="5358300"/>
          </a:xfrm>
          <a:prstGeom prst="rect">
            <a:avLst/>
          </a:prstGeom>
          <a:noFill/>
          <a:ln>
            <a:noFill/>
          </a:ln>
        </p:spPr>
        <p:txBody>
          <a:bodyPr spcFirstLastPara="1" wrap="square" lIns="91425" tIns="91425" rIns="91425" bIns="91425" anchor="t" anchorCtr="0">
            <a:noAutofit/>
          </a:bodyPr>
          <a:lstStyle/>
          <a:p>
            <a:pPr marL="457200" marR="0" lvl="0" indent="-330200" rtl="0">
              <a:lnSpc>
                <a:spcPct val="100000"/>
              </a:lnSpc>
              <a:spcBef>
                <a:spcPts val="0"/>
              </a:spcBef>
              <a:spcAft>
                <a:spcPts val="0"/>
              </a:spcAft>
              <a:buClr>
                <a:schemeClr val="dk1"/>
              </a:buClr>
              <a:buSzPts val="1600"/>
              <a:buFont typeface="Arial"/>
              <a:buChar char="●"/>
            </a:pPr>
            <a:r>
              <a:rPr lang="en-US" sz="1600" b="0" i="0" u="none" strike="noStrike" cap="none" dirty="0">
                <a:solidFill>
                  <a:schemeClr val="dk1"/>
                </a:solidFill>
                <a:latin typeface="Arial"/>
                <a:ea typeface="Arial"/>
                <a:cs typeface="Arial"/>
                <a:sym typeface="Arial"/>
              </a:rPr>
              <a:t>In Node.js, modularization often follows the MVC (Model–View–Controller) pattern or similar architectural structures:</a:t>
            </a:r>
            <a:endParaRPr sz="1600" b="0" i="0" u="none" strike="noStrike" cap="none" dirty="0">
              <a:solidFill>
                <a:schemeClr val="dk1"/>
              </a:solidFill>
              <a:latin typeface="Arial"/>
              <a:ea typeface="Arial"/>
              <a:cs typeface="Arial"/>
              <a:sym typeface="Arial"/>
            </a:endParaRPr>
          </a:p>
          <a:p>
            <a:pPr marL="914400" marR="0" lvl="1" indent="-330200" rtl="0">
              <a:lnSpc>
                <a:spcPct val="100000"/>
              </a:lnSpc>
              <a:spcBef>
                <a:spcPts val="0"/>
              </a:spcBef>
              <a:spcAft>
                <a:spcPts val="0"/>
              </a:spcAft>
              <a:buClr>
                <a:schemeClr val="dk1"/>
              </a:buClr>
              <a:buSzPts val="1600"/>
              <a:buFont typeface="Arial"/>
              <a:buChar char="○"/>
            </a:pPr>
            <a:r>
              <a:rPr lang="en-US" sz="1600" b="0" i="0" u="none" strike="noStrike" cap="none" dirty="0">
                <a:solidFill>
                  <a:schemeClr val="dk1"/>
                </a:solidFill>
                <a:highlight>
                  <a:srgbClr val="FFFF00"/>
                </a:highlight>
                <a:latin typeface="Arial"/>
                <a:ea typeface="Arial"/>
                <a:cs typeface="Arial"/>
                <a:sym typeface="Arial"/>
              </a:rPr>
              <a:t>Routes</a:t>
            </a:r>
            <a:r>
              <a:rPr lang="en-US" sz="1600" b="0" i="0" u="none" strike="noStrike" cap="none" dirty="0">
                <a:solidFill>
                  <a:schemeClr val="dk1"/>
                </a:solidFill>
                <a:latin typeface="Arial"/>
                <a:ea typeface="Arial"/>
                <a:cs typeface="Arial"/>
                <a:sym typeface="Arial"/>
              </a:rPr>
              <a:t> – Define URL endpoints and map them to the appropriate controller functions.</a:t>
            </a:r>
          </a:p>
          <a:p>
            <a:pPr marL="914400" lvl="1" indent="-330200">
              <a:buClr>
                <a:schemeClr val="dk1"/>
              </a:buClr>
              <a:buSzPts val="1600"/>
              <a:buFont typeface="Arial"/>
              <a:buChar char="○"/>
            </a:pPr>
            <a:r>
              <a:rPr lang="en-US" sz="1600" dirty="0">
                <a:solidFill>
                  <a:schemeClr val="dk1"/>
                </a:solidFill>
                <a:highlight>
                  <a:srgbClr val="FFFF00"/>
                </a:highlight>
              </a:rPr>
              <a:t>Controllers</a:t>
            </a:r>
            <a:r>
              <a:rPr lang="en-US" sz="1600" dirty="0">
                <a:solidFill>
                  <a:schemeClr val="dk1"/>
                </a:solidFill>
              </a:rPr>
              <a:t> – Contain the application logic, acting as the bridge between models and views.</a:t>
            </a:r>
            <a:endParaRPr lang="en-US" sz="1600" b="0" i="0" u="none" strike="noStrike" cap="none" dirty="0">
              <a:solidFill>
                <a:schemeClr val="dk1"/>
              </a:solidFill>
              <a:latin typeface="Arial"/>
              <a:ea typeface="Arial"/>
              <a:cs typeface="Arial"/>
              <a:sym typeface="Arial"/>
            </a:endParaRPr>
          </a:p>
          <a:p>
            <a:pPr marL="914400" lvl="1" indent="-330200">
              <a:buClr>
                <a:schemeClr val="dk1"/>
              </a:buClr>
              <a:buSzPts val="1600"/>
              <a:buFont typeface="Arial"/>
              <a:buChar char="○"/>
            </a:pPr>
            <a:r>
              <a:rPr lang="en-US" sz="1600" dirty="0">
                <a:solidFill>
                  <a:schemeClr val="dk1"/>
                </a:solidFill>
                <a:highlight>
                  <a:srgbClr val="FFFF00"/>
                </a:highlight>
              </a:rPr>
              <a:t>Models </a:t>
            </a:r>
            <a:r>
              <a:rPr lang="en-US" sz="1600" dirty="0">
                <a:solidFill>
                  <a:schemeClr val="dk1"/>
                </a:solidFill>
              </a:rPr>
              <a:t>– Handle data-related operations, such as reading from or writing to files or databases.</a:t>
            </a:r>
          </a:p>
          <a:p>
            <a:pPr marL="914400" lvl="1" indent="-330200">
              <a:buClr>
                <a:schemeClr val="dk1"/>
              </a:buClr>
              <a:buSzPts val="1600"/>
              <a:buFont typeface="Arial"/>
              <a:buChar char="○"/>
            </a:pPr>
            <a:r>
              <a:rPr lang="en-US" sz="1600" dirty="0">
                <a:solidFill>
                  <a:schemeClr val="dk1"/>
                </a:solidFill>
                <a:highlight>
                  <a:srgbClr val="FFFF00"/>
                </a:highlight>
              </a:rPr>
              <a:t>Data</a:t>
            </a:r>
            <a:r>
              <a:rPr lang="en-US" sz="1600" dirty="0">
                <a:solidFill>
                  <a:schemeClr val="dk1"/>
                </a:solidFill>
              </a:rPr>
              <a:t> – Refers to stored files or datasets that support the application (e.g., JSON files or configuration data).</a:t>
            </a:r>
          </a:p>
          <a:p>
            <a:pPr marL="914400" lvl="1" indent="-330200">
              <a:buClr>
                <a:schemeClr val="dk1"/>
              </a:buClr>
              <a:buSzPts val="1600"/>
              <a:buFont typeface="Arial"/>
              <a:buChar char="○"/>
            </a:pPr>
            <a:r>
              <a:rPr lang="en-US" sz="1600" dirty="0">
                <a:solidFill>
                  <a:schemeClr val="dk1"/>
                </a:solidFill>
                <a:highlight>
                  <a:srgbClr val="FFFF00"/>
                </a:highlight>
              </a:rPr>
              <a:t>Views </a:t>
            </a:r>
            <a:r>
              <a:rPr lang="en-US" sz="1600" dirty="0">
                <a:solidFill>
                  <a:schemeClr val="dk1"/>
                </a:solidFill>
              </a:rPr>
              <a:t>– Define how data is presented to users, typically using templating engines like EJS.</a:t>
            </a:r>
          </a:p>
          <a:p>
            <a:pPr marL="0" marR="0" lvl="0" indent="0" rtl="0">
              <a:lnSpc>
                <a:spcPct val="100000"/>
              </a:lnSpc>
              <a:spcBef>
                <a:spcPts val="0"/>
              </a:spcBef>
              <a:spcAft>
                <a:spcPts val="0"/>
              </a:spcAft>
              <a:buClr>
                <a:srgbClr val="000000"/>
              </a:buClr>
              <a:buSzPts val="1600"/>
              <a:buFont typeface="Arial"/>
              <a:buNone/>
            </a:pPr>
            <a:endParaRPr sz="1600" b="0" i="0" u="none" strike="noStrike" cap="none" dirty="0">
              <a:solidFill>
                <a:schemeClr val="dk1"/>
              </a:solidFill>
              <a:latin typeface="Arial"/>
              <a:ea typeface="Arial"/>
              <a:cs typeface="Arial"/>
              <a:sym typeface="Arial"/>
            </a:endParaRPr>
          </a:p>
          <a:p>
            <a:pPr marL="457200" marR="0" lvl="0" indent="-330200" rtl="0">
              <a:lnSpc>
                <a:spcPct val="100000"/>
              </a:lnSpc>
              <a:spcBef>
                <a:spcPts val="0"/>
              </a:spcBef>
              <a:spcAft>
                <a:spcPts val="0"/>
              </a:spcAft>
              <a:buClr>
                <a:schemeClr val="dk1"/>
              </a:buClr>
              <a:buSzPts val="1600"/>
              <a:buFont typeface="Arial"/>
              <a:buChar char="●"/>
            </a:pPr>
            <a:r>
              <a:rPr lang="en-US" sz="1600" b="0" i="0" u="none" strike="noStrike" cap="none" dirty="0">
                <a:solidFill>
                  <a:schemeClr val="dk1"/>
                </a:solidFill>
                <a:latin typeface="Arial"/>
                <a:ea typeface="Arial"/>
                <a:cs typeface="Arial"/>
                <a:sym typeface="Arial"/>
              </a:rPr>
              <a:t>Models, Views, Controllers, Routes, and Data are typically organized into separate subfolders within a project to group code files based on their specific responsibilities. The diagram below illustrates how the code in these respective folders interact with one another (see Figure 1).</a:t>
            </a:r>
            <a:endParaRPr sz="1600" b="0" i="0" u="none" strike="noStrike" cap="none" dirty="0">
              <a:solidFill>
                <a:schemeClr val="dk1"/>
              </a:solidFill>
              <a:latin typeface="Arial"/>
              <a:ea typeface="Arial"/>
              <a:cs typeface="Arial"/>
              <a:sym typeface="Arial"/>
            </a:endParaRPr>
          </a:p>
          <a:p>
            <a:pPr marL="0" marR="0" lvl="0" indent="0" rtl="0">
              <a:lnSpc>
                <a:spcPct val="100000"/>
              </a:lnSpc>
              <a:spcBef>
                <a:spcPts val="0"/>
              </a:spcBef>
              <a:spcAft>
                <a:spcPts val="0"/>
              </a:spcAft>
              <a:buClr>
                <a:srgbClr val="000000"/>
              </a:buClr>
              <a:buSzPts val="1600"/>
              <a:buFont typeface="Arial"/>
              <a:buNone/>
            </a:pPr>
            <a:endParaRPr sz="1600" b="0" i="0" u="none" strike="noStrike" cap="none" dirty="0">
              <a:solidFill>
                <a:srgbClr val="000000"/>
              </a:solidFill>
              <a:latin typeface="Arial"/>
              <a:ea typeface="Arial"/>
              <a:cs typeface="Arial"/>
              <a:sym typeface="Arial"/>
            </a:endParaRPr>
          </a:p>
        </p:txBody>
      </p:sp>
      <p:sp>
        <p:nvSpPr>
          <p:cNvPr id="439" name="Google Shape;439;g36add0d6f41_1_409"/>
          <p:cNvSpPr/>
          <p:nvPr/>
        </p:nvSpPr>
        <p:spPr>
          <a:xfrm>
            <a:off x="228600" y="808175"/>
            <a:ext cx="117177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Clr>
                <a:srgbClr val="000000"/>
              </a:buClr>
              <a:buSzPts val="2400"/>
              <a:buFont typeface="Arial"/>
              <a:buNone/>
            </a:pPr>
            <a:r>
              <a:rPr lang="en-US" sz="2400" b="1" i="0" u="none" strike="noStrike" cap="none" dirty="0">
                <a:solidFill>
                  <a:srgbClr val="11175E"/>
                </a:solidFill>
                <a:highlight>
                  <a:srgbClr val="FFFF00"/>
                </a:highlight>
                <a:latin typeface="Arial"/>
                <a:ea typeface="Arial"/>
                <a:cs typeface="Arial"/>
                <a:sym typeface="Arial"/>
              </a:rPr>
              <a:t>Modularization - Using the MVC (Model-View-Controller) Pattern</a:t>
            </a:r>
            <a:endParaRPr sz="2400" b="1" i="0" u="none" strike="noStrike" cap="none" dirty="0">
              <a:solidFill>
                <a:srgbClr val="11175E"/>
              </a:solidFill>
              <a:highlight>
                <a:srgbClr val="FFFF00"/>
              </a:highlight>
              <a:latin typeface="Arial"/>
              <a:ea typeface="Arial"/>
              <a:cs typeface="Arial"/>
              <a:sym typeface="Arial"/>
            </a:endParaRPr>
          </a:p>
        </p:txBody>
      </p:sp>
      <p:sp>
        <p:nvSpPr>
          <p:cNvPr id="440" name="Google Shape;440;g36add0d6f41_1_409"/>
          <p:cNvSpPr txBox="1"/>
          <p:nvPr/>
        </p:nvSpPr>
        <p:spPr>
          <a:xfrm>
            <a:off x="5389625" y="6431646"/>
            <a:ext cx="952500" cy="4002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1" i="0" u="sng" strike="noStrike" cap="none" dirty="0">
                <a:solidFill>
                  <a:srgbClr val="000000"/>
                </a:solidFill>
                <a:latin typeface="Arial"/>
                <a:ea typeface="Arial"/>
                <a:cs typeface="Arial"/>
                <a:sym typeface="Arial"/>
              </a:rPr>
              <a:t>Figure 1</a:t>
            </a:r>
            <a:endParaRPr sz="1400" b="1" i="0" u="sng" strike="noStrike" cap="none" dirty="0">
              <a:solidFill>
                <a:srgbClr val="000000"/>
              </a:solidFill>
              <a:latin typeface="Arial"/>
              <a:ea typeface="Arial"/>
              <a:cs typeface="Arial"/>
              <a:sym typeface="Arial"/>
            </a:endParaRPr>
          </a:p>
        </p:txBody>
      </p:sp>
      <p:sp>
        <p:nvSpPr>
          <p:cNvPr id="441" name="Google Shape;441;g36add0d6f41_1_409"/>
          <p:cNvSpPr txBox="1"/>
          <p:nvPr/>
        </p:nvSpPr>
        <p:spPr>
          <a:xfrm rot="-941">
            <a:off x="685800" y="4897875"/>
            <a:ext cx="10959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Incoming HTTP Request</a:t>
            </a:r>
            <a:endParaRPr sz="1000" b="0" i="0" u="none" strike="noStrike" cap="none">
              <a:solidFill>
                <a:srgbClr val="000000"/>
              </a:solidFill>
              <a:latin typeface="Arial"/>
              <a:ea typeface="Arial"/>
              <a:cs typeface="Arial"/>
              <a:sym typeface="Arial"/>
            </a:endParaRPr>
          </a:p>
        </p:txBody>
      </p:sp>
      <p:grpSp>
        <p:nvGrpSpPr>
          <p:cNvPr id="442" name="Google Shape;442;g36add0d6f41_1_409"/>
          <p:cNvGrpSpPr/>
          <p:nvPr/>
        </p:nvGrpSpPr>
        <p:grpSpPr>
          <a:xfrm>
            <a:off x="4304401" y="4832025"/>
            <a:ext cx="2671145" cy="1408454"/>
            <a:chOff x="4304402" y="4908225"/>
            <a:chExt cx="2671145" cy="1408454"/>
          </a:xfrm>
        </p:grpSpPr>
        <p:sp>
          <p:nvSpPr>
            <p:cNvPr id="443" name="Google Shape;443;g36add0d6f41_1_409"/>
            <p:cNvSpPr/>
            <p:nvPr/>
          </p:nvSpPr>
          <p:spPr>
            <a:xfrm>
              <a:off x="5611013" y="4908225"/>
              <a:ext cx="1095900" cy="624300"/>
            </a:xfrm>
            <a:prstGeom prst="roundRect">
              <a:avLst>
                <a:gd name="adj" fmla="val 16667"/>
              </a:avLst>
            </a:prstGeom>
            <a:solidFill>
              <a:srgbClr val="F9CB9C"/>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dirty="0">
                  <a:solidFill>
                    <a:srgbClr val="000000"/>
                  </a:solidFill>
                  <a:latin typeface="Arial"/>
                  <a:ea typeface="Arial"/>
                  <a:cs typeface="Arial"/>
                  <a:sym typeface="Arial"/>
                </a:rPr>
                <a:t>Controller</a:t>
              </a:r>
            </a:p>
          </p:txBody>
        </p:sp>
        <p:cxnSp>
          <p:nvCxnSpPr>
            <p:cNvPr id="444" name="Google Shape;444;g36add0d6f41_1_409"/>
            <p:cNvCxnSpPr>
              <a:stCxn id="445" idx="3"/>
              <a:endCxn id="443" idx="1"/>
            </p:cNvCxnSpPr>
            <p:nvPr/>
          </p:nvCxnSpPr>
          <p:spPr>
            <a:xfrm>
              <a:off x="4304402" y="5220375"/>
              <a:ext cx="1306500" cy="0"/>
            </a:xfrm>
            <a:prstGeom prst="straightConnector1">
              <a:avLst/>
            </a:prstGeom>
            <a:noFill/>
            <a:ln w="19050" cap="flat" cmpd="sng">
              <a:solidFill>
                <a:srgbClr val="0000FF"/>
              </a:solidFill>
              <a:prstDash val="solid"/>
              <a:round/>
              <a:headEnd type="triangle" w="med" len="med"/>
              <a:tailEnd type="triangle" w="med" len="med"/>
            </a:ln>
          </p:spPr>
        </p:cxnSp>
        <p:sp>
          <p:nvSpPr>
            <p:cNvPr id="446" name="Google Shape;446;g36add0d6f41_1_409"/>
            <p:cNvSpPr txBox="1"/>
            <p:nvPr/>
          </p:nvSpPr>
          <p:spPr>
            <a:xfrm rot="-1895">
              <a:off x="5342497" y="5515829"/>
              <a:ext cx="1632900" cy="8004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dirty="0">
                  <a:solidFill>
                    <a:srgbClr val="000000"/>
                  </a:solidFill>
                  <a:latin typeface="Arial"/>
                  <a:ea typeface="Arial"/>
                  <a:cs typeface="Arial"/>
                  <a:sym typeface="Arial"/>
                </a:rPr>
                <a:t>Process the task</a:t>
              </a:r>
              <a:r>
                <a:rPr lang="en-US" sz="1000" dirty="0"/>
                <a:t>s</a:t>
              </a:r>
              <a:r>
                <a:rPr lang="en-US" sz="1000" b="0" i="0" u="none" strike="noStrike" cap="none" dirty="0">
                  <a:solidFill>
                    <a:srgbClr val="000000"/>
                  </a:solidFill>
                  <a:latin typeface="Arial"/>
                  <a:ea typeface="Arial"/>
                  <a:cs typeface="Arial"/>
                  <a:sym typeface="Arial"/>
                </a:rPr>
                <a:t> assigned and determine the appropriate responses.</a:t>
              </a:r>
              <a:endParaRPr sz="1000" b="0" i="0" u="none" strike="noStrike" cap="none" dirty="0">
                <a:solidFill>
                  <a:srgbClr val="000000"/>
                </a:solidFill>
                <a:latin typeface="Arial"/>
                <a:ea typeface="Arial"/>
                <a:cs typeface="Arial"/>
                <a:sym typeface="Arial"/>
              </a:endParaRPr>
            </a:p>
          </p:txBody>
        </p:sp>
      </p:grpSp>
      <p:grpSp>
        <p:nvGrpSpPr>
          <p:cNvPr id="447" name="Google Shape;447;g36add0d6f41_1_409"/>
          <p:cNvGrpSpPr/>
          <p:nvPr/>
        </p:nvGrpSpPr>
        <p:grpSpPr>
          <a:xfrm>
            <a:off x="6706912" y="5144175"/>
            <a:ext cx="2503648" cy="1659755"/>
            <a:chOff x="6706912" y="5144175"/>
            <a:chExt cx="2503648" cy="1659755"/>
          </a:xfrm>
        </p:grpSpPr>
        <p:sp>
          <p:nvSpPr>
            <p:cNvPr id="448" name="Google Shape;448;g36add0d6f41_1_409"/>
            <p:cNvSpPr/>
            <p:nvPr/>
          </p:nvSpPr>
          <p:spPr>
            <a:xfrm>
              <a:off x="8013538" y="5532525"/>
              <a:ext cx="1095900" cy="624300"/>
            </a:xfrm>
            <a:prstGeom prst="roundRect">
              <a:avLst>
                <a:gd name="adj" fmla="val 16667"/>
              </a:avLst>
            </a:prstGeom>
            <a:solidFill>
              <a:srgbClr val="9FC5E8"/>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dirty="0">
                  <a:solidFill>
                    <a:srgbClr val="000000"/>
                  </a:solidFill>
                  <a:latin typeface="Arial"/>
                  <a:ea typeface="Arial"/>
                  <a:cs typeface="Arial"/>
                  <a:sym typeface="Arial"/>
                </a:rPr>
                <a:t>Views</a:t>
              </a:r>
              <a:endParaRPr sz="1400" b="0" i="0" u="none" strike="noStrike" cap="none" dirty="0">
                <a:solidFill>
                  <a:srgbClr val="000000"/>
                </a:solidFill>
                <a:latin typeface="Arial"/>
                <a:ea typeface="Arial"/>
                <a:cs typeface="Arial"/>
                <a:sym typeface="Arial"/>
              </a:endParaRPr>
            </a:p>
          </p:txBody>
        </p:sp>
        <p:cxnSp>
          <p:nvCxnSpPr>
            <p:cNvPr id="449" name="Google Shape;449;g36add0d6f41_1_409"/>
            <p:cNvCxnSpPr>
              <a:stCxn id="443" idx="3"/>
            </p:cNvCxnSpPr>
            <p:nvPr/>
          </p:nvCxnSpPr>
          <p:spPr>
            <a:xfrm>
              <a:off x="6706912" y="5144175"/>
              <a:ext cx="1306500" cy="703500"/>
            </a:xfrm>
            <a:prstGeom prst="straightConnector1">
              <a:avLst/>
            </a:prstGeom>
            <a:noFill/>
            <a:ln w="19050" cap="flat" cmpd="sng">
              <a:solidFill>
                <a:srgbClr val="0000FF"/>
              </a:solidFill>
              <a:prstDash val="solid"/>
              <a:round/>
              <a:headEnd type="triangle" w="med" len="med"/>
              <a:tailEnd type="triangle" w="med" len="med"/>
            </a:ln>
          </p:spPr>
        </p:cxnSp>
        <p:sp>
          <p:nvSpPr>
            <p:cNvPr id="450" name="Google Shape;450;g36add0d6f41_1_409"/>
            <p:cNvSpPr txBox="1"/>
            <p:nvPr/>
          </p:nvSpPr>
          <p:spPr>
            <a:xfrm rot="-1589">
              <a:off x="7912611" y="6157130"/>
              <a:ext cx="1297800" cy="6465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dirty="0">
                  <a:solidFill>
                    <a:srgbClr val="000000"/>
                  </a:solidFill>
                  <a:latin typeface="Arial"/>
                  <a:ea typeface="Arial"/>
                  <a:cs typeface="Arial"/>
                  <a:sym typeface="Arial"/>
                </a:rPr>
                <a:t>Perform tasks related to rendering HTML pages.</a:t>
              </a:r>
              <a:endParaRPr sz="1000" b="0" i="0" u="none" strike="noStrike" cap="none" dirty="0">
                <a:solidFill>
                  <a:srgbClr val="000000"/>
                </a:solidFill>
                <a:latin typeface="Arial"/>
                <a:ea typeface="Arial"/>
                <a:cs typeface="Arial"/>
                <a:sym typeface="Arial"/>
              </a:endParaRPr>
            </a:p>
          </p:txBody>
        </p:sp>
      </p:grpSp>
      <p:grpSp>
        <p:nvGrpSpPr>
          <p:cNvPr id="451" name="Google Shape;451;g36add0d6f41_1_409"/>
          <p:cNvGrpSpPr/>
          <p:nvPr/>
        </p:nvGrpSpPr>
        <p:grpSpPr>
          <a:xfrm>
            <a:off x="6706912" y="4131525"/>
            <a:ext cx="2531038" cy="1260005"/>
            <a:chOff x="6738750" y="4283925"/>
            <a:chExt cx="2531038" cy="1260005"/>
          </a:xfrm>
        </p:grpSpPr>
        <p:sp>
          <p:nvSpPr>
            <p:cNvPr id="452" name="Google Shape;452;g36add0d6f41_1_409"/>
            <p:cNvSpPr/>
            <p:nvPr/>
          </p:nvSpPr>
          <p:spPr>
            <a:xfrm>
              <a:off x="8013538" y="4283925"/>
              <a:ext cx="1095900" cy="624300"/>
            </a:xfrm>
            <a:prstGeom prst="roundRect">
              <a:avLst>
                <a:gd name="adj" fmla="val 16667"/>
              </a:avLst>
            </a:prstGeom>
            <a:solidFill>
              <a:srgbClr val="EA9999"/>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dirty="0">
                  <a:solidFill>
                    <a:srgbClr val="000000"/>
                  </a:solidFill>
                  <a:latin typeface="Arial"/>
                  <a:ea typeface="Arial"/>
                  <a:cs typeface="Arial"/>
                  <a:sym typeface="Arial"/>
                </a:rPr>
                <a:t>Model</a:t>
              </a:r>
            </a:p>
          </p:txBody>
        </p:sp>
        <p:cxnSp>
          <p:nvCxnSpPr>
            <p:cNvPr id="453" name="Google Shape;453;g36add0d6f41_1_409"/>
            <p:cNvCxnSpPr>
              <a:stCxn id="443" idx="3"/>
              <a:endCxn id="452" idx="1"/>
            </p:cNvCxnSpPr>
            <p:nvPr/>
          </p:nvCxnSpPr>
          <p:spPr>
            <a:xfrm rot="10800000" flipH="1">
              <a:off x="6738750" y="4596075"/>
              <a:ext cx="1274700" cy="700500"/>
            </a:xfrm>
            <a:prstGeom prst="straightConnector1">
              <a:avLst/>
            </a:prstGeom>
            <a:noFill/>
            <a:ln w="19050" cap="flat" cmpd="sng">
              <a:solidFill>
                <a:srgbClr val="0000FF"/>
              </a:solidFill>
              <a:prstDash val="solid"/>
              <a:round/>
              <a:headEnd type="triangle" w="med" len="med"/>
              <a:tailEnd type="triangle" w="med" len="med"/>
            </a:ln>
          </p:spPr>
        </p:cxnSp>
        <p:sp>
          <p:nvSpPr>
            <p:cNvPr id="454" name="Google Shape;454;g36add0d6f41_1_409"/>
            <p:cNvSpPr txBox="1"/>
            <p:nvPr/>
          </p:nvSpPr>
          <p:spPr>
            <a:xfrm rot="-1456">
              <a:off x="7853351" y="4897130"/>
              <a:ext cx="1416300" cy="6465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dirty="0">
                  <a:solidFill>
                    <a:srgbClr val="000000"/>
                  </a:solidFill>
                  <a:latin typeface="Arial"/>
                  <a:ea typeface="Arial"/>
                  <a:cs typeface="Arial"/>
                  <a:sym typeface="Arial"/>
                </a:rPr>
                <a:t>Perform tasks related to processing of data from Controller.</a:t>
              </a:r>
              <a:endParaRPr sz="1000" b="0" i="0" u="none" strike="noStrike" cap="none" dirty="0">
                <a:solidFill>
                  <a:srgbClr val="000000"/>
                </a:solidFill>
                <a:latin typeface="Arial"/>
                <a:ea typeface="Arial"/>
                <a:cs typeface="Arial"/>
                <a:sym typeface="Arial"/>
              </a:endParaRPr>
            </a:p>
          </p:txBody>
        </p:sp>
      </p:grpSp>
      <p:grpSp>
        <p:nvGrpSpPr>
          <p:cNvPr id="455" name="Google Shape;455;g36add0d6f41_1_409"/>
          <p:cNvGrpSpPr/>
          <p:nvPr/>
        </p:nvGrpSpPr>
        <p:grpSpPr>
          <a:xfrm>
            <a:off x="1781701" y="4832025"/>
            <a:ext cx="2773022" cy="1307293"/>
            <a:chOff x="1781701" y="4908225"/>
            <a:chExt cx="2773022" cy="1307293"/>
          </a:xfrm>
        </p:grpSpPr>
        <p:sp>
          <p:nvSpPr>
            <p:cNvPr id="445" name="Google Shape;445;g36add0d6f41_1_409"/>
            <p:cNvSpPr/>
            <p:nvPr/>
          </p:nvSpPr>
          <p:spPr>
            <a:xfrm>
              <a:off x="3208501" y="4908225"/>
              <a:ext cx="1095900" cy="624300"/>
            </a:xfrm>
            <a:prstGeom prst="roundRect">
              <a:avLst>
                <a:gd name="adj" fmla="val 16667"/>
              </a:avLst>
            </a:prstGeom>
            <a:solidFill>
              <a:srgbClr val="B6D7A8"/>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dirty="0">
                  <a:solidFill>
                    <a:srgbClr val="000000"/>
                  </a:solidFill>
                  <a:latin typeface="Arial"/>
                  <a:ea typeface="Arial"/>
                  <a:cs typeface="Arial"/>
                  <a:sym typeface="Arial"/>
                </a:rPr>
                <a:t>Routes</a:t>
              </a:r>
              <a:endParaRPr sz="1400" b="0" i="0" u="none" strike="noStrike" cap="none" dirty="0">
                <a:solidFill>
                  <a:srgbClr val="000000"/>
                </a:solidFill>
                <a:latin typeface="Arial"/>
                <a:ea typeface="Arial"/>
                <a:cs typeface="Arial"/>
                <a:sym typeface="Arial"/>
              </a:endParaRPr>
            </a:p>
          </p:txBody>
        </p:sp>
        <p:cxnSp>
          <p:nvCxnSpPr>
            <p:cNvPr id="456" name="Google Shape;456;g36add0d6f41_1_409"/>
            <p:cNvCxnSpPr>
              <a:endCxn id="445" idx="1"/>
            </p:cNvCxnSpPr>
            <p:nvPr/>
          </p:nvCxnSpPr>
          <p:spPr>
            <a:xfrm>
              <a:off x="1781701" y="5220375"/>
              <a:ext cx="1426800" cy="0"/>
            </a:xfrm>
            <a:prstGeom prst="straightConnector1">
              <a:avLst/>
            </a:prstGeom>
            <a:noFill/>
            <a:ln w="19050" cap="flat" cmpd="sng">
              <a:solidFill>
                <a:srgbClr val="0000FF"/>
              </a:solidFill>
              <a:prstDash val="solid"/>
              <a:round/>
              <a:headEnd type="none" w="sm" len="sm"/>
              <a:tailEnd type="triangle" w="med" len="med"/>
            </a:ln>
          </p:spPr>
        </p:cxnSp>
        <p:sp>
          <p:nvSpPr>
            <p:cNvPr id="457" name="Google Shape;457;g36add0d6f41_1_409"/>
            <p:cNvSpPr txBox="1"/>
            <p:nvPr/>
          </p:nvSpPr>
          <p:spPr>
            <a:xfrm rot="-1311">
              <a:off x="2981400" y="5568718"/>
              <a:ext cx="1573200" cy="6465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Process the requests and delegate it to function in the Controller</a:t>
              </a:r>
              <a:endParaRPr sz="1000" b="0" i="0" u="none" strike="noStrike" cap="none">
                <a:solidFill>
                  <a:srgbClr val="000000"/>
                </a:solidFill>
                <a:latin typeface="Arial"/>
                <a:ea typeface="Arial"/>
                <a:cs typeface="Arial"/>
                <a:sym typeface="Arial"/>
              </a:endParaRPr>
            </a:p>
          </p:txBody>
        </p:sp>
      </p:grpSp>
      <p:grpSp>
        <p:nvGrpSpPr>
          <p:cNvPr id="458" name="Google Shape;458;g36add0d6f41_1_409"/>
          <p:cNvGrpSpPr/>
          <p:nvPr/>
        </p:nvGrpSpPr>
        <p:grpSpPr>
          <a:xfrm>
            <a:off x="9077600" y="4131525"/>
            <a:ext cx="2531034" cy="1117517"/>
            <a:chOff x="9077600" y="4131525"/>
            <a:chExt cx="2531034" cy="1117517"/>
          </a:xfrm>
        </p:grpSpPr>
        <p:sp>
          <p:nvSpPr>
            <p:cNvPr id="459" name="Google Shape;459;g36add0d6f41_1_409"/>
            <p:cNvSpPr/>
            <p:nvPr/>
          </p:nvSpPr>
          <p:spPr>
            <a:xfrm>
              <a:off x="10407238" y="4131525"/>
              <a:ext cx="1095900" cy="624300"/>
            </a:xfrm>
            <a:prstGeom prst="roundRect">
              <a:avLst>
                <a:gd name="adj" fmla="val 16667"/>
              </a:avLst>
            </a:prstGeom>
            <a:solidFill>
              <a:srgbClr val="EA9999"/>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dirty="0">
                  <a:solidFill>
                    <a:srgbClr val="000000"/>
                  </a:solidFill>
                  <a:latin typeface="Arial"/>
                  <a:ea typeface="Arial"/>
                  <a:cs typeface="Arial"/>
                  <a:sym typeface="Arial"/>
                </a:rPr>
                <a:t>Data</a:t>
              </a:r>
              <a:endParaRPr sz="1400" b="0" i="0" u="none" strike="noStrike" cap="none" dirty="0">
                <a:solidFill>
                  <a:srgbClr val="000000"/>
                </a:solidFill>
                <a:latin typeface="Arial"/>
                <a:ea typeface="Arial"/>
                <a:cs typeface="Arial"/>
                <a:sym typeface="Arial"/>
              </a:endParaRPr>
            </a:p>
          </p:txBody>
        </p:sp>
        <p:cxnSp>
          <p:nvCxnSpPr>
            <p:cNvPr id="460" name="Google Shape;460;g36add0d6f41_1_409"/>
            <p:cNvCxnSpPr>
              <a:stCxn id="452" idx="3"/>
              <a:endCxn id="459" idx="1"/>
            </p:cNvCxnSpPr>
            <p:nvPr/>
          </p:nvCxnSpPr>
          <p:spPr>
            <a:xfrm>
              <a:off x="9077600" y="4443675"/>
              <a:ext cx="1329600" cy="0"/>
            </a:xfrm>
            <a:prstGeom prst="straightConnector1">
              <a:avLst/>
            </a:prstGeom>
            <a:noFill/>
            <a:ln w="19050" cap="flat" cmpd="sng">
              <a:solidFill>
                <a:srgbClr val="0000FF"/>
              </a:solidFill>
              <a:prstDash val="solid"/>
              <a:round/>
              <a:headEnd type="triangle" w="med" len="med"/>
              <a:tailEnd type="triangle" w="med" len="med"/>
            </a:ln>
          </p:spPr>
        </p:cxnSp>
        <p:sp>
          <p:nvSpPr>
            <p:cNvPr id="461" name="Google Shape;461;g36add0d6f41_1_409"/>
            <p:cNvSpPr txBox="1"/>
            <p:nvPr/>
          </p:nvSpPr>
          <p:spPr>
            <a:xfrm rot="-1541">
              <a:off x="10270224" y="4756142"/>
              <a:ext cx="13383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Providing and storing data.</a:t>
              </a:r>
              <a:endParaRPr sz="1000" b="0" i="0" u="none" strike="noStrike" cap="none">
                <a:solidFill>
                  <a:srgbClr val="000000"/>
                </a:solidFill>
                <a:latin typeface="Arial"/>
                <a:ea typeface="Arial"/>
                <a:cs typeface="Arial"/>
                <a:sym typeface="Arial"/>
              </a:endParaRPr>
            </a:p>
          </p:txBody>
        </p:sp>
      </p:grpSp>
      <p:sp>
        <p:nvSpPr>
          <p:cNvPr id="462" name="Google Shape;462;g36add0d6f41_1_409"/>
          <p:cNvSpPr txBox="1"/>
          <p:nvPr/>
        </p:nvSpPr>
        <p:spPr>
          <a:xfrm>
            <a:off x="11503025" y="6492900"/>
            <a:ext cx="457200" cy="3651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sz="1300">
                <a:solidFill>
                  <a:srgbClr val="888888"/>
                </a:solidFill>
              </a:rPr>
              <a:t>31</a:t>
            </a:fld>
            <a:endParaRPr sz="1300">
              <a:solidFill>
                <a:srgbClr val="888888"/>
              </a:solidFill>
            </a:endParaRPr>
          </a:p>
        </p:txBody>
      </p:sp>
    </p:spTree>
    <p:extLst>
      <p:ext uri="{BB962C8B-B14F-4D97-AF65-F5344CB8AC3E}">
        <p14:creationId xmlns:p14="http://schemas.microsoft.com/office/powerpoint/2010/main" val="17199325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37">
          <a:extLst>
            <a:ext uri="{FF2B5EF4-FFF2-40B4-BE49-F238E27FC236}">
              <a16:creationId xmlns:a16="http://schemas.microsoft.com/office/drawing/2014/main" id="{46DAA1BB-FFFF-E6CA-0208-D1CF4ADE30FD}"/>
            </a:ext>
          </a:extLst>
        </p:cNvPr>
        <p:cNvGrpSpPr/>
        <p:nvPr/>
      </p:nvGrpSpPr>
      <p:grpSpPr>
        <a:xfrm>
          <a:off x="0" y="0"/>
          <a:ext cx="0" cy="0"/>
          <a:chOff x="0" y="0"/>
          <a:chExt cx="0" cy="0"/>
        </a:xfrm>
      </p:grpSpPr>
      <p:sp>
        <p:nvSpPr>
          <p:cNvPr id="438" name="Google Shape;438;g36add0d6f41_1_409">
            <a:extLst>
              <a:ext uri="{FF2B5EF4-FFF2-40B4-BE49-F238E27FC236}">
                <a16:creationId xmlns:a16="http://schemas.microsoft.com/office/drawing/2014/main" id="{ACF1A920-DE0A-40FF-40D4-BCCA6F668BB4}"/>
              </a:ext>
            </a:extLst>
          </p:cNvPr>
          <p:cNvSpPr txBox="1"/>
          <p:nvPr/>
        </p:nvSpPr>
        <p:spPr>
          <a:xfrm>
            <a:off x="228725" y="1499625"/>
            <a:ext cx="11717700" cy="858604"/>
          </a:xfrm>
          <a:prstGeom prst="rect">
            <a:avLst/>
          </a:prstGeom>
          <a:noFill/>
          <a:ln>
            <a:noFill/>
          </a:ln>
        </p:spPr>
        <p:txBody>
          <a:bodyPr spcFirstLastPara="1" wrap="square" lIns="91425" tIns="91425" rIns="91425" bIns="91425" anchor="t" anchorCtr="0">
            <a:noAutofit/>
          </a:bodyPr>
          <a:lstStyle/>
          <a:p>
            <a:pPr marL="457200" marR="0" lvl="0" indent="-330200" rtl="0">
              <a:lnSpc>
                <a:spcPct val="100000"/>
              </a:lnSpc>
              <a:spcBef>
                <a:spcPts val="0"/>
              </a:spcBef>
              <a:spcAft>
                <a:spcPts val="0"/>
              </a:spcAft>
              <a:buClr>
                <a:schemeClr val="dk1"/>
              </a:buClr>
              <a:buSzPts val="1600"/>
              <a:buFont typeface="Arial"/>
              <a:buChar char="●"/>
            </a:pPr>
            <a:r>
              <a:rPr lang="en-US" sz="1600" b="0" i="0" u="none" strike="noStrike" cap="none" dirty="0">
                <a:solidFill>
                  <a:schemeClr val="dk1"/>
                </a:solidFill>
                <a:latin typeface="Arial"/>
                <a:ea typeface="Arial"/>
                <a:cs typeface="Arial"/>
                <a:sym typeface="Arial"/>
              </a:rPr>
              <a:t>In Node.js, modularization often follows the MVC (Model–View–Controller) pattern or similar architectural structures:</a:t>
            </a:r>
            <a:endParaRPr sz="1600" b="0" i="0" u="none" strike="noStrike" cap="none" dirty="0">
              <a:solidFill>
                <a:schemeClr val="dk1"/>
              </a:solidFill>
              <a:latin typeface="Arial"/>
              <a:ea typeface="Arial"/>
              <a:cs typeface="Arial"/>
              <a:sym typeface="Arial"/>
            </a:endParaRPr>
          </a:p>
          <a:p>
            <a:pPr marL="914400" marR="0" lvl="1" indent="-330200" rtl="0">
              <a:lnSpc>
                <a:spcPct val="100000"/>
              </a:lnSpc>
              <a:spcBef>
                <a:spcPts val="0"/>
              </a:spcBef>
              <a:spcAft>
                <a:spcPts val="0"/>
              </a:spcAft>
              <a:buClr>
                <a:schemeClr val="dk1"/>
              </a:buClr>
              <a:buSzPts val="1600"/>
              <a:buFont typeface="Arial"/>
              <a:buChar char="○"/>
            </a:pPr>
            <a:r>
              <a:rPr lang="en-US" sz="1600" b="0" i="0" u="none" strike="noStrike" cap="none" dirty="0">
                <a:solidFill>
                  <a:schemeClr val="dk1"/>
                </a:solidFill>
                <a:highlight>
                  <a:srgbClr val="FFFF00"/>
                </a:highlight>
                <a:latin typeface="Arial"/>
                <a:ea typeface="Arial"/>
                <a:cs typeface="Arial"/>
                <a:sym typeface="Arial"/>
              </a:rPr>
              <a:t>Routes</a:t>
            </a:r>
            <a:r>
              <a:rPr lang="en-US" sz="1600" b="0" i="0" u="none" strike="noStrike" cap="none" dirty="0">
                <a:solidFill>
                  <a:schemeClr val="dk1"/>
                </a:solidFill>
                <a:latin typeface="Arial"/>
                <a:ea typeface="Arial"/>
                <a:cs typeface="Arial"/>
                <a:sym typeface="Arial"/>
              </a:rPr>
              <a:t> – Define URL endpoints and map them to the appropriate controller functions.</a:t>
            </a:r>
          </a:p>
        </p:txBody>
      </p:sp>
      <p:sp>
        <p:nvSpPr>
          <p:cNvPr id="439" name="Google Shape;439;g36add0d6f41_1_409">
            <a:extLst>
              <a:ext uri="{FF2B5EF4-FFF2-40B4-BE49-F238E27FC236}">
                <a16:creationId xmlns:a16="http://schemas.microsoft.com/office/drawing/2014/main" id="{F70374EE-61EA-3F91-0A92-990922C336AC}"/>
              </a:ext>
            </a:extLst>
          </p:cNvPr>
          <p:cNvSpPr/>
          <p:nvPr/>
        </p:nvSpPr>
        <p:spPr>
          <a:xfrm>
            <a:off x="228600" y="808175"/>
            <a:ext cx="117177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Clr>
                <a:srgbClr val="000000"/>
              </a:buClr>
              <a:buSzPts val="2400"/>
              <a:buFont typeface="Arial"/>
              <a:buNone/>
            </a:pPr>
            <a:r>
              <a:rPr lang="en-US" sz="2400" b="1" i="0" u="none" strike="noStrike" cap="none" dirty="0">
                <a:solidFill>
                  <a:srgbClr val="11175E"/>
                </a:solidFill>
                <a:highlight>
                  <a:srgbClr val="FFFF00"/>
                </a:highlight>
                <a:latin typeface="Arial"/>
                <a:ea typeface="Arial"/>
                <a:cs typeface="Arial"/>
                <a:sym typeface="Arial"/>
              </a:rPr>
              <a:t>Modularization - Using the MVC (Model-View-Controller) Pattern</a:t>
            </a:r>
            <a:endParaRPr sz="2400" b="1" i="0" u="none" strike="noStrike" cap="none" dirty="0">
              <a:solidFill>
                <a:srgbClr val="11175E"/>
              </a:solidFill>
              <a:highlight>
                <a:srgbClr val="FFFF00"/>
              </a:highlight>
              <a:latin typeface="Arial"/>
              <a:ea typeface="Arial"/>
              <a:cs typeface="Arial"/>
              <a:sym typeface="Arial"/>
            </a:endParaRPr>
          </a:p>
        </p:txBody>
      </p:sp>
      <p:sp>
        <p:nvSpPr>
          <p:cNvPr id="440" name="Google Shape;440;g36add0d6f41_1_409">
            <a:extLst>
              <a:ext uri="{FF2B5EF4-FFF2-40B4-BE49-F238E27FC236}">
                <a16:creationId xmlns:a16="http://schemas.microsoft.com/office/drawing/2014/main" id="{16E63ECA-907A-BCE4-D363-A286A2FA3A86}"/>
              </a:ext>
            </a:extLst>
          </p:cNvPr>
          <p:cNvSpPr txBox="1"/>
          <p:nvPr/>
        </p:nvSpPr>
        <p:spPr>
          <a:xfrm>
            <a:off x="5389625" y="6431646"/>
            <a:ext cx="952500" cy="4002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1" i="0" u="sng" strike="noStrike" cap="none" dirty="0">
                <a:solidFill>
                  <a:srgbClr val="000000"/>
                </a:solidFill>
                <a:latin typeface="Arial"/>
                <a:ea typeface="Arial"/>
                <a:cs typeface="Arial"/>
                <a:sym typeface="Arial"/>
              </a:rPr>
              <a:t>Figure 1</a:t>
            </a:r>
            <a:endParaRPr sz="1400" b="1" i="0" u="sng" strike="noStrike" cap="none" dirty="0">
              <a:solidFill>
                <a:srgbClr val="000000"/>
              </a:solidFill>
              <a:latin typeface="Arial"/>
              <a:ea typeface="Arial"/>
              <a:cs typeface="Arial"/>
              <a:sym typeface="Arial"/>
            </a:endParaRPr>
          </a:p>
        </p:txBody>
      </p:sp>
      <p:sp>
        <p:nvSpPr>
          <p:cNvPr id="441" name="Google Shape;441;g36add0d6f41_1_409">
            <a:extLst>
              <a:ext uri="{FF2B5EF4-FFF2-40B4-BE49-F238E27FC236}">
                <a16:creationId xmlns:a16="http://schemas.microsoft.com/office/drawing/2014/main" id="{B3C993E5-8E5A-9D9D-D4AC-94056A524397}"/>
              </a:ext>
            </a:extLst>
          </p:cNvPr>
          <p:cNvSpPr txBox="1"/>
          <p:nvPr/>
        </p:nvSpPr>
        <p:spPr>
          <a:xfrm rot="-941">
            <a:off x="685800" y="4897875"/>
            <a:ext cx="10959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Incoming HTTP Request</a:t>
            </a:r>
            <a:endParaRPr sz="1000" b="0" i="0" u="none" strike="noStrike" cap="none">
              <a:solidFill>
                <a:srgbClr val="000000"/>
              </a:solidFill>
              <a:latin typeface="Arial"/>
              <a:ea typeface="Arial"/>
              <a:cs typeface="Arial"/>
              <a:sym typeface="Arial"/>
            </a:endParaRPr>
          </a:p>
        </p:txBody>
      </p:sp>
      <p:grpSp>
        <p:nvGrpSpPr>
          <p:cNvPr id="442" name="Google Shape;442;g36add0d6f41_1_409">
            <a:extLst>
              <a:ext uri="{FF2B5EF4-FFF2-40B4-BE49-F238E27FC236}">
                <a16:creationId xmlns:a16="http://schemas.microsoft.com/office/drawing/2014/main" id="{F98F00F4-9144-215D-8D1B-A7BB2FCB8003}"/>
              </a:ext>
            </a:extLst>
          </p:cNvPr>
          <p:cNvGrpSpPr/>
          <p:nvPr/>
        </p:nvGrpSpPr>
        <p:grpSpPr>
          <a:xfrm>
            <a:off x="4304401" y="4832025"/>
            <a:ext cx="2671145" cy="1408454"/>
            <a:chOff x="4304402" y="4908225"/>
            <a:chExt cx="2671145" cy="1408454"/>
          </a:xfrm>
        </p:grpSpPr>
        <p:sp>
          <p:nvSpPr>
            <p:cNvPr id="443" name="Google Shape;443;g36add0d6f41_1_409">
              <a:extLst>
                <a:ext uri="{FF2B5EF4-FFF2-40B4-BE49-F238E27FC236}">
                  <a16:creationId xmlns:a16="http://schemas.microsoft.com/office/drawing/2014/main" id="{610B4C30-0105-F8FC-9C10-FE19C672F925}"/>
                </a:ext>
              </a:extLst>
            </p:cNvPr>
            <p:cNvSpPr/>
            <p:nvPr/>
          </p:nvSpPr>
          <p:spPr>
            <a:xfrm>
              <a:off x="5611013" y="4908225"/>
              <a:ext cx="1095900" cy="624300"/>
            </a:xfrm>
            <a:prstGeom prst="roundRect">
              <a:avLst>
                <a:gd name="adj" fmla="val 16667"/>
              </a:avLst>
            </a:prstGeom>
            <a:solidFill>
              <a:srgbClr val="F9CB9C"/>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dirty="0">
                  <a:solidFill>
                    <a:srgbClr val="000000"/>
                  </a:solidFill>
                  <a:latin typeface="Arial"/>
                  <a:ea typeface="Arial"/>
                  <a:cs typeface="Arial"/>
                  <a:sym typeface="Arial"/>
                </a:rPr>
                <a:t>Controller</a:t>
              </a:r>
            </a:p>
          </p:txBody>
        </p:sp>
        <p:cxnSp>
          <p:nvCxnSpPr>
            <p:cNvPr id="444" name="Google Shape;444;g36add0d6f41_1_409">
              <a:extLst>
                <a:ext uri="{FF2B5EF4-FFF2-40B4-BE49-F238E27FC236}">
                  <a16:creationId xmlns:a16="http://schemas.microsoft.com/office/drawing/2014/main" id="{F00EDB3E-680A-56D7-96AF-6F9905A31911}"/>
                </a:ext>
              </a:extLst>
            </p:cNvPr>
            <p:cNvCxnSpPr>
              <a:stCxn id="445" idx="3"/>
              <a:endCxn id="443" idx="1"/>
            </p:cNvCxnSpPr>
            <p:nvPr/>
          </p:nvCxnSpPr>
          <p:spPr>
            <a:xfrm>
              <a:off x="4304402" y="5220375"/>
              <a:ext cx="1306500" cy="0"/>
            </a:xfrm>
            <a:prstGeom prst="straightConnector1">
              <a:avLst/>
            </a:prstGeom>
            <a:noFill/>
            <a:ln w="19050" cap="flat" cmpd="sng">
              <a:solidFill>
                <a:srgbClr val="0000FF"/>
              </a:solidFill>
              <a:prstDash val="solid"/>
              <a:round/>
              <a:headEnd type="triangle" w="med" len="med"/>
              <a:tailEnd type="triangle" w="med" len="med"/>
            </a:ln>
          </p:spPr>
        </p:cxnSp>
        <p:sp>
          <p:nvSpPr>
            <p:cNvPr id="446" name="Google Shape;446;g36add0d6f41_1_409">
              <a:extLst>
                <a:ext uri="{FF2B5EF4-FFF2-40B4-BE49-F238E27FC236}">
                  <a16:creationId xmlns:a16="http://schemas.microsoft.com/office/drawing/2014/main" id="{44B3D44B-8737-66B4-8511-211475972508}"/>
                </a:ext>
              </a:extLst>
            </p:cNvPr>
            <p:cNvSpPr txBox="1"/>
            <p:nvPr/>
          </p:nvSpPr>
          <p:spPr>
            <a:xfrm rot="-1895">
              <a:off x="5342497" y="5515829"/>
              <a:ext cx="1632900" cy="8004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dirty="0">
                  <a:solidFill>
                    <a:srgbClr val="000000"/>
                  </a:solidFill>
                  <a:latin typeface="Arial"/>
                  <a:ea typeface="Arial"/>
                  <a:cs typeface="Arial"/>
                  <a:sym typeface="Arial"/>
                </a:rPr>
                <a:t>Process the task</a:t>
              </a:r>
              <a:r>
                <a:rPr lang="en-US" sz="1000" dirty="0"/>
                <a:t>s</a:t>
              </a:r>
              <a:r>
                <a:rPr lang="en-US" sz="1000" b="0" i="0" u="none" strike="noStrike" cap="none" dirty="0">
                  <a:solidFill>
                    <a:srgbClr val="000000"/>
                  </a:solidFill>
                  <a:latin typeface="Arial"/>
                  <a:ea typeface="Arial"/>
                  <a:cs typeface="Arial"/>
                  <a:sym typeface="Arial"/>
                </a:rPr>
                <a:t> assigned and determine the appropriate responses.</a:t>
              </a:r>
              <a:endParaRPr sz="1000" b="0" i="0" u="none" strike="noStrike" cap="none" dirty="0">
                <a:solidFill>
                  <a:srgbClr val="000000"/>
                </a:solidFill>
                <a:latin typeface="Arial"/>
                <a:ea typeface="Arial"/>
                <a:cs typeface="Arial"/>
                <a:sym typeface="Arial"/>
              </a:endParaRPr>
            </a:p>
          </p:txBody>
        </p:sp>
      </p:grpSp>
      <p:grpSp>
        <p:nvGrpSpPr>
          <p:cNvPr id="447" name="Google Shape;447;g36add0d6f41_1_409">
            <a:extLst>
              <a:ext uri="{FF2B5EF4-FFF2-40B4-BE49-F238E27FC236}">
                <a16:creationId xmlns:a16="http://schemas.microsoft.com/office/drawing/2014/main" id="{E7351321-1945-2792-DDCC-4A4229ADAB98}"/>
              </a:ext>
            </a:extLst>
          </p:cNvPr>
          <p:cNvGrpSpPr/>
          <p:nvPr/>
        </p:nvGrpSpPr>
        <p:grpSpPr>
          <a:xfrm>
            <a:off x="6706912" y="5144175"/>
            <a:ext cx="2503648" cy="1659755"/>
            <a:chOff x="6706912" y="5144175"/>
            <a:chExt cx="2503648" cy="1659755"/>
          </a:xfrm>
        </p:grpSpPr>
        <p:sp>
          <p:nvSpPr>
            <p:cNvPr id="448" name="Google Shape;448;g36add0d6f41_1_409">
              <a:extLst>
                <a:ext uri="{FF2B5EF4-FFF2-40B4-BE49-F238E27FC236}">
                  <a16:creationId xmlns:a16="http://schemas.microsoft.com/office/drawing/2014/main" id="{7FDFBDE0-D223-B7FA-C465-CE81DB0DE71C}"/>
                </a:ext>
              </a:extLst>
            </p:cNvPr>
            <p:cNvSpPr/>
            <p:nvPr/>
          </p:nvSpPr>
          <p:spPr>
            <a:xfrm>
              <a:off x="8013538" y="5532525"/>
              <a:ext cx="1095900" cy="624300"/>
            </a:xfrm>
            <a:prstGeom prst="roundRect">
              <a:avLst>
                <a:gd name="adj" fmla="val 16667"/>
              </a:avLst>
            </a:prstGeom>
            <a:solidFill>
              <a:srgbClr val="9FC5E8"/>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dirty="0">
                  <a:solidFill>
                    <a:srgbClr val="000000"/>
                  </a:solidFill>
                  <a:latin typeface="Arial"/>
                  <a:ea typeface="Arial"/>
                  <a:cs typeface="Arial"/>
                  <a:sym typeface="Arial"/>
                </a:rPr>
                <a:t>Views</a:t>
              </a:r>
              <a:endParaRPr sz="1400" b="0" i="0" u="none" strike="noStrike" cap="none" dirty="0">
                <a:solidFill>
                  <a:srgbClr val="000000"/>
                </a:solidFill>
                <a:latin typeface="Arial"/>
                <a:ea typeface="Arial"/>
                <a:cs typeface="Arial"/>
                <a:sym typeface="Arial"/>
              </a:endParaRPr>
            </a:p>
          </p:txBody>
        </p:sp>
        <p:cxnSp>
          <p:nvCxnSpPr>
            <p:cNvPr id="449" name="Google Shape;449;g36add0d6f41_1_409">
              <a:extLst>
                <a:ext uri="{FF2B5EF4-FFF2-40B4-BE49-F238E27FC236}">
                  <a16:creationId xmlns:a16="http://schemas.microsoft.com/office/drawing/2014/main" id="{D013AACA-E8E0-0030-01CC-7AA92102592D}"/>
                </a:ext>
              </a:extLst>
            </p:cNvPr>
            <p:cNvCxnSpPr>
              <a:stCxn id="443" idx="3"/>
            </p:cNvCxnSpPr>
            <p:nvPr/>
          </p:nvCxnSpPr>
          <p:spPr>
            <a:xfrm>
              <a:off x="6706912" y="5144175"/>
              <a:ext cx="1306500" cy="703500"/>
            </a:xfrm>
            <a:prstGeom prst="straightConnector1">
              <a:avLst/>
            </a:prstGeom>
            <a:noFill/>
            <a:ln w="19050" cap="flat" cmpd="sng">
              <a:solidFill>
                <a:srgbClr val="0000FF"/>
              </a:solidFill>
              <a:prstDash val="solid"/>
              <a:round/>
              <a:headEnd type="triangle" w="med" len="med"/>
              <a:tailEnd type="triangle" w="med" len="med"/>
            </a:ln>
          </p:spPr>
        </p:cxnSp>
        <p:sp>
          <p:nvSpPr>
            <p:cNvPr id="450" name="Google Shape;450;g36add0d6f41_1_409">
              <a:extLst>
                <a:ext uri="{FF2B5EF4-FFF2-40B4-BE49-F238E27FC236}">
                  <a16:creationId xmlns:a16="http://schemas.microsoft.com/office/drawing/2014/main" id="{5CBBACE2-1271-D9A2-3BAF-87009E6ACFC9}"/>
                </a:ext>
              </a:extLst>
            </p:cNvPr>
            <p:cNvSpPr txBox="1"/>
            <p:nvPr/>
          </p:nvSpPr>
          <p:spPr>
            <a:xfrm rot="-1589">
              <a:off x="7912611" y="6157130"/>
              <a:ext cx="1297800" cy="6465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dirty="0">
                  <a:solidFill>
                    <a:srgbClr val="000000"/>
                  </a:solidFill>
                  <a:latin typeface="Arial"/>
                  <a:ea typeface="Arial"/>
                  <a:cs typeface="Arial"/>
                  <a:sym typeface="Arial"/>
                </a:rPr>
                <a:t>Perform tasks related to rendering HTML pages.</a:t>
              </a:r>
              <a:endParaRPr sz="1000" b="0" i="0" u="none" strike="noStrike" cap="none" dirty="0">
                <a:solidFill>
                  <a:srgbClr val="000000"/>
                </a:solidFill>
                <a:latin typeface="Arial"/>
                <a:ea typeface="Arial"/>
                <a:cs typeface="Arial"/>
                <a:sym typeface="Arial"/>
              </a:endParaRPr>
            </a:p>
          </p:txBody>
        </p:sp>
      </p:grpSp>
      <p:grpSp>
        <p:nvGrpSpPr>
          <p:cNvPr id="451" name="Google Shape;451;g36add0d6f41_1_409">
            <a:extLst>
              <a:ext uri="{FF2B5EF4-FFF2-40B4-BE49-F238E27FC236}">
                <a16:creationId xmlns:a16="http://schemas.microsoft.com/office/drawing/2014/main" id="{A0CD975B-F6D8-BC18-84B3-21D06482FC22}"/>
              </a:ext>
            </a:extLst>
          </p:cNvPr>
          <p:cNvGrpSpPr/>
          <p:nvPr/>
        </p:nvGrpSpPr>
        <p:grpSpPr>
          <a:xfrm>
            <a:off x="6706912" y="4131525"/>
            <a:ext cx="2531038" cy="1260005"/>
            <a:chOff x="6738750" y="4283925"/>
            <a:chExt cx="2531038" cy="1260005"/>
          </a:xfrm>
        </p:grpSpPr>
        <p:sp>
          <p:nvSpPr>
            <p:cNvPr id="452" name="Google Shape;452;g36add0d6f41_1_409">
              <a:extLst>
                <a:ext uri="{FF2B5EF4-FFF2-40B4-BE49-F238E27FC236}">
                  <a16:creationId xmlns:a16="http://schemas.microsoft.com/office/drawing/2014/main" id="{D4717BD4-BCFA-C686-3389-0CC060879C19}"/>
                </a:ext>
              </a:extLst>
            </p:cNvPr>
            <p:cNvSpPr/>
            <p:nvPr/>
          </p:nvSpPr>
          <p:spPr>
            <a:xfrm>
              <a:off x="8013538" y="4283925"/>
              <a:ext cx="1095900" cy="624300"/>
            </a:xfrm>
            <a:prstGeom prst="roundRect">
              <a:avLst>
                <a:gd name="adj" fmla="val 16667"/>
              </a:avLst>
            </a:prstGeom>
            <a:solidFill>
              <a:srgbClr val="EA9999"/>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dirty="0">
                  <a:solidFill>
                    <a:srgbClr val="000000"/>
                  </a:solidFill>
                  <a:latin typeface="Arial"/>
                  <a:ea typeface="Arial"/>
                  <a:cs typeface="Arial"/>
                  <a:sym typeface="Arial"/>
                </a:rPr>
                <a:t>Model</a:t>
              </a:r>
            </a:p>
          </p:txBody>
        </p:sp>
        <p:cxnSp>
          <p:nvCxnSpPr>
            <p:cNvPr id="453" name="Google Shape;453;g36add0d6f41_1_409">
              <a:extLst>
                <a:ext uri="{FF2B5EF4-FFF2-40B4-BE49-F238E27FC236}">
                  <a16:creationId xmlns:a16="http://schemas.microsoft.com/office/drawing/2014/main" id="{B7C2B112-CA46-B350-93D7-99CB564EACD7}"/>
                </a:ext>
              </a:extLst>
            </p:cNvPr>
            <p:cNvCxnSpPr>
              <a:stCxn id="443" idx="3"/>
              <a:endCxn id="452" idx="1"/>
            </p:cNvCxnSpPr>
            <p:nvPr/>
          </p:nvCxnSpPr>
          <p:spPr>
            <a:xfrm rot="10800000" flipH="1">
              <a:off x="6738750" y="4596075"/>
              <a:ext cx="1274700" cy="700500"/>
            </a:xfrm>
            <a:prstGeom prst="straightConnector1">
              <a:avLst/>
            </a:prstGeom>
            <a:noFill/>
            <a:ln w="19050" cap="flat" cmpd="sng">
              <a:solidFill>
                <a:srgbClr val="0000FF"/>
              </a:solidFill>
              <a:prstDash val="solid"/>
              <a:round/>
              <a:headEnd type="triangle" w="med" len="med"/>
              <a:tailEnd type="triangle" w="med" len="med"/>
            </a:ln>
          </p:spPr>
        </p:cxnSp>
        <p:sp>
          <p:nvSpPr>
            <p:cNvPr id="454" name="Google Shape;454;g36add0d6f41_1_409">
              <a:extLst>
                <a:ext uri="{FF2B5EF4-FFF2-40B4-BE49-F238E27FC236}">
                  <a16:creationId xmlns:a16="http://schemas.microsoft.com/office/drawing/2014/main" id="{0F2C9EE7-DD14-48D9-3E7C-052632F61017}"/>
                </a:ext>
              </a:extLst>
            </p:cNvPr>
            <p:cNvSpPr txBox="1"/>
            <p:nvPr/>
          </p:nvSpPr>
          <p:spPr>
            <a:xfrm rot="-1456">
              <a:off x="7853351" y="4897130"/>
              <a:ext cx="1416300" cy="6465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dirty="0">
                  <a:solidFill>
                    <a:srgbClr val="000000"/>
                  </a:solidFill>
                  <a:latin typeface="Arial"/>
                  <a:ea typeface="Arial"/>
                  <a:cs typeface="Arial"/>
                  <a:sym typeface="Arial"/>
                </a:rPr>
                <a:t>Perform tasks related to processing of data from Controller.</a:t>
              </a:r>
              <a:endParaRPr sz="1000" b="0" i="0" u="none" strike="noStrike" cap="none" dirty="0">
                <a:solidFill>
                  <a:srgbClr val="000000"/>
                </a:solidFill>
                <a:latin typeface="Arial"/>
                <a:ea typeface="Arial"/>
                <a:cs typeface="Arial"/>
                <a:sym typeface="Arial"/>
              </a:endParaRPr>
            </a:p>
          </p:txBody>
        </p:sp>
      </p:grpSp>
      <p:grpSp>
        <p:nvGrpSpPr>
          <p:cNvPr id="455" name="Google Shape;455;g36add0d6f41_1_409">
            <a:extLst>
              <a:ext uri="{FF2B5EF4-FFF2-40B4-BE49-F238E27FC236}">
                <a16:creationId xmlns:a16="http://schemas.microsoft.com/office/drawing/2014/main" id="{168FEEAB-BFBD-2D5D-DE85-5694967622B5}"/>
              </a:ext>
            </a:extLst>
          </p:cNvPr>
          <p:cNvGrpSpPr/>
          <p:nvPr/>
        </p:nvGrpSpPr>
        <p:grpSpPr>
          <a:xfrm>
            <a:off x="1781701" y="4832025"/>
            <a:ext cx="2773022" cy="1307293"/>
            <a:chOff x="1781701" y="4908225"/>
            <a:chExt cx="2773022" cy="1307293"/>
          </a:xfrm>
        </p:grpSpPr>
        <p:sp>
          <p:nvSpPr>
            <p:cNvPr id="445" name="Google Shape;445;g36add0d6f41_1_409">
              <a:extLst>
                <a:ext uri="{FF2B5EF4-FFF2-40B4-BE49-F238E27FC236}">
                  <a16:creationId xmlns:a16="http://schemas.microsoft.com/office/drawing/2014/main" id="{732607C5-8693-5B0C-FB38-CCAE63044597}"/>
                </a:ext>
              </a:extLst>
            </p:cNvPr>
            <p:cNvSpPr/>
            <p:nvPr/>
          </p:nvSpPr>
          <p:spPr>
            <a:xfrm>
              <a:off x="3208501" y="4908225"/>
              <a:ext cx="1095900" cy="624300"/>
            </a:xfrm>
            <a:prstGeom prst="roundRect">
              <a:avLst>
                <a:gd name="adj" fmla="val 16667"/>
              </a:avLst>
            </a:prstGeom>
            <a:solidFill>
              <a:srgbClr val="B6D7A8"/>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dirty="0">
                  <a:solidFill>
                    <a:srgbClr val="000000"/>
                  </a:solidFill>
                  <a:latin typeface="Arial"/>
                  <a:ea typeface="Arial"/>
                  <a:cs typeface="Arial"/>
                  <a:sym typeface="Arial"/>
                </a:rPr>
                <a:t>Routes</a:t>
              </a:r>
              <a:endParaRPr sz="1400" b="0" i="0" u="none" strike="noStrike" cap="none" dirty="0">
                <a:solidFill>
                  <a:srgbClr val="000000"/>
                </a:solidFill>
                <a:latin typeface="Arial"/>
                <a:ea typeface="Arial"/>
                <a:cs typeface="Arial"/>
                <a:sym typeface="Arial"/>
              </a:endParaRPr>
            </a:p>
          </p:txBody>
        </p:sp>
        <p:cxnSp>
          <p:nvCxnSpPr>
            <p:cNvPr id="456" name="Google Shape;456;g36add0d6f41_1_409">
              <a:extLst>
                <a:ext uri="{FF2B5EF4-FFF2-40B4-BE49-F238E27FC236}">
                  <a16:creationId xmlns:a16="http://schemas.microsoft.com/office/drawing/2014/main" id="{F25F4143-EC63-3577-6B9B-C0367B6D064F}"/>
                </a:ext>
              </a:extLst>
            </p:cNvPr>
            <p:cNvCxnSpPr>
              <a:endCxn id="445" idx="1"/>
            </p:cNvCxnSpPr>
            <p:nvPr/>
          </p:nvCxnSpPr>
          <p:spPr>
            <a:xfrm>
              <a:off x="1781701" y="5220375"/>
              <a:ext cx="1426800" cy="0"/>
            </a:xfrm>
            <a:prstGeom prst="straightConnector1">
              <a:avLst/>
            </a:prstGeom>
            <a:noFill/>
            <a:ln w="19050" cap="flat" cmpd="sng">
              <a:solidFill>
                <a:srgbClr val="0000FF"/>
              </a:solidFill>
              <a:prstDash val="solid"/>
              <a:round/>
              <a:headEnd type="none" w="sm" len="sm"/>
              <a:tailEnd type="triangle" w="med" len="med"/>
            </a:ln>
          </p:spPr>
        </p:cxnSp>
        <p:sp>
          <p:nvSpPr>
            <p:cNvPr id="457" name="Google Shape;457;g36add0d6f41_1_409">
              <a:extLst>
                <a:ext uri="{FF2B5EF4-FFF2-40B4-BE49-F238E27FC236}">
                  <a16:creationId xmlns:a16="http://schemas.microsoft.com/office/drawing/2014/main" id="{BA6AA880-77DC-A79B-BA21-A4424BE1CF98}"/>
                </a:ext>
              </a:extLst>
            </p:cNvPr>
            <p:cNvSpPr txBox="1"/>
            <p:nvPr/>
          </p:nvSpPr>
          <p:spPr>
            <a:xfrm rot="-1311">
              <a:off x="2981400" y="5568718"/>
              <a:ext cx="1573200" cy="6465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Process the requests and delegate it to function in the Controller</a:t>
              </a:r>
              <a:endParaRPr sz="1000" b="0" i="0" u="none" strike="noStrike" cap="none">
                <a:solidFill>
                  <a:srgbClr val="000000"/>
                </a:solidFill>
                <a:latin typeface="Arial"/>
                <a:ea typeface="Arial"/>
                <a:cs typeface="Arial"/>
                <a:sym typeface="Arial"/>
              </a:endParaRPr>
            </a:p>
          </p:txBody>
        </p:sp>
      </p:grpSp>
      <p:grpSp>
        <p:nvGrpSpPr>
          <p:cNvPr id="458" name="Google Shape;458;g36add0d6f41_1_409">
            <a:extLst>
              <a:ext uri="{FF2B5EF4-FFF2-40B4-BE49-F238E27FC236}">
                <a16:creationId xmlns:a16="http://schemas.microsoft.com/office/drawing/2014/main" id="{5ED385BE-2F74-8A6E-3891-842BF4CFD55C}"/>
              </a:ext>
            </a:extLst>
          </p:cNvPr>
          <p:cNvGrpSpPr/>
          <p:nvPr/>
        </p:nvGrpSpPr>
        <p:grpSpPr>
          <a:xfrm>
            <a:off x="9077600" y="4131525"/>
            <a:ext cx="2531034" cy="1117517"/>
            <a:chOff x="9077600" y="4131525"/>
            <a:chExt cx="2531034" cy="1117517"/>
          </a:xfrm>
        </p:grpSpPr>
        <p:sp>
          <p:nvSpPr>
            <p:cNvPr id="459" name="Google Shape;459;g36add0d6f41_1_409">
              <a:extLst>
                <a:ext uri="{FF2B5EF4-FFF2-40B4-BE49-F238E27FC236}">
                  <a16:creationId xmlns:a16="http://schemas.microsoft.com/office/drawing/2014/main" id="{DB937D60-AE77-ED95-B738-1D7A86530765}"/>
                </a:ext>
              </a:extLst>
            </p:cNvPr>
            <p:cNvSpPr/>
            <p:nvPr/>
          </p:nvSpPr>
          <p:spPr>
            <a:xfrm>
              <a:off x="10407238" y="4131525"/>
              <a:ext cx="1095900" cy="624300"/>
            </a:xfrm>
            <a:prstGeom prst="roundRect">
              <a:avLst>
                <a:gd name="adj" fmla="val 16667"/>
              </a:avLst>
            </a:prstGeom>
            <a:solidFill>
              <a:srgbClr val="EA9999"/>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dirty="0">
                  <a:solidFill>
                    <a:srgbClr val="000000"/>
                  </a:solidFill>
                  <a:latin typeface="Arial"/>
                  <a:ea typeface="Arial"/>
                  <a:cs typeface="Arial"/>
                  <a:sym typeface="Arial"/>
                </a:rPr>
                <a:t>Data</a:t>
              </a:r>
              <a:endParaRPr sz="1400" b="0" i="0" u="none" strike="noStrike" cap="none" dirty="0">
                <a:solidFill>
                  <a:srgbClr val="000000"/>
                </a:solidFill>
                <a:latin typeface="Arial"/>
                <a:ea typeface="Arial"/>
                <a:cs typeface="Arial"/>
                <a:sym typeface="Arial"/>
              </a:endParaRPr>
            </a:p>
          </p:txBody>
        </p:sp>
        <p:cxnSp>
          <p:nvCxnSpPr>
            <p:cNvPr id="460" name="Google Shape;460;g36add0d6f41_1_409">
              <a:extLst>
                <a:ext uri="{FF2B5EF4-FFF2-40B4-BE49-F238E27FC236}">
                  <a16:creationId xmlns:a16="http://schemas.microsoft.com/office/drawing/2014/main" id="{3C498205-1D92-C447-3FD6-9AC40C46B776}"/>
                </a:ext>
              </a:extLst>
            </p:cNvPr>
            <p:cNvCxnSpPr>
              <a:stCxn id="452" idx="3"/>
              <a:endCxn id="459" idx="1"/>
            </p:cNvCxnSpPr>
            <p:nvPr/>
          </p:nvCxnSpPr>
          <p:spPr>
            <a:xfrm>
              <a:off x="9077600" y="4443675"/>
              <a:ext cx="1329600" cy="0"/>
            </a:xfrm>
            <a:prstGeom prst="straightConnector1">
              <a:avLst/>
            </a:prstGeom>
            <a:noFill/>
            <a:ln w="19050" cap="flat" cmpd="sng">
              <a:solidFill>
                <a:srgbClr val="0000FF"/>
              </a:solidFill>
              <a:prstDash val="solid"/>
              <a:round/>
              <a:headEnd type="triangle" w="med" len="med"/>
              <a:tailEnd type="triangle" w="med" len="med"/>
            </a:ln>
          </p:spPr>
        </p:cxnSp>
        <p:sp>
          <p:nvSpPr>
            <p:cNvPr id="461" name="Google Shape;461;g36add0d6f41_1_409">
              <a:extLst>
                <a:ext uri="{FF2B5EF4-FFF2-40B4-BE49-F238E27FC236}">
                  <a16:creationId xmlns:a16="http://schemas.microsoft.com/office/drawing/2014/main" id="{156BE2F1-4CB9-DDFD-295C-740EF170ABCA}"/>
                </a:ext>
              </a:extLst>
            </p:cNvPr>
            <p:cNvSpPr txBox="1"/>
            <p:nvPr/>
          </p:nvSpPr>
          <p:spPr>
            <a:xfrm rot="-1541">
              <a:off x="10270224" y="4756142"/>
              <a:ext cx="13383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Providing and storing data.</a:t>
              </a:r>
              <a:endParaRPr sz="1000" b="0" i="0" u="none" strike="noStrike" cap="none">
                <a:solidFill>
                  <a:srgbClr val="000000"/>
                </a:solidFill>
                <a:latin typeface="Arial"/>
                <a:ea typeface="Arial"/>
                <a:cs typeface="Arial"/>
                <a:sym typeface="Arial"/>
              </a:endParaRPr>
            </a:p>
          </p:txBody>
        </p:sp>
      </p:grpSp>
      <p:sp>
        <p:nvSpPr>
          <p:cNvPr id="462" name="Google Shape;462;g36add0d6f41_1_409">
            <a:extLst>
              <a:ext uri="{FF2B5EF4-FFF2-40B4-BE49-F238E27FC236}">
                <a16:creationId xmlns:a16="http://schemas.microsoft.com/office/drawing/2014/main" id="{13D929D2-0488-6D83-7B5E-3A0AE2BA626C}"/>
              </a:ext>
            </a:extLst>
          </p:cNvPr>
          <p:cNvSpPr txBox="1"/>
          <p:nvPr/>
        </p:nvSpPr>
        <p:spPr>
          <a:xfrm>
            <a:off x="11503025" y="6492900"/>
            <a:ext cx="457200" cy="3651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sz="1300">
                <a:solidFill>
                  <a:srgbClr val="888888"/>
                </a:solidFill>
              </a:rPr>
              <a:t>32</a:t>
            </a:fld>
            <a:endParaRPr sz="1300">
              <a:solidFill>
                <a:srgbClr val="888888"/>
              </a:solidFill>
            </a:endParaRPr>
          </a:p>
        </p:txBody>
      </p:sp>
      <p:pic>
        <p:nvPicPr>
          <p:cNvPr id="3" name="Picture 2" descr="A screen shot of a computer program&#10;&#10;AI-generated content may be incorrect.">
            <a:extLst>
              <a:ext uri="{FF2B5EF4-FFF2-40B4-BE49-F238E27FC236}">
                <a16:creationId xmlns:a16="http://schemas.microsoft.com/office/drawing/2014/main" id="{441C5E59-CE81-51FF-32B4-EA07A3A58366}"/>
              </a:ext>
            </a:extLst>
          </p:cNvPr>
          <p:cNvPicPr>
            <a:picLocks noChangeAspect="1"/>
          </p:cNvPicPr>
          <p:nvPr/>
        </p:nvPicPr>
        <p:blipFill>
          <a:blip r:embed="rId3"/>
          <a:stretch>
            <a:fillRect/>
          </a:stretch>
        </p:blipFill>
        <p:spPr>
          <a:xfrm>
            <a:off x="811944" y="2796127"/>
            <a:ext cx="6007100" cy="1663700"/>
          </a:xfrm>
          <a:prstGeom prst="rect">
            <a:avLst/>
          </a:prstGeom>
        </p:spPr>
      </p:pic>
      <p:cxnSp>
        <p:nvCxnSpPr>
          <p:cNvPr id="4" name="Straight Arrow Connector 3">
            <a:extLst>
              <a:ext uri="{FF2B5EF4-FFF2-40B4-BE49-F238E27FC236}">
                <a16:creationId xmlns:a16="http://schemas.microsoft.com/office/drawing/2014/main" id="{63695793-211A-25D3-3364-02D46E62E259}"/>
              </a:ext>
            </a:extLst>
          </p:cNvPr>
          <p:cNvCxnSpPr>
            <a:cxnSpLocks/>
          </p:cNvCxnSpPr>
          <p:nvPr/>
        </p:nvCxnSpPr>
        <p:spPr>
          <a:xfrm flipH="1">
            <a:off x="3208501" y="2143125"/>
            <a:ext cx="220499" cy="653002"/>
          </a:xfrm>
          <a:prstGeom prst="straightConnector1">
            <a:avLst/>
          </a:prstGeom>
          <a:ln w="12700">
            <a:tailEnd type="triangle"/>
          </a:ln>
        </p:spPr>
        <p:style>
          <a:lnRef idx="1">
            <a:schemeClr val="accent2"/>
          </a:lnRef>
          <a:fillRef idx="0">
            <a:schemeClr val="accent2"/>
          </a:fillRef>
          <a:effectRef idx="0">
            <a:schemeClr val="accent2"/>
          </a:effectRef>
          <a:fontRef idx="minor">
            <a:schemeClr val="tx1"/>
          </a:fontRef>
        </p:style>
      </p:cxnSp>
      <p:sp>
        <p:nvSpPr>
          <p:cNvPr id="7" name="TextBox 6">
            <a:extLst>
              <a:ext uri="{FF2B5EF4-FFF2-40B4-BE49-F238E27FC236}">
                <a16:creationId xmlns:a16="http://schemas.microsoft.com/office/drawing/2014/main" id="{B33B7D6E-61BF-F28E-FD33-1994F4164C75}"/>
              </a:ext>
            </a:extLst>
          </p:cNvPr>
          <p:cNvSpPr txBox="1"/>
          <p:nvPr/>
        </p:nvSpPr>
        <p:spPr>
          <a:xfrm>
            <a:off x="797656" y="2471740"/>
            <a:ext cx="2016981" cy="307777"/>
          </a:xfrm>
          <a:prstGeom prst="rect">
            <a:avLst/>
          </a:prstGeom>
          <a:noFill/>
        </p:spPr>
        <p:txBody>
          <a:bodyPr wrap="square" rtlCol="0">
            <a:spAutoFit/>
          </a:bodyPr>
          <a:lstStyle/>
          <a:p>
            <a:r>
              <a:rPr lang="en-US" dirty="0"/>
              <a:t>routes/books-</a:t>
            </a:r>
            <a:r>
              <a:rPr lang="en-US" dirty="0" err="1"/>
              <a:t>routes.js</a:t>
            </a:r>
            <a:endParaRPr lang="en-US" dirty="0"/>
          </a:p>
        </p:txBody>
      </p:sp>
      <p:cxnSp>
        <p:nvCxnSpPr>
          <p:cNvPr id="8" name="Straight Arrow Connector 7">
            <a:extLst>
              <a:ext uri="{FF2B5EF4-FFF2-40B4-BE49-F238E27FC236}">
                <a16:creationId xmlns:a16="http://schemas.microsoft.com/office/drawing/2014/main" id="{ECBAA75B-D47C-3D5C-1DA0-708F8E032DAD}"/>
              </a:ext>
            </a:extLst>
          </p:cNvPr>
          <p:cNvCxnSpPr>
            <a:cxnSpLocks/>
            <a:stCxn id="445" idx="0"/>
          </p:cNvCxnSpPr>
          <p:nvPr/>
        </p:nvCxnSpPr>
        <p:spPr>
          <a:xfrm flipH="1" flipV="1">
            <a:off x="3429000" y="4495720"/>
            <a:ext cx="327451" cy="336305"/>
          </a:xfrm>
          <a:prstGeom prst="straightConnector1">
            <a:avLst/>
          </a:prstGeom>
          <a:ln w="12700">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39023855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37">
          <a:extLst>
            <a:ext uri="{FF2B5EF4-FFF2-40B4-BE49-F238E27FC236}">
              <a16:creationId xmlns:a16="http://schemas.microsoft.com/office/drawing/2014/main" id="{D6B9A7BA-7210-3D86-FA4B-BC556A90F384}"/>
            </a:ext>
          </a:extLst>
        </p:cNvPr>
        <p:cNvGrpSpPr/>
        <p:nvPr/>
      </p:nvGrpSpPr>
      <p:grpSpPr>
        <a:xfrm>
          <a:off x="0" y="0"/>
          <a:ext cx="0" cy="0"/>
          <a:chOff x="0" y="0"/>
          <a:chExt cx="0" cy="0"/>
        </a:xfrm>
      </p:grpSpPr>
      <p:sp>
        <p:nvSpPr>
          <p:cNvPr id="438" name="Google Shape;438;g36add0d6f41_1_409">
            <a:extLst>
              <a:ext uri="{FF2B5EF4-FFF2-40B4-BE49-F238E27FC236}">
                <a16:creationId xmlns:a16="http://schemas.microsoft.com/office/drawing/2014/main" id="{5F2F5411-380A-9BC5-8736-33B70AE1434D}"/>
              </a:ext>
            </a:extLst>
          </p:cNvPr>
          <p:cNvSpPr txBox="1"/>
          <p:nvPr/>
        </p:nvSpPr>
        <p:spPr>
          <a:xfrm>
            <a:off x="228725" y="1499625"/>
            <a:ext cx="11717700" cy="858604"/>
          </a:xfrm>
          <a:prstGeom prst="rect">
            <a:avLst/>
          </a:prstGeom>
          <a:noFill/>
          <a:ln>
            <a:noFill/>
          </a:ln>
        </p:spPr>
        <p:txBody>
          <a:bodyPr spcFirstLastPara="1" wrap="square" lIns="91425" tIns="91425" rIns="91425" bIns="91425" anchor="t" anchorCtr="0">
            <a:noAutofit/>
          </a:bodyPr>
          <a:lstStyle/>
          <a:p>
            <a:pPr marL="457200" marR="0" lvl="0" indent="-330200" rtl="0">
              <a:lnSpc>
                <a:spcPct val="100000"/>
              </a:lnSpc>
              <a:spcBef>
                <a:spcPts val="0"/>
              </a:spcBef>
              <a:spcAft>
                <a:spcPts val="0"/>
              </a:spcAft>
              <a:buClr>
                <a:schemeClr val="dk1"/>
              </a:buClr>
              <a:buSzPts val="1600"/>
              <a:buFont typeface="Arial"/>
              <a:buChar char="●"/>
            </a:pPr>
            <a:r>
              <a:rPr lang="en-US" sz="1600" b="0" i="0" u="none" strike="noStrike" cap="none" dirty="0">
                <a:solidFill>
                  <a:schemeClr val="dk1"/>
                </a:solidFill>
                <a:latin typeface="Arial"/>
                <a:ea typeface="Arial"/>
                <a:cs typeface="Arial"/>
                <a:sym typeface="Arial"/>
              </a:rPr>
              <a:t>In Node.js, modularization often follows the MVC (Model–View–Controller) pattern or similar architectural structures:</a:t>
            </a:r>
            <a:endParaRPr sz="1600" b="0" i="0" u="none" strike="noStrike" cap="none" dirty="0">
              <a:solidFill>
                <a:schemeClr val="dk1"/>
              </a:solidFill>
              <a:latin typeface="Arial"/>
              <a:ea typeface="Arial"/>
              <a:cs typeface="Arial"/>
              <a:sym typeface="Arial"/>
            </a:endParaRPr>
          </a:p>
          <a:p>
            <a:pPr marL="914400" lvl="1" indent="-330200">
              <a:buClr>
                <a:schemeClr val="dk1"/>
              </a:buClr>
              <a:buSzPts val="1600"/>
              <a:buFont typeface="Arial"/>
              <a:buChar char="○"/>
            </a:pPr>
            <a:r>
              <a:rPr lang="en-US" sz="1600" dirty="0">
                <a:solidFill>
                  <a:schemeClr val="dk1"/>
                </a:solidFill>
                <a:highlight>
                  <a:srgbClr val="FFFF00"/>
                </a:highlight>
              </a:rPr>
              <a:t>Controllers</a:t>
            </a:r>
            <a:r>
              <a:rPr lang="en-US" sz="1600" dirty="0">
                <a:solidFill>
                  <a:schemeClr val="dk1"/>
                </a:solidFill>
              </a:rPr>
              <a:t> – Contain the application logic, acting as the bridge between models and views.</a:t>
            </a:r>
            <a:endParaRPr lang="en-US" sz="1600" b="0" i="0" u="none" strike="noStrike" cap="none" dirty="0">
              <a:solidFill>
                <a:schemeClr val="dk1"/>
              </a:solidFill>
              <a:latin typeface="Arial"/>
              <a:ea typeface="Arial"/>
              <a:cs typeface="Arial"/>
              <a:sym typeface="Arial"/>
            </a:endParaRPr>
          </a:p>
        </p:txBody>
      </p:sp>
      <p:sp>
        <p:nvSpPr>
          <p:cNvPr id="439" name="Google Shape;439;g36add0d6f41_1_409">
            <a:extLst>
              <a:ext uri="{FF2B5EF4-FFF2-40B4-BE49-F238E27FC236}">
                <a16:creationId xmlns:a16="http://schemas.microsoft.com/office/drawing/2014/main" id="{12AF1C1E-9672-CAC5-3A2A-4E2CA191949B}"/>
              </a:ext>
            </a:extLst>
          </p:cNvPr>
          <p:cNvSpPr/>
          <p:nvPr/>
        </p:nvSpPr>
        <p:spPr>
          <a:xfrm>
            <a:off x="228600" y="808175"/>
            <a:ext cx="117177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Clr>
                <a:srgbClr val="000000"/>
              </a:buClr>
              <a:buSzPts val="2400"/>
              <a:buFont typeface="Arial"/>
              <a:buNone/>
            </a:pPr>
            <a:r>
              <a:rPr lang="en-US" sz="2400" b="1" i="0" u="none" strike="noStrike" cap="none" dirty="0">
                <a:solidFill>
                  <a:srgbClr val="11175E"/>
                </a:solidFill>
                <a:highlight>
                  <a:srgbClr val="FFFF00"/>
                </a:highlight>
                <a:latin typeface="Arial"/>
                <a:ea typeface="Arial"/>
                <a:cs typeface="Arial"/>
                <a:sym typeface="Arial"/>
              </a:rPr>
              <a:t>Modularization - Using the MVC (Model-View-Controller) Pattern</a:t>
            </a:r>
            <a:endParaRPr sz="2400" b="1" i="0" u="none" strike="noStrike" cap="none" dirty="0">
              <a:solidFill>
                <a:srgbClr val="11175E"/>
              </a:solidFill>
              <a:highlight>
                <a:srgbClr val="FFFF00"/>
              </a:highlight>
              <a:latin typeface="Arial"/>
              <a:ea typeface="Arial"/>
              <a:cs typeface="Arial"/>
              <a:sym typeface="Arial"/>
            </a:endParaRPr>
          </a:p>
        </p:txBody>
      </p:sp>
      <p:sp>
        <p:nvSpPr>
          <p:cNvPr id="440" name="Google Shape;440;g36add0d6f41_1_409">
            <a:extLst>
              <a:ext uri="{FF2B5EF4-FFF2-40B4-BE49-F238E27FC236}">
                <a16:creationId xmlns:a16="http://schemas.microsoft.com/office/drawing/2014/main" id="{E636A3B7-D67B-6508-620A-D6522DCCE31F}"/>
              </a:ext>
            </a:extLst>
          </p:cNvPr>
          <p:cNvSpPr txBox="1"/>
          <p:nvPr/>
        </p:nvSpPr>
        <p:spPr>
          <a:xfrm>
            <a:off x="5389625" y="6431646"/>
            <a:ext cx="952500" cy="4002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1" i="0" u="sng" strike="noStrike" cap="none" dirty="0">
                <a:solidFill>
                  <a:srgbClr val="000000"/>
                </a:solidFill>
                <a:latin typeface="Arial"/>
                <a:ea typeface="Arial"/>
                <a:cs typeface="Arial"/>
                <a:sym typeface="Arial"/>
              </a:rPr>
              <a:t>Figure 1</a:t>
            </a:r>
            <a:endParaRPr sz="1400" b="1" i="0" u="sng" strike="noStrike" cap="none" dirty="0">
              <a:solidFill>
                <a:srgbClr val="000000"/>
              </a:solidFill>
              <a:latin typeface="Arial"/>
              <a:ea typeface="Arial"/>
              <a:cs typeface="Arial"/>
              <a:sym typeface="Arial"/>
            </a:endParaRPr>
          </a:p>
        </p:txBody>
      </p:sp>
      <p:sp>
        <p:nvSpPr>
          <p:cNvPr id="441" name="Google Shape;441;g36add0d6f41_1_409">
            <a:extLst>
              <a:ext uri="{FF2B5EF4-FFF2-40B4-BE49-F238E27FC236}">
                <a16:creationId xmlns:a16="http://schemas.microsoft.com/office/drawing/2014/main" id="{C0CE302D-B773-BD97-FC43-33C46EEB1073}"/>
              </a:ext>
            </a:extLst>
          </p:cNvPr>
          <p:cNvSpPr txBox="1"/>
          <p:nvPr/>
        </p:nvSpPr>
        <p:spPr>
          <a:xfrm rot="-941">
            <a:off x="685800" y="4897875"/>
            <a:ext cx="10959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Incoming HTTP Request</a:t>
            </a:r>
            <a:endParaRPr sz="1000" b="0" i="0" u="none" strike="noStrike" cap="none">
              <a:solidFill>
                <a:srgbClr val="000000"/>
              </a:solidFill>
              <a:latin typeface="Arial"/>
              <a:ea typeface="Arial"/>
              <a:cs typeface="Arial"/>
              <a:sym typeface="Arial"/>
            </a:endParaRPr>
          </a:p>
        </p:txBody>
      </p:sp>
      <p:grpSp>
        <p:nvGrpSpPr>
          <p:cNvPr id="442" name="Google Shape;442;g36add0d6f41_1_409">
            <a:extLst>
              <a:ext uri="{FF2B5EF4-FFF2-40B4-BE49-F238E27FC236}">
                <a16:creationId xmlns:a16="http://schemas.microsoft.com/office/drawing/2014/main" id="{235BFB5D-FA70-C0CC-85EB-AC1C9551D716}"/>
              </a:ext>
            </a:extLst>
          </p:cNvPr>
          <p:cNvGrpSpPr/>
          <p:nvPr/>
        </p:nvGrpSpPr>
        <p:grpSpPr>
          <a:xfrm>
            <a:off x="4304401" y="4832025"/>
            <a:ext cx="2671145" cy="1408454"/>
            <a:chOff x="4304402" y="4908225"/>
            <a:chExt cx="2671145" cy="1408454"/>
          </a:xfrm>
        </p:grpSpPr>
        <p:sp>
          <p:nvSpPr>
            <p:cNvPr id="443" name="Google Shape;443;g36add0d6f41_1_409">
              <a:extLst>
                <a:ext uri="{FF2B5EF4-FFF2-40B4-BE49-F238E27FC236}">
                  <a16:creationId xmlns:a16="http://schemas.microsoft.com/office/drawing/2014/main" id="{7B9AC3AD-C406-9D4C-44B8-F66B3C68EA45}"/>
                </a:ext>
              </a:extLst>
            </p:cNvPr>
            <p:cNvSpPr/>
            <p:nvPr/>
          </p:nvSpPr>
          <p:spPr>
            <a:xfrm>
              <a:off x="5611013" y="4908225"/>
              <a:ext cx="1095900" cy="624300"/>
            </a:xfrm>
            <a:prstGeom prst="roundRect">
              <a:avLst>
                <a:gd name="adj" fmla="val 16667"/>
              </a:avLst>
            </a:prstGeom>
            <a:solidFill>
              <a:srgbClr val="F9CB9C"/>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dirty="0">
                  <a:solidFill>
                    <a:srgbClr val="000000"/>
                  </a:solidFill>
                  <a:latin typeface="Arial"/>
                  <a:ea typeface="Arial"/>
                  <a:cs typeface="Arial"/>
                  <a:sym typeface="Arial"/>
                </a:rPr>
                <a:t>Controller</a:t>
              </a:r>
            </a:p>
          </p:txBody>
        </p:sp>
        <p:cxnSp>
          <p:nvCxnSpPr>
            <p:cNvPr id="444" name="Google Shape;444;g36add0d6f41_1_409">
              <a:extLst>
                <a:ext uri="{FF2B5EF4-FFF2-40B4-BE49-F238E27FC236}">
                  <a16:creationId xmlns:a16="http://schemas.microsoft.com/office/drawing/2014/main" id="{20DB7962-F13C-BB53-3449-CB166E785317}"/>
                </a:ext>
              </a:extLst>
            </p:cNvPr>
            <p:cNvCxnSpPr>
              <a:stCxn id="445" idx="3"/>
              <a:endCxn id="443" idx="1"/>
            </p:cNvCxnSpPr>
            <p:nvPr/>
          </p:nvCxnSpPr>
          <p:spPr>
            <a:xfrm>
              <a:off x="4304402" y="5220375"/>
              <a:ext cx="1306500" cy="0"/>
            </a:xfrm>
            <a:prstGeom prst="straightConnector1">
              <a:avLst/>
            </a:prstGeom>
            <a:noFill/>
            <a:ln w="19050" cap="flat" cmpd="sng">
              <a:solidFill>
                <a:srgbClr val="0000FF"/>
              </a:solidFill>
              <a:prstDash val="solid"/>
              <a:round/>
              <a:headEnd type="triangle" w="med" len="med"/>
              <a:tailEnd type="triangle" w="med" len="med"/>
            </a:ln>
          </p:spPr>
        </p:cxnSp>
        <p:sp>
          <p:nvSpPr>
            <p:cNvPr id="446" name="Google Shape;446;g36add0d6f41_1_409">
              <a:extLst>
                <a:ext uri="{FF2B5EF4-FFF2-40B4-BE49-F238E27FC236}">
                  <a16:creationId xmlns:a16="http://schemas.microsoft.com/office/drawing/2014/main" id="{BB2931C2-F15B-2771-4664-F7066B312408}"/>
                </a:ext>
              </a:extLst>
            </p:cNvPr>
            <p:cNvSpPr txBox="1"/>
            <p:nvPr/>
          </p:nvSpPr>
          <p:spPr>
            <a:xfrm rot="-1895">
              <a:off x="5342497" y="5515829"/>
              <a:ext cx="1632900" cy="8004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dirty="0">
                  <a:solidFill>
                    <a:srgbClr val="000000"/>
                  </a:solidFill>
                  <a:latin typeface="Arial"/>
                  <a:ea typeface="Arial"/>
                  <a:cs typeface="Arial"/>
                  <a:sym typeface="Arial"/>
                </a:rPr>
                <a:t>Process the task</a:t>
              </a:r>
              <a:r>
                <a:rPr lang="en-US" sz="1000" dirty="0"/>
                <a:t>s</a:t>
              </a:r>
              <a:r>
                <a:rPr lang="en-US" sz="1000" b="0" i="0" u="none" strike="noStrike" cap="none" dirty="0">
                  <a:solidFill>
                    <a:srgbClr val="000000"/>
                  </a:solidFill>
                  <a:latin typeface="Arial"/>
                  <a:ea typeface="Arial"/>
                  <a:cs typeface="Arial"/>
                  <a:sym typeface="Arial"/>
                </a:rPr>
                <a:t> assigned and determine the appropriate responses.</a:t>
              </a:r>
              <a:endParaRPr sz="1000" b="0" i="0" u="none" strike="noStrike" cap="none" dirty="0">
                <a:solidFill>
                  <a:srgbClr val="000000"/>
                </a:solidFill>
                <a:latin typeface="Arial"/>
                <a:ea typeface="Arial"/>
                <a:cs typeface="Arial"/>
                <a:sym typeface="Arial"/>
              </a:endParaRPr>
            </a:p>
          </p:txBody>
        </p:sp>
      </p:grpSp>
      <p:grpSp>
        <p:nvGrpSpPr>
          <p:cNvPr id="447" name="Google Shape;447;g36add0d6f41_1_409">
            <a:extLst>
              <a:ext uri="{FF2B5EF4-FFF2-40B4-BE49-F238E27FC236}">
                <a16:creationId xmlns:a16="http://schemas.microsoft.com/office/drawing/2014/main" id="{12F94B70-322A-8F21-2683-A8407FDE6662}"/>
              </a:ext>
            </a:extLst>
          </p:cNvPr>
          <p:cNvGrpSpPr/>
          <p:nvPr/>
        </p:nvGrpSpPr>
        <p:grpSpPr>
          <a:xfrm>
            <a:off x="6706912" y="5144175"/>
            <a:ext cx="2503648" cy="1659755"/>
            <a:chOff x="6706912" y="5144175"/>
            <a:chExt cx="2503648" cy="1659755"/>
          </a:xfrm>
        </p:grpSpPr>
        <p:sp>
          <p:nvSpPr>
            <p:cNvPr id="448" name="Google Shape;448;g36add0d6f41_1_409">
              <a:extLst>
                <a:ext uri="{FF2B5EF4-FFF2-40B4-BE49-F238E27FC236}">
                  <a16:creationId xmlns:a16="http://schemas.microsoft.com/office/drawing/2014/main" id="{9A2DBBC6-9EA7-193F-BDDA-A47FF4878C58}"/>
                </a:ext>
              </a:extLst>
            </p:cNvPr>
            <p:cNvSpPr/>
            <p:nvPr/>
          </p:nvSpPr>
          <p:spPr>
            <a:xfrm>
              <a:off x="8013538" y="5532525"/>
              <a:ext cx="1095900" cy="624300"/>
            </a:xfrm>
            <a:prstGeom prst="roundRect">
              <a:avLst>
                <a:gd name="adj" fmla="val 16667"/>
              </a:avLst>
            </a:prstGeom>
            <a:solidFill>
              <a:srgbClr val="9FC5E8"/>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dirty="0">
                  <a:solidFill>
                    <a:srgbClr val="000000"/>
                  </a:solidFill>
                  <a:latin typeface="Arial"/>
                  <a:ea typeface="Arial"/>
                  <a:cs typeface="Arial"/>
                  <a:sym typeface="Arial"/>
                </a:rPr>
                <a:t>Views</a:t>
              </a:r>
              <a:endParaRPr sz="1400" b="0" i="0" u="none" strike="noStrike" cap="none" dirty="0">
                <a:solidFill>
                  <a:srgbClr val="000000"/>
                </a:solidFill>
                <a:latin typeface="Arial"/>
                <a:ea typeface="Arial"/>
                <a:cs typeface="Arial"/>
                <a:sym typeface="Arial"/>
              </a:endParaRPr>
            </a:p>
          </p:txBody>
        </p:sp>
        <p:cxnSp>
          <p:nvCxnSpPr>
            <p:cNvPr id="449" name="Google Shape;449;g36add0d6f41_1_409">
              <a:extLst>
                <a:ext uri="{FF2B5EF4-FFF2-40B4-BE49-F238E27FC236}">
                  <a16:creationId xmlns:a16="http://schemas.microsoft.com/office/drawing/2014/main" id="{04705671-3479-6C4F-4387-D7E711C7F1B6}"/>
                </a:ext>
              </a:extLst>
            </p:cNvPr>
            <p:cNvCxnSpPr>
              <a:stCxn id="443" idx="3"/>
            </p:cNvCxnSpPr>
            <p:nvPr/>
          </p:nvCxnSpPr>
          <p:spPr>
            <a:xfrm>
              <a:off x="6706912" y="5144175"/>
              <a:ext cx="1306500" cy="703500"/>
            </a:xfrm>
            <a:prstGeom prst="straightConnector1">
              <a:avLst/>
            </a:prstGeom>
            <a:noFill/>
            <a:ln w="19050" cap="flat" cmpd="sng">
              <a:solidFill>
                <a:srgbClr val="0000FF"/>
              </a:solidFill>
              <a:prstDash val="solid"/>
              <a:round/>
              <a:headEnd type="triangle" w="med" len="med"/>
              <a:tailEnd type="triangle" w="med" len="med"/>
            </a:ln>
          </p:spPr>
        </p:cxnSp>
        <p:sp>
          <p:nvSpPr>
            <p:cNvPr id="450" name="Google Shape;450;g36add0d6f41_1_409">
              <a:extLst>
                <a:ext uri="{FF2B5EF4-FFF2-40B4-BE49-F238E27FC236}">
                  <a16:creationId xmlns:a16="http://schemas.microsoft.com/office/drawing/2014/main" id="{780E11DB-55DF-9FD0-CB3B-73D3C5B6DA80}"/>
                </a:ext>
              </a:extLst>
            </p:cNvPr>
            <p:cNvSpPr txBox="1"/>
            <p:nvPr/>
          </p:nvSpPr>
          <p:spPr>
            <a:xfrm rot="-1589">
              <a:off x="7912611" y="6157130"/>
              <a:ext cx="1297800" cy="6465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dirty="0">
                  <a:solidFill>
                    <a:srgbClr val="000000"/>
                  </a:solidFill>
                  <a:latin typeface="Arial"/>
                  <a:ea typeface="Arial"/>
                  <a:cs typeface="Arial"/>
                  <a:sym typeface="Arial"/>
                </a:rPr>
                <a:t>Perform tasks related to rendering HTML pages.</a:t>
              </a:r>
              <a:endParaRPr sz="1000" b="0" i="0" u="none" strike="noStrike" cap="none" dirty="0">
                <a:solidFill>
                  <a:srgbClr val="000000"/>
                </a:solidFill>
                <a:latin typeface="Arial"/>
                <a:ea typeface="Arial"/>
                <a:cs typeface="Arial"/>
                <a:sym typeface="Arial"/>
              </a:endParaRPr>
            </a:p>
          </p:txBody>
        </p:sp>
      </p:grpSp>
      <p:grpSp>
        <p:nvGrpSpPr>
          <p:cNvPr id="451" name="Google Shape;451;g36add0d6f41_1_409">
            <a:extLst>
              <a:ext uri="{FF2B5EF4-FFF2-40B4-BE49-F238E27FC236}">
                <a16:creationId xmlns:a16="http://schemas.microsoft.com/office/drawing/2014/main" id="{5D5024F1-3B8B-9EB0-B09C-F3873EC4C682}"/>
              </a:ext>
            </a:extLst>
          </p:cNvPr>
          <p:cNvGrpSpPr/>
          <p:nvPr/>
        </p:nvGrpSpPr>
        <p:grpSpPr>
          <a:xfrm>
            <a:off x="6706912" y="4131525"/>
            <a:ext cx="2531038" cy="1260005"/>
            <a:chOff x="6738750" y="4283925"/>
            <a:chExt cx="2531038" cy="1260005"/>
          </a:xfrm>
        </p:grpSpPr>
        <p:sp>
          <p:nvSpPr>
            <p:cNvPr id="452" name="Google Shape;452;g36add0d6f41_1_409">
              <a:extLst>
                <a:ext uri="{FF2B5EF4-FFF2-40B4-BE49-F238E27FC236}">
                  <a16:creationId xmlns:a16="http://schemas.microsoft.com/office/drawing/2014/main" id="{EABE99D7-E24D-777A-8B28-F66D826D4617}"/>
                </a:ext>
              </a:extLst>
            </p:cNvPr>
            <p:cNvSpPr/>
            <p:nvPr/>
          </p:nvSpPr>
          <p:spPr>
            <a:xfrm>
              <a:off x="8013538" y="4283925"/>
              <a:ext cx="1095900" cy="624300"/>
            </a:xfrm>
            <a:prstGeom prst="roundRect">
              <a:avLst>
                <a:gd name="adj" fmla="val 16667"/>
              </a:avLst>
            </a:prstGeom>
            <a:solidFill>
              <a:srgbClr val="EA9999"/>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dirty="0">
                  <a:solidFill>
                    <a:srgbClr val="000000"/>
                  </a:solidFill>
                  <a:latin typeface="Arial"/>
                  <a:ea typeface="Arial"/>
                  <a:cs typeface="Arial"/>
                  <a:sym typeface="Arial"/>
                </a:rPr>
                <a:t>Model</a:t>
              </a:r>
            </a:p>
          </p:txBody>
        </p:sp>
        <p:cxnSp>
          <p:nvCxnSpPr>
            <p:cNvPr id="453" name="Google Shape;453;g36add0d6f41_1_409">
              <a:extLst>
                <a:ext uri="{FF2B5EF4-FFF2-40B4-BE49-F238E27FC236}">
                  <a16:creationId xmlns:a16="http://schemas.microsoft.com/office/drawing/2014/main" id="{DD0D3EBD-5677-2DCA-23E8-D27B4A8705D2}"/>
                </a:ext>
              </a:extLst>
            </p:cNvPr>
            <p:cNvCxnSpPr>
              <a:stCxn id="443" idx="3"/>
              <a:endCxn id="452" idx="1"/>
            </p:cNvCxnSpPr>
            <p:nvPr/>
          </p:nvCxnSpPr>
          <p:spPr>
            <a:xfrm rot="10800000" flipH="1">
              <a:off x="6738750" y="4596075"/>
              <a:ext cx="1274700" cy="700500"/>
            </a:xfrm>
            <a:prstGeom prst="straightConnector1">
              <a:avLst/>
            </a:prstGeom>
            <a:noFill/>
            <a:ln w="19050" cap="flat" cmpd="sng">
              <a:solidFill>
                <a:srgbClr val="0000FF"/>
              </a:solidFill>
              <a:prstDash val="solid"/>
              <a:round/>
              <a:headEnd type="triangle" w="med" len="med"/>
              <a:tailEnd type="triangle" w="med" len="med"/>
            </a:ln>
          </p:spPr>
        </p:cxnSp>
        <p:sp>
          <p:nvSpPr>
            <p:cNvPr id="454" name="Google Shape;454;g36add0d6f41_1_409">
              <a:extLst>
                <a:ext uri="{FF2B5EF4-FFF2-40B4-BE49-F238E27FC236}">
                  <a16:creationId xmlns:a16="http://schemas.microsoft.com/office/drawing/2014/main" id="{A045D137-3EB5-9008-EAA0-18686B4296DB}"/>
                </a:ext>
              </a:extLst>
            </p:cNvPr>
            <p:cNvSpPr txBox="1"/>
            <p:nvPr/>
          </p:nvSpPr>
          <p:spPr>
            <a:xfrm rot="-1456">
              <a:off x="7853351" y="4897130"/>
              <a:ext cx="1416300" cy="6465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dirty="0">
                  <a:solidFill>
                    <a:srgbClr val="000000"/>
                  </a:solidFill>
                  <a:latin typeface="Arial"/>
                  <a:ea typeface="Arial"/>
                  <a:cs typeface="Arial"/>
                  <a:sym typeface="Arial"/>
                </a:rPr>
                <a:t>Perform tasks related to processing of data from Controller.</a:t>
              </a:r>
              <a:endParaRPr sz="1000" b="0" i="0" u="none" strike="noStrike" cap="none" dirty="0">
                <a:solidFill>
                  <a:srgbClr val="000000"/>
                </a:solidFill>
                <a:latin typeface="Arial"/>
                <a:ea typeface="Arial"/>
                <a:cs typeface="Arial"/>
                <a:sym typeface="Arial"/>
              </a:endParaRPr>
            </a:p>
          </p:txBody>
        </p:sp>
      </p:grpSp>
      <p:grpSp>
        <p:nvGrpSpPr>
          <p:cNvPr id="455" name="Google Shape;455;g36add0d6f41_1_409">
            <a:extLst>
              <a:ext uri="{FF2B5EF4-FFF2-40B4-BE49-F238E27FC236}">
                <a16:creationId xmlns:a16="http://schemas.microsoft.com/office/drawing/2014/main" id="{08A9A4EB-75D7-6F5C-61B9-4F4130D7CF47}"/>
              </a:ext>
            </a:extLst>
          </p:cNvPr>
          <p:cNvGrpSpPr/>
          <p:nvPr/>
        </p:nvGrpSpPr>
        <p:grpSpPr>
          <a:xfrm>
            <a:off x="1781701" y="4832025"/>
            <a:ext cx="2773022" cy="1307293"/>
            <a:chOff x="1781701" y="4908225"/>
            <a:chExt cx="2773022" cy="1307293"/>
          </a:xfrm>
        </p:grpSpPr>
        <p:sp>
          <p:nvSpPr>
            <p:cNvPr id="445" name="Google Shape;445;g36add0d6f41_1_409">
              <a:extLst>
                <a:ext uri="{FF2B5EF4-FFF2-40B4-BE49-F238E27FC236}">
                  <a16:creationId xmlns:a16="http://schemas.microsoft.com/office/drawing/2014/main" id="{EFA81D20-F994-4A0D-59A3-5B786EC7D9A1}"/>
                </a:ext>
              </a:extLst>
            </p:cNvPr>
            <p:cNvSpPr/>
            <p:nvPr/>
          </p:nvSpPr>
          <p:spPr>
            <a:xfrm>
              <a:off x="3208501" y="4908225"/>
              <a:ext cx="1095900" cy="624300"/>
            </a:xfrm>
            <a:prstGeom prst="roundRect">
              <a:avLst>
                <a:gd name="adj" fmla="val 16667"/>
              </a:avLst>
            </a:prstGeom>
            <a:solidFill>
              <a:srgbClr val="B6D7A8"/>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dirty="0">
                  <a:solidFill>
                    <a:srgbClr val="000000"/>
                  </a:solidFill>
                  <a:latin typeface="Arial"/>
                  <a:ea typeface="Arial"/>
                  <a:cs typeface="Arial"/>
                  <a:sym typeface="Arial"/>
                </a:rPr>
                <a:t>Routes</a:t>
              </a:r>
              <a:endParaRPr sz="1400" b="0" i="0" u="none" strike="noStrike" cap="none" dirty="0">
                <a:solidFill>
                  <a:srgbClr val="000000"/>
                </a:solidFill>
                <a:latin typeface="Arial"/>
                <a:ea typeface="Arial"/>
                <a:cs typeface="Arial"/>
                <a:sym typeface="Arial"/>
              </a:endParaRPr>
            </a:p>
          </p:txBody>
        </p:sp>
        <p:cxnSp>
          <p:nvCxnSpPr>
            <p:cNvPr id="456" name="Google Shape;456;g36add0d6f41_1_409">
              <a:extLst>
                <a:ext uri="{FF2B5EF4-FFF2-40B4-BE49-F238E27FC236}">
                  <a16:creationId xmlns:a16="http://schemas.microsoft.com/office/drawing/2014/main" id="{42AD3D6A-6A5D-5E8C-8A48-236C2C349E8A}"/>
                </a:ext>
              </a:extLst>
            </p:cNvPr>
            <p:cNvCxnSpPr>
              <a:endCxn id="445" idx="1"/>
            </p:cNvCxnSpPr>
            <p:nvPr/>
          </p:nvCxnSpPr>
          <p:spPr>
            <a:xfrm>
              <a:off x="1781701" y="5220375"/>
              <a:ext cx="1426800" cy="0"/>
            </a:xfrm>
            <a:prstGeom prst="straightConnector1">
              <a:avLst/>
            </a:prstGeom>
            <a:noFill/>
            <a:ln w="19050" cap="flat" cmpd="sng">
              <a:solidFill>
                <a:srgbClr val="0000FF"/>
              </a:solidFill>
              <a:prstDash val="solid"/>
              <a:round/>
              <a:headEnd type="none" w="sm" len="sm"/>
              <a:tailEnd type="triangle" w="med" len="med"/>
            </a:ln>
          </p:spPr>
        </p:cxnSp>
        <p:sp>
          <p:nvSpPr>
            <p:cNvPr id="457" name="Google Shape;457;g36add0d6f41_1_409">
              <a:extLst>
                <a:ext uri="{FF2B5EF4-FFF2-40B4-BE49-F238E27FC236}">
                  <a16:creationId xmlns:a16="http://schemas.microsoft.com/office/drawing/2014/main" id="{73675079-0F0A-4B79-AA7D-2C048671B102}"/>
                </a:ext>
              </a:extLst>
            </p:cNvPr>
            <p:cNvSpPr txBox="1"/>
            <p:nvPr/>
          </p:nvSpPr>
          <p:spPr>
            <a:xfrm rot="-1311">
              <a:off x="2981400" y="5568718"/>
              <a:ext cx="1573200" cy="6465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Process the requests and delegate it to function in the Controller</a:t>
              </a:r>
              <a:endParaRPr sz="1000" b="0" i="0" u="none" strike="noStrike" cap="none">
                <a:solidFill>
                  <a:srgbClr val="000000"/>
                </a:solidFill>
                <a:latin typeface="Arial"/>
                <a:ea typeface="Arial"/>
                <a:cs typeface="Arial"/>
                <a:sym typeface="Arial"/>
              </a:endParaRPr>
            </a:p>
          </p:txBody>
        </p:sp>
      </p:grpSp>
      <p:grpSp>
        <p:nvGrpSpPr>
          <p:cNvPr id="458" name="Google Shape;458;g36add0d6f41_1_409">
            <a:extLst>
              <a:ext uri="{FF2B5EF4-FFF2-40B4-BE49-F238E27FC236}">
                <a16:creationId xmlns:a16="http://schemas.microsoft.com/office/drawing/2014/main" id="{8DAF4298-5FC5-F88F-B56B-EBAF9B75D753}"/>
              </a:ext>
            </a:extLst>
          </p:cNvPr>
          <p:cNvGrpSpPr/>
          <p:nvPr/>
        </p:nvGrpSpPr>
        <p:grpSpPr>
          <a:xfrm>
            <a:off x="9077600" y="4131525"/>
            <a:ext cx="2531034" cy="1117517"/>
            <a:chOff x="9077600" y="4131525"/>
            <a:chExt cx="2531034" cy="1117517"/>
          </a:xfrm>
        </p:grpSpPr>
        <p:sp>
          <p:nvSpPr>
            <p:cNvPr id="459" name="Google Shape;459;g36add0d6f41_1_409">
              <a:extLst>
                <a:ext uri="{FF2B5EF4-FFF2-40B4-BE49-F238E27FC236}">
                  <a16:creationId xmlns:a16="http://schemas.microsoft.com/office/drawing/2014/main" id="{642A5507-0987-985B-14A9-C139CF4869C4}"/>
                </a:ext>
              </a:extLst>
            </p:cNvPr>
            <p:cNvSpPr/>
            <p:nvPr/>
          </p:nvSpPr>
          <p:spPr>
            <a:xfrm>
              <a:off x="10407238" y="4131525"/>
              <a:ext cx="1095900" cy="624300"/>
            </a:xfrm>
            <a:prstGeom prst="roundRect">
              <a:avLst>
                <a:gd name="adj" fmla="val 16667"/>
              </a:avLst>
            </a:prstGeom>
            <a:solidFill>
              <a:srgbClr val="EA9999"/>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dirty="0">
                  <a:solidFill>
                    <a:srgbClr val="000000"/>
                  </a:solidFill>
                  <a:latin typeface="Arial"/>
                  <a:ea typeface="Arial"/>
                  <a:cs typeface="Arial"/>
                  <a:sym typeface="Arial"/>
                </a:rPr>
                <a:t>Data</a:t>
              </a:r>
              <a:endParaRPr sz="1400" b="0" i="0" u="none" strike="noStrike" cap="none" dirty="0">
                <a:solidFill>
                  <a:srgbClr val="000000"/>
                </a:solidFill>
                <a:latin typeface="Arial"/>
                <a:ea typeface="Arial"/>
                <a:cs typeface="Arial"/>
                <a:sym typeface="Arial"/>
              </a:endParaRPr>
            </a:p>
          </p:txBody>
        </p:sp>
        <p:cxnSp>
          <p:nvCxnSpPr>
            <p:cNvPr id="460" name="Google Shape;460;g36add0d6f41_1_409">
              <a:extLst>
                <a:ext uri="{FF2B5EF4-FFF2-40B4-BE49-F238E27FC236}">
                  <a16:creationId xmlns:a16="http://schemas.microsoft.com/office/drawing/2014/main" id="{99D3D5DC-76E5-5080-F813-5F0E590675D7}"/>
                </a:ext>
              </a:extLst>
            </p:cNvPr>
            <p:cNvCxnSpPr>
              <a:stCxn id="452" idx="3"/>
              <a:endCxn id="459" idx="1"/>
            </p:cNvCxnSpPr>
            <p:nvPr/>
          </p:nvCxnSpPr>
          <p:spPr>
            <a:xfrm>
              <a:off x="9077600" y="4443675"/>
              <a:ext cx="1329600" cy="0"/>
            </a:xfrm>
            <a:prstGeom prst="straightConnector1">
              <a:avLst/>
            </a:prstGeom>
            <a:noFill/>
            <a:ln w="19050" cap="flat" cmpd="sng">
              <a:solidFill>
                <a:srgbClr val="0000FF"/>
              </a:solidFill>
              <a:prstDash val="solid"/>
              <a:round/>
              <a:headEnd type="triangle" w="med" len="med"/>
              <a:tailEnd type="triangle" w="med" len="med"/>
            </a:ln>
          </p:spPr>
        </p:cxnSp>
        <p:sp>
          <p:nvSpPr>
            <p:cNvPr id="461" name="Google Shape;461;g36add0d6f41_1_409">
              <a:extLst>
                <a:ext uri="{FF2B5EF4-FFF2-40B4-BE49-F238E27FC236}">
                  <a16:creationId xmlns:a16="http://schemas.microsoft.com/office/drawing/2014/main" id="{6E7C00C5-60E9-40D4-280B-4706C436FC9F}"/>
                </a:ext>
              </a:extLst>
            </p:cNvPr>
            <p:cNvSpPr txBox="1"/>
            <p:nvPr/>
          </p:nvSpPr>
          <p:spPr>
            <a:xfrm rot="-1541">
              <a:off x="10270224" y="4756142"/>
              <a:ext cx="13383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Providing and storing data.</a:t>
              </a:r>
              <a:endParaRPr sz="1000" b="0" i="0" u="none" strike="noStrike" cap="none">
                <a:solidFill>
                  <a:srgbClr val="000000"/>
                </a:solidFill>
                <a:latin typeface="Arial"/>
                <a:ea typeface="Arial"/>
                <a:cs typeface="Arial"/>
                <a:sym typeface="Arial"/>
              </a:endParaRPr>
            </a:p>
          </p:txBody>
        </p:sp>
      </p:grpSp>
      <p:sp>
        <p:nvSpPr>
          <p:cNvPr id="462" name="Google Shape;462;g36add0d6f41_1_409">
            <a:extLst>
              <a:ext uri="{FF2B5EF4-FFF2-40B4-BE49-F238E27FC236}">
                <a16:creationId xmlns:a16="http://schemas.microsoft.com/office/drawing/2014/main" id="{8068DE80-BC9E-D62D-D5A1-D72371977CC3}"/>
              </a:ext>
            </a:extLst>
          </p:cNvPr>
          <p:cNvSpPr txBox="1"/>
          <p:nvPr/>
        </p:nvSpPr>
        <p:spPr>
          <a:xfrm>
            <a:off x="11503025" y="6492900"/>
            <a:ext cx="457200" cy="3651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sz="1300">
                <a:solidFill>
                  <a:srgbClr val="888888"/>
                </a:solidFill>
              </a:rPr>
              <a:t>33</a:t>
            </a:fld>
            <a:endParaRPr sz="1300">
              <a:solidFill>
                <a:srgbClr val="888888"/>
              </a:solidFill>
            </a:endParaRPr>
          </a:p>
        </p:txBody>
      </p:sp>
      <p:cxnSp>
        <p:nvCxnSpPr>
          <p:cNvPr id="4" name="Straight Arrow Connector 3">
            <a:extLst>
              <a:ext uri="{FF2B5EF4-FFF2-40B4-BE49-F238E27FC236}">
                <a16:creationId xmlns:a16="http://schemas.microsoft.com/office/drawing/2014/main" id="{3629F1F1-5976-449D-E664-446B3E7FA031}"/>
              </a:ext>
            </a:extLst>
          </p:cNvPr>
          <p:cNvCxnSpPr>
            <a:cxnSpLocks/>
          </p:cNvCxnSpPr>
          <p:nvPr/>
        </p:nvCxnSpPr>
        <p:spPr>
          <a:xfrm>
            <a:off x="4304401" y="2039947"/>
            <a:ext cx="0" cy="295769"/>
          </a:xfrm>
          <a:prstGeom prst="straightConnector1">
            <a:avLst/>
          </a:prstGeom>
          <a:ln w="12700">
            <a:tailEnd type="triangle"/>
          </a:ln>
        </p:spPr>
        <p:style>
          <a:lnRef idx="1">
            <a:schemeClr val="accent2"/>
          </a:lnRef>
          <a:fillRef idx="0">
            <a:schemeClr val="accent2"/>
          </a:fillRef>
          <a:effectRef idx="0">
            <a:schemeClr val="accent2"/>
          </a:effectRef>
          <a:fontRef idx="minor">
            <a:schemeClr val="tx1"/>
          </a:fontRef>
        </p:style>
      </p:cxnSp>
      <p:sp>
        <p:nvSpPr>
          <p:cNvPr id="7" name="TextBox 6">
            <a:extLst>
              <a:ext uri="{FF2B5EF4-FFF2-40B4-BE49-F238E27FC236}">
                <a16:creationId xmlns:a16="http://schemas.microsoft.com/office/drawing/2014/main" id="{411943BA-A399-9AD4-B68E-0A545DFCFD21}"/>
              </a:ext>
            </a:extLst>
          </p:cNvPr>
          <p:cNvSpPr txBox="1"/>
          <p:nvPr/>
        </p:nvSpPr>
        <p:spPr>
          <a:xfrm>
            <a:off x="363818" y="2804788"/>
            <a:ext cx="2016981" cy="523220"/>
          </a:xfrm>
          <a:prstGeom prst="rect">
            <a:avLst/>
          </a:prstGeom>
          <a:noFill/>
        </p:spPr>
        <p:txBody>
          <a:bodyPr wrap="square" rtlCol="0">
            <a:spAutoFit/>
          </a:bodyPr>
          <a:lstStyle/>
          <a:p>
            <a:r>
              <a:rPr lang="en-US" dirty="0"/>
              <a:t>controllers/</a:t>
            </a:r>
          </a:p>
          <a:p>
            <a:r>
              <a:rPr lang="en-US" dirty="0"/>
              <a:t>   books-</a:t>
            </a:r>
            <a:r>
              <a:rPr lang="en-US" dirty="0" err="1"/>
              <a:t>controller.js</a:t>
            </a:r>
            <a:endParaRPr lang="en-US" dirty="0"/>
          </a:p>
        </p:txBody>
      </p:sp>
      <p:cxnSp>
        <p:nvCxnSpPr>
          <p:cNvPr id="8" name="Straight Arrow Connector 7">
            <a:extLst>
              <a:ext uri="{FF2B5EF4-FFF2-40B4-BE49-F238E27FC236}">
                <a16:creationId xmlns:a16="http://schemas.microsoft.com/office/drawing/2014/main" id="{B5B7BEC9-1CAC-AE8D-FE81-ED01DA77D0AA}"/>
              </a:ext>
            </a:extLst>
          </p:cNvPr>
          <p:cNvCxnSpPr>
            <a:cxnSpLocks/>
          </p:cNvCxnSpPr>
          <p:nvPr/>
        </p:nvCxnSpPr>
        <p:spPr>
          <a:xfrm flipH="1" flipV="1">
            <a:off x="5863378" y="4465695"/>
            <a:ext cx="327451" cy="336305"/>
          </a:xfrm>
          <a:prstGeom prst="straightConnector1">
            <a:avLst/>
          </a:prstGeom>
          <a:ln w="12700">
            <a:tailEnd type="triangle"/>
          </a:ln>
        </p:spPr>
        <p:style>
          <a:lnRef idx="1">
            <a:schemeClr val="accent2"/>
          </a:lnRef>
          <a:fillRef idx="0">
            <a:schemeClr val="accent2"/>
          </a:fillRef>
          <a:effectRef idx="0">
            <a:schemeClr val="accent2"/>
          </a:effectRef>
          <a:fontRef idx="minor">
            <a:schemeClr val="tx1"/>
          </a:fontRef>
        </p:style>
      </p:cxnSp>
      <p:pic>
        <p:nvPicPr>
          <p:cNvPr id="5" name="Picture 4" descr="A computer screen shot of text&#10;&#10;AI-generated content may be incorrect.">
            <a:extLst>
              <a:ext uri="{FF2B5EF4-FFF2-40B4-BE49-F238E27FC236}">
                <a16:creationId xmlns:a16="http://schemas.microsoft.com/office/drawing/2014/main" id="{35E8E4B5-5053-7920-41D4-1813E5DB828F}"/>
              </a:ext>
            </a:extLst>
          </p:cNvPr>
          <p:cNvPicPr>
            <a:picLocks noChangeAspect="1"/>
          </p:cNvPicPr>
          <p:nvPr/>
        </p:nvPicPr>
        <p:blipFill>
          <a:blip r:embed="rId3"/>
          <a:stretch>
            <a:fillRect/>
          </a:stretch>
        </p:blipFill>
        <p:spPr>
          <a:xfrm>
            <a:off x="2186499" y="2335716"/>
            <a:ext cx="5689704" cy="2099661"/>
          </a:xfrm>
          <a:prstGeom prst="rect">
            <a:avLst/>
          </a:prstGeom>
        </p:spPr>
      </p:pic>
    </p:spTree>
    <p:extLst>
      <p:ext uri="{BB962C8B-B14F-4D97-AF65-F5344CB8AC3E}">
        <p14:creationId xmlns:p14="http://schemas.microsoft.com/office/powerpoint/2010/main" val="96346862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37">
          <a:extLst>
            <a:ext uri="{FF2B5EF4-FFF2-40B4-BE49-F238E27FC236}">
              <a16:creationId xmlns:a16="http://schemas.microsoft.com/office/drawing/2014/main" id="{BC2F819D-4FEA-B84B-D28C-93144258EA8A}"/>
            </a:ext>
          </a:extLst>
        </p:cNvPr>
        <p:cNvGrpSpPr/>
        <p:nvPr/>
      </p:nvGrpSpPr>
      <p:grpSpPr>
        <a:xfrm>
          <a:off x="0" y="0"/>
          <a:ext cx="0" cy="0"/>
          <a:chOff x="0" y="0"/>
          <a:chExt cx="0" cy="0"/>
        </a:xfrm>
      </p:grpSpPr>
      <p:sp>
        <p:nvSpPr>
          <p:cNvPr id="438" name="Google Shape;438;g36add0d6f41_1_409">
            <a:extLst>
              <a:ext uri="{FF2B5EF4-FFF2-40B4-BE49-F238E27FC236}">
                <a16:creationId xmlns:a16="http://schemas.microsoft.com/office/drawing/2014/main" id="{24ED8932-AB96-8DBA-B021-56378AED3925}"/>
              </a:ext>
            </a:extLst>
          </p:cNvPr>
          <p:cNvSpPr txBox="1"/>
          <p:nvPr/>
        </p:nvSpPr>
        <p:spPr>
          <a:xfrm>
            <a:off x="5610901" y="1499624"/>
            <a:ext cx="6335524" cy="1866599"/>
          </a:xfrm>
          <a:prstGeom prst="rect">
            <a:avLst/>
          </a:prstGeom>
          <a:noFill/>
          <a:ln>
            <a:noFill/>
          </a:ln>
        </p:spPr>
        <p:txBody>
          <a:bodyPr spcFirstLastPara="1" wrap="square" lIns="91425" tIns="91425" rIns="91425" bIns="91425" anchor="t" anchorCtr="0">
            <a:noAutofit/>
          </a:bodyPr>
          <a:lstStyle/>
          <a:p>
            <a:pPr marL="457200" marR="0" lvl="0" indent="-330200" rtl="0">
              <a:lnSpc>
                <a:spcPct val="100000"/>
              </a:lnSpc>
              <a:spcBef>
                <a:spcPts val="0"/>
              </a:spcBef>
              <a:spcAft>
                <a:spcPts val="0"/>
              </a:spcAft>
              <a:buClr>
                <a:schemeClr val="dk1"/>
              </a:buClr>
              <a:buSzPts val="1600"/>
              <a:buFont typeface="Arial"/>
              <a:buChar char="●"/>
            </a:pPr>
            <a:r>
              <a:rPr lang="en-US" sz="1600" b="0" i="0" u="none" strike="noStrike" cap="none" dirty="0">
                <a:solidFill>
                  <a:schemeClr val="dk1"/>
                </a:solidFill>
                <a:latin typeface="Arial"/>
                <a:ea typeface="Arial"/>
                <a:cs typeface="Arial"/>
                <a:sym typeface="Arial"/>
              </a:rPr>
              <a:t>In Node.js, modularization often follows the MVC (Model–View–Controller) pattern or similar architectural structures:</a:t>
            </a:r>
            <a:endParaRPr sz="1600" b="0" i="0" u="none" strike="noStrike" cap="none" dirty="0">
              <a:solidFill>
                <a:schemeClr val="dk1"/>
              </a:solidFill>
              <a:latin typeface="Arial"/>
              <a:ea typeface="Arial"/>
              <a:cs typeface="Arial"/>
              <a:sym typeface="Arial"/>
            </a:endParaRPr>
          </a:p>
          <a:p>
            <a:pPr marL="914400" lvl="1" indent="-330200">
              <a:buClr>
                <a:schemeClr val="dk1"/>
              </a:buClr>
              <a:buSzPts val="1600"/>
              <a:buFont typeface="Arial"/>
              <a:buChar char="○"/>
            </a:pPr>
            <a:r>
              <a:rPr lang="en-US" sz="1600" dirty="0">
                <a:solidFill>
                  <a:schemeClr val="dk1"/>
                </a:solidFill>
                <a:highlight>
                  <a:srgbClr val="FFFF00"/>
                </a:highlight>
              </a:rPr>
              <a:t>Models – Handle data-related operations, such as reading from or writing to files or databases.</a:t>
            </a:r>
          </a:p>
          <a:p>
            <a:pPr marL="914400" lvl="1" indent="-330200">
              <a:buClr>
                <a:schemeClr val="dk1"/>
              </a:buClr>
              <a:buSzPts val="1600"/>
              <a:buFont typeface="Arial"/>
              <a:buChar char="○"/>
            </a:pPr>
            <a:r>
              <a:rPr lang="en-US" sz="1600" dirty="0">
                <a:solidFill>
                  <a:schemeClr val="dk1"/>
                </a:solidFill>
                <a:highlight>
                  <a:srgbClr val="FFFF00"/>
                </a:highlight>
              </a:rPr>
              <a:t>Data – Refers to stored files or datasets that support the application (e.g., JSON files or configuration data).</a:t>
            </a:r>
            <a:endParaRPr lang="en-US" sz="1600" b="0" i="0" u="none" strike="noStrike" cap="none" dirty="0">
              <a:solidFill>
                <a:schemeClr val="dk1"/>
              </a:solidFill>
              <a:latin typeface="Arial"/>
              <a:ea typeface="Arial"/>
              <a:cs typeface="Arial"/>
              <a:sym typeface="Arial"/>
            </a:endParaRPr>
          </a:p>
        </p:txBody>
      </p:sp>
      <p:sp>
        <p:nvSpPr>
          <p:cNvPr id="439" name="Google Shape;439;g36add0d6f41_1_409">
            <a:extLst>
              <a:ext uri="{FF2B5EF4-FFF2-40B4-BE49-F238E27FC236}">
                <a16:creationId xmlns:a16="http://schemas.microsoft.com/office/drawing/2014/main" id="{0A102907-D5F3-DFE1-89E3-75BEB088EF83}"/>
              </a:ext>
            </a:extLst>
          </p:cNvPr>
          <p:cNvSpPr/>
          <p:nvPr/>
        </p:nvSpPr>
        <p:spPr>
          <a:xfrm>
            <a:off x="228600" y="808175"/>
            <a:ext cx="117177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Clr>
                <a:srgbClr val="000000"/>
              </a:buClr>
              <a:buSzPts val="2400"/>
              <a:buFont typeface="Arial"/>
              <a:buNone/>
            </a:pPr>
            <a:r>
              <a:rPr lang="en-US" sz="2400" b="1" i="0" u="none" strike="noStrike" cap="none" dirty="0">
                <a:solidFill>
                  <a:srgbClr val="11175E"/>
                </a:solidFill>
                <a:highlight>
                  <a:srgbClr val="FFFF00"/>
                </a:highlight>
                <a:latin typeface="Arial"/>
                <a:ea typeface="Arial"/>
                <a:cs typeface="Arial"/>
                <a:sym typeface="Arial"/>
              </a:rPr>
              <a:t>Modularization - Using the MVC (Model-View-Controller) Pattern</a:t>
            </a:r>
            <a:endParaRPr sz="2400" b="1" i="0" u="none" strike="noStrike" cap="none" dirty="0">
              <a:solidFill>
                <a:srgbClr val="11175E"/>
              </a:solidFill>
              <a:highlight>
                <a:srgbClr val="FFFF00"/>
              </a:highlight>
              <a:latin typeface="Arial"/>
              <a:ea typeface="Arial"/>
              <a:cs typeface="Arial"/>
              <a:sym typeface="Arial"/>
            </a:endParaRPr>
          </a:p>
        </p:txBody>
      </p:sp>
      <p:sp>
        <p:nvSpPr>
          <p:cNvPr id="440" name="Google Shape;440;g36add0d6f41_1_409">
            <a:extLst>
              <a:ext uri="{FF2B5EF4-FFF2-40B4-BE49-F238E27FC236}">
                <a16:creationId xmlns:a16="http://schemas.microsoft.com/office/drawing/2014/main" id="{FF1A2EAF-BE0A-E84A-C3A6-B901A95A43CC}"/>
              </a:ext>
            </a:extLst>
          </p:cNvPr>
          <p:cNvSpPr txBox="1"/>
          <p:nvPr/>
        </p:nvSpPr>
        <p:spPr>
          <a:xfrm>
            <a:off x="5389625" y="6431646"/>
            <a:ext cx="952500" cy="4002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1" i="0" u="sng" strike="noStrike" cap="none" dirty="0">
                <a:solidFill>
                  <a:srgbClr val="000000"/>
                </a:solidFill>
                <a:latin typeface="Arial"/>
                <a:ea typeface="Arial"/>
                <a:cs typeface="Arial"/>
                <a:sym typeface="Arial"/>
              </a:rPr>
              <a:t>Figure 1</a:t>
            </a:r>
            <a:endParaRPr sz="1400" b="1" i="0" u="sng" strike="noStrike" cap="none" dirty="0">
              <a:solidFill>
                <a:srgbClr val="000000"/>
              </a:solidFill>
              <a:latin typeface="Arial"/>
              <a:ea typeface="Arial"/>
              <a:cs typeface="Arial"/>
              <a:sym typeface="Arial"/>
            </a:endParaRPr>
          </a:p>
        </p:txBody>
      </p:sp>
      <p:sp>
        <p:nvSpPr>
          <p:cNvPr id="441" name="Google Shape;441;g36add0d6f41_1_409">
            <a:extLst>
              <a:ext uri="{FF2B5EF4-FFF2-40B4-BE49-F238E27FC236}">
                <a16:creationId xmlns:a16="http://schemas.microsoft.com/office/drawing/2014/main" id="{C1A5EC07-59FE-A2C8-6302-626F951DD2F6}"/>
              </a:ext>
            </a:extLst>
          </p:cNvPr>
          <p:cNvSpPr txBox="1"/>
          <p:nvPr/>
        </p:nvSpPr>
        <p:spPr>
          <a:xfrm rot="-941">
            <a:off x="685800" y="4897875"/>
            <a:ext cx="10959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Incoming HTTP Request</a:t>
            </a:r>
            <a:endParaRPr sz="1000" b="0" i="0" u="none" strike="noStrike" cap="none">
              <a:solidFill>
                <a:srgbClr val="000000"/>
              </a:solidFill>
              <a:latin typeface="Arial"/>
              <a:ea typeface="Arial"/>
              <a:cs typeface="Arial"/>
              <a:sym typeface="Arial"/>
            </a:endParaRPr>
          </a:p>
        </p:txBody>
      </p:sp>
      <p:grpSp>
        <p:nvGrpSpPr>
          <p:cNvPr id="442" name="Google Shape;442;g36add0d6f41_1_409">
            <a:extLst>
              <a:ext uri="{FF2B5EF4-FFF2-40B4-BE49-F238E27FC236}">
                <a16:creationId xmlns:a16="http://schemas.microsoft.com/office/drawing/2014/main" id="{908F9B9F-1EBC-23E4-2C3A-6B26401D2066}"/>
              </a:ext>
            </a:extLst>
          </p:cNvPr>
          <p:cNvGrpSpPr/>
          <p:nvPr/>
        </p:nvGrpSpPr>
        <p:grpSpPr>
          <a:xfrm>
            <a:off x="4304401" y="4832025"/>
            <a:ext cx="2671145" cy="1408454"/>
            <a:chOff x="4304402" y="4908225"/>
            <a:chExt cx="2671145" cy="1408454"/>
          </a:xfrm>
        </p:grpSpPr>
        <p:sp>
          <p:nvSpPr>
            <p:cNvPr id="443" name="Google Shape;443;g36add0d6f41_1_409">
              <a:extLst>
                <a:ext uri="{FF2B5EF4-FFF2-40B4-BE49-F238E27FC236}">
                  <a16:creationId xmlns:a16="http://schemas.microsoft.com/office/drawing/2014/main" id="{E2C4F535-EEF7-46D9-5ECB-7B51594AF240}"/>
                </a:ext>
              </a:extLst>
            </p:cNvPr>
            <p:cNvSpPr/>
            <p:nvPr/>
          </p:nvSpPr>
          <p:spPr>
            <a:xfrm>
              <a:off x="5611013" y="4908225"/>
              <a:ext cx="1095900" cy="624300"/>
            </a:xfrm>
            <a:prstGeom prst="roundRect">
              <a:avLst>
                <a:gd name="adj" fmla="val 16667"/>
              </a:avLst>
            </a:prstGeom>
            <a:solidFill>
              <a:srgbClr val="F9CB9C"/>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dirty="0">
                  <a:solidFill>
                    <a:srgbClr val="000000"/>
                  </a:solidFill>
                  <a:latin typeface="Arial"/>
                  <a:ea typeface="Arial"/>
                  <a:cs typeface="Arial"/>
                  <a:sym typeface="Arial"/>
                </a:rPr>
                <a:t>Controller</a:t>
              </a:r>
            </a:p>
          </p:txBody>
        </p:sp>
        <p:cxnSp>
          <p:nvCxnSpPr>
            <p:cNvPr id="444" name="Google Shape;444;g36add0d6f41_1_409">
              <a:extLst>
                <a:ext uri="{FF2B5EF4-FFF2-40B4-BE49-F238E27FC236}">
                  <a16:creationId xmlns:a16="http://schemas.microsoft.com/office/drawing/2014/main" id="{BB620FAE-E3F6-1DA7-2A10-94537CB11958}"/>
                </a:ext>
              </a:extLst>
            </p:cNvPr>
            <p:cNvCxnSpPr>
              <a:stCxn id="445" idx="3"/>
              <a:endCxn id="443" idx="1"/>
            </p:cNvCxnSpPr>
            <p:nvPr/>
          </p:nvCxnSpPr>
          <p:spPr>
            <a:xfrm>
              <a:off x="4304402" y="5220375"/>
              <a:ext cx="1306500" cy="0"/>
            </a:xfrm>
            <a:prstGeom prst="straightConnector1">
              <a:avLst/>
            </a:prstGeom>
            <a:noFill/>
            <a:ln w="19050" cap="flat" cmpd="sng">
              <a:solidFill>
                <a:srgbClr val="0000FF"/>
              </a:solidFill>
              <a:prstDash val="solid"/>
              <a:round/>
              <a:headEnd type="triangle" w="med" len="med"/>
              <a:tailEnd type="triangle" w="med" len="med"/>
            </a:ln>
          </p:spPr>
        </p:cxnSp>
        <p:sp>
          <p:nvSpPr>
            <p:cNvPr id="446" name="Google Shape;446;g36add0d6f41_1_409">
              <a:extLst>
                <a:ext uri="{FF2B5EF4-FFF2-40B4-BE49-F238E27FC236}">
                  <a16:creationId xmlns:a16="http://schemas.microsoft.com/office/drawing/2014/main" id="{F24D4C6C-AE00-C2C1-5BB0-E010AEAC1C90}"/>
                </a:ext>
              </a:extLst>
            </p:cNvPr>
            <p:cNvSpPr txBox="1"/>
            <p:nvPr/>
          </p:nvSpPr>
          <p:spPr>
            <a:xfrm rot="-1895">
              <a:off x="5342497" y="5515829"/>
              <a:ext cx="1632900" cy="8004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dirty="0">
                  <a:solidFill>
                    <a:srgbClr val="000000"/>
                  </a:solidFill>
                  <a:latin typeface="Arial"/>
                  <a:ea typeface="Arial"/>
                  <a:cs typeface="Arial"/>
                  <a:sym typeface="Arial"/>
                </a:rPr>
                <a:t>Process the task</a:t>
              </a:r>
              <a:r>
                <a:rPr lang="en-US" sz="1000" dirty="0"/>
                <a:t>s</a:t>
              </a:r>
              <a:r>
                <a:rPr lang="en-US" sz="1000" b="0" i="0" u="none" strike="noStrike" cap="none" dirty="0">
                  <a:solidFill>
                    <a:srgbClr val="000000"/>
                  </a:solidFill>
                  <a:latin typeface="Arial"/>
                  <a:ea typeface="Arial"/>
                  <a:cs typeface="Arial"/>
                  <a:sym typeface="Arial"/>
                </a:rPr>
                <a:t> assigned and determine the appropriate responses.</a:t>
              </a:r>
              <a:endParaRPr sz="1000" b="0" i="0" u="none" strike="noStrike" cap="none" dirty="0">
                <a:solidFill>
                  <a:srgbClr val="000000"/>
                </a:solidFill>
                <a:latin typeface="Arial"/>
                <a:ea typeface="Arial"/>
                <a:cs typeface="Arial"/>
                <a:sym typeface="Arial"/>
              </a:endParaRPr>
            </a:p>
          </p:txBody>
        </p:sp>
      </p:grpSp>
      <p:grpSp>
        <p:nvGrpSpPr>
          <p:cNvPr id="447" name="Google Shape;447;g36add0d6f41_1_409">
            <a:extLst>
              <a:ext uri="{FF2B5EF4-FFF2-40B4-BE49-F238E27FC236}">
                <a16:creationId xmlns:a16="http://schemas.microsoft.com/office/drawing/2014/main" id="{F22C0D80-7DAA-6B3D-BD81-C75BA4738200}"/>
              </a:ext>
            </a:extLst>
          </p:cNvPr>
          <p:cNvGrpSpPr/>
          <p:nvPr/>
        </p:nvGrpSpPr>
        <p:grpSpPr>
          <a:xfrm>
            <a:off x="6706912" y="5144175"/>
            <a:ext cx="2503648" cy="1659755"/>
            <a:chOff x="6706912" y="5144175"/>
            <a:chExt cx="2503648" cy="1659755"/>
          </a:xfrm>
        </p:grpSpPr>
        <p:sp>
          <p:nvSpPr>
            <p:cNvPr id="448" name="Google Shape;448;g36add0d6f41_1_409">
              <a:extLst>
                <a:ext uri="{FF2B5EF4-FFF2-40B4-BE49-F238E27FC236}">
                  <a16:creationId xmlns:a16="http://schemas.microsoft.com/office/drawing/2014/main" id="{2013958E-FA69-DAFF-9352-27946EE8836F}"/>
                </a:ext>
              </a:extLst>
            </p:cNvPr>
            <p:cNvSpPr/>
            <p:nvPr/>
          </p:nvSpPr>
          <p:spPr>
            <a:xfrm>
              <a:off x="8013538" y="5532525"/>
              <a:ext cx="1095900" cy="624300"/>
            </a:xfrm>
            <a:prstGeom prst="roundRect">
              <a:avLst>
                <a:gd name="adj" fmla="val 16667"/>
              </a:avLst>
            </a:prstGeom>
            <a:solidFill>
              <a:srgbClr val="9FC5E8"/>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dirty="0">
                  <a:solidFill>
                    <a:srgbClr val="000000"/>
                  </a:solidFill>
                  <a:latin typeface="Arial"/>
                  <a:ea typeface="Arial"/>
                  <a:cs typeface="Arial"/>
                  <a:sym typeface="Arial"/>
                </a:rPr>
                <a:t>Views</a:t>
              </a:r>
              <a:endParaRPr sz="1400" b="0" i="0" u="none" strike="noStrike" cap="none" dirty="0">
                <a:solidFill>
                  <a:srgbClr val="000000"/>
                </a:solidFill>
                <a:latin typeface="Arial"/>
                <a:ea typeface="Arial"/>
                <a:cs typeface="Arial"/>
                <a:sym typeface="Arial"/>
              </a:endParaRPr>
            </a:p>
          </p:txBody>
        </p:sp>
        <p:cxnSp>
          <p:nvCxnSpPr>
            <p:cNvPr id="449" name="Google Shape;449;g36add0d6f41_1_409">
              <a:extLst>
                <a:ext uri="{FF2B5EF4-FFF2-40B4-BE49-F238E27FC236}">
                  <a16:creationId xmlns:a16="http://schemas.microsoft.com/office/drawing/2014/main" id="{1647AD78-2111-E356-4DBE-74485EE04E86}"/>
                </a:ext>
              </a:extLst>
            </p:cNvPr>
            <p:cNvCxnSpPr>
              <a:stCxn id="443" idx="3"/>
            </p:cNvCxnSpPr>
            <p:nvPr/>
          </p:nvCxnSpPr>
          <p:spPr>
            <a:xfrm>
              <a:off x="6706912" y="5144175"/>
              <a:ext cx="1306500" cy="703500"/>
            </a:xfrm>
            <a:prstGeom prst="straightConnector1">
              <a:avLst/>
            </a:prstGeom>
            <a:noFill/>
            <a:ln w="19050" cap="flat" cmpd="sng">
              <a:solidFill>
                <a:srgbClr val="0000FF"/>
              </a:solidFill>
              <a:prstDash val="solid"/>
              <a:round/>
              <a:headEnd type="triangle" w="med" len="med"/>
              <a:tailEnd type="triangle" w="med" len="med"/>
            </a:ln>
          </p:spPr>
        </p:cxnSp>
        <p:sp>
          <p:nvSpPr>
            <p:cNvPr id="450" name="Google Shape;450;g36add0d6f41_1_409">
              <a:extLst>
                <a:ext uri="{FF2B5EF4-FFF2-40B4-BE49-F238E27FC236}">
                  <a16:creationId xmlns:a16="http://schemas.microsoft.com/office/drawing/2014/main" id="{1516684B-3DF3-062A-79AD-F5D293B2A14E}"/>
                </a:ext>
              </a:extLst>
            </p:cNvPr>
            <p:cNvSpPr txBox="1"/>
            <p:nvPr/>
          </p:nvSpPr>
          <p:spPr>
            <a:xfrm rot="-1589">
              <a:off x="7912611" y="6157130"/>
              <a:ext cx="1297800" cy="6465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dirty="0">
                  <a:solidFill>
                    <a:srgbClr val="000000"/>
                  </a:solidFill>
                  <a:latin typeface="Arial"/>
                  <a:ea typeface="Arial"/>
                  <a:cs typeface="Arial"/>
                  <a:sym typeface="Arial"/>
                </a:rPr>
                <a:t>Perform tasks related to rendering HTML pages.</a:t>
              </a:r>
              <a:endParaRPr sz="1000" b="0" i="0" u="none" strike="noStrike" cap="none" dirty="0">
                <a:solidFill>
                  <a:srgbClr val="000000"/>
                </a:solidFill>
                <a:latin typeface="Arial"/>
                <a:ea typeface="Arial"/>
                <a:cs typeface="Arial"/>
                <a:sym typeface="Arial"/>
              </a:endParaRPr>
            </a:p>
          </p:txBody>
        </p:sp>
      </p:grpSp>
      <p:grpSp>
        <p:nvGrpSpPr>
          <p:cNvPr id="451" name="Google Shape;451;g36add0d6f41_1_409">
            <a:extLst>
              <a:ext uri="{FF2B5EF4-FFF2-40B4-BE49-F238E27FC236}">
                <a16:creationId xmlns:a16="http://schemas.microsoft.com/office/drawing/2014/main" id="{20AF5F44-A27D-8D21-64B9-E10DF0E63953}"/>
              </a:ext>
            </a:extLst>
          </p:cNvPr>
          <p:cNvGrpSpPr/>
          <p:nvPr/>
        </p:nvGrpSpPr>
        <p:grpSpPr>
          <a:xfrm>
            <a:off x="6706912" y="4131525"/>
            <a:ext cx="2531038" cy="1260005"/>
            <a:chOff x="6738750" y="4283925"/>
            <a:chExt cx="2531038" cy="1260005"/>
          </a:xfrm>
        </p:grpSpPr>
        <p:sp>
          <p:nvSpPr>
            <p:cNvPr id="452" name="Google Shape;452;g36add0d6f41_1_409">
              <a:extLst>
                <a:ext uri="{FF2B5EF4-FFF2-40B4-BE49-F238E27FC236}">
                  <a16:creationId xmlns:a16="http://schemas.microsoft.com/office/drawing/2014/main" id="{77F7755F-B211-D58F-6AFD-4D8DC552B90B}"/>
                </a:ext>
              </a:extLst>
            </p:cNvPr>
            <p:cNvSpPr/>
            <p:nvPr/>
          </p:nvSpPr>
          <p:spPr>
            <a:xfrm>
              <a:off x="8013538" y="4283925"/>
              <a:ext cx="1095900" cy="624300"/>
            </a:xfrm>
            <a:prstGeom prst="roundRect">
              <a:avLst>
                <a:gd name="adj" fmla="val 16667"/>
              </a:avLst>
            </a:prstGeom>
            <a:solidFill>
              <a:srgbClr val="EA9999"/>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dirty="0">
                  <a:solidFill>
                    <a:srgbClr val="000000"/>
                  </a:solidFill>
                  <a:latin typeface="Arial"/>
                  <a:ea typeface="Arial"/>
                  <a:cs typeface="Arial"/>
                  <a:sym typeface="Arial"/>
                </a:rPr>
                <a:t>Model</a:t>
              </a:r>
            </a:p>
          </p:txBody>
        </p:sp>
        <p:cxnSp>
          <p:nvCxnSpPr>
            <p:cNvPr id="453" name="Google Shape;453;g36add0d6f41_1_409">
              <a:extLst>
                <a:ext uri="{FF2B5EF4-FFF2-40B4-BE49-F238E27FC236}">
                  <a16:creationId xmlns:a16="http://schemas.microsoft.com/office/drawing/2014/main" id="{FB0B7424-3582-21C9-86B2-6EBF0039DCB2}"/>
                </a:ext>
              </a:extLst>
            </p:cNvPr>
            <p:cNvCxnSpPr>
              <a:stCxn id="443" idx="3"/>
              <a:endCxn id="452" idx="1"/>
            </p:cNvCxnSpPr>
            <p:nvPr/>
          </p:nvCxnSpPr>
          <p:spPr>
            <a:xfrm rot="10800000" flipH="1">
              <a:off x="6738750" y="4596075"/>
              <a:ext cx="1274700" cy="700500"/>
            </a:xfrm>
            <a:prstGeom prst="straightConnector1">
              <a:avLst/>
            </a:prstGeom>
            <a:noFill/>
            <a:ln w="19050" cap="flat" cmpd="sng">
              <a:solidFill>
                <a:srgbClr val="0000FF"/>
              </a:solidFill>
              <a:prstDash val="solid"/>
              <a:round/>
              <a:headEnd type="triangle" w="med" len="med"/>
              <a:tailEnd type="triangle" w="med" len="med"/>
            </a:ln>
          </p:spPr>
        </p:cxnSp>
        <p:sp>
          <p:nvSpPr>
            <p:cNvPr id="454" name="Google Shape;454;g36add0d6f41_1_409">
              <a:extLst>
                <a:ext uri="{FF2B5EF4-FFF2-40B4-BE49-F238E27FC236}">
                  <a16:creationId xmlns:a16="http://schemas.microsoft.com/office/drawing/2014/main" id="{558D0001-D1C9-F49B-8687-6C97E857077B}"/>
                </a:ext>
              </a:extLst>
            </p:cNvPr>
            <p:cNvSpPr txBox="1"/>
            <p:nvPr/>
          </p:nvSpPr>
          <p:spPr>
            <a:xfrm rot="-1456">
              <a:off x="7853351" y="4897130"/>
              <a:ext cx="1416300" cy="6465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dirty="0">
                  <a:solidFill>
                    <a:srgbClr val="000000"/>
                  </a:solidFill>
                  <a:latin typeface="Arial"/>
                  <a:ea typeface="Arial"/>
                  <a:cs typeface="Arial"/>
                  <a:sym typeface="Arial"/>
                </a:rPr>
                <a:t>Perform tasks related to processing of data from Controller.</a:t>
              </a:r>
              <a:endParaRPr sz="1000" b="0" i="0" u="none" strike="noStrike" cap="none" dirty="0">
                <a:solidFill>
                  <a:srgbClr val="000000"/>
                </a:solidFill>
                <a:latin typeface="Arial"/>
                <a:ea typeface="Arial"/>
                <a:cs typeface="Arial"/>
                <a:sym typeface="Arial"/>
              </a:endParaRPr>
            </a:p>
          </p:txBody>
        </p:sp>
      </p:grpSp>
      <p:grpSp>
        <p:nvGrpSpPr>
          <p:cNvPr id="455" name="Google Shape;455;g36add0d6f41_1_409">
            <a:extLst>
              <a:ext uri="{FF2B5EF4-FFF2-40B4-BE49-F238E27FC236}">
                <a16:creationId xmlns:a16="http://schemas.microsoft.com/office/drawing/2014/main" id="{9D62A1EB-2806-F74B-1C03-F88C4BE3B3F1}"/>
              </a:ext>
            </a:extLst>
          </p:cNvPr>
          <p:cNvGrpSpPr/>
          <p:nvPr/>
        </p:nvGrpSpPr>
        <p:grpSpPr>
          <a:xfrm>
            <a:off x="1781701" y="4832025"/>
            <a:ext cx="2773022" cy="1307293"/>
            <a:chOff x="1781701" y="4908225"/>
            <a:chExt cx="2773022" cy="1307293"/>
          </a:xfrm>
        </p:grpSpPr>
        <p:sp>
          <p:nvSpPr>
            <p:cNvPr id="445" name="Google Shape;445;g36add0d6f41_1_409">
              <a:extLst>
                <a:ext uri="{FF2B5EF4-FFF2-40B4-BE49-F238E27FC236}">
                  <a16:creationId xmlns:a16="http://schemas.microsoft.com/office/drawing/2014/main" id="{A79164B5-7430-AD42-D839-C34F5F65DF07}"/>
                </a:ext>
              </a:extLst>
            </p:cNvPr>
            <p:cNvSpPr/>
            <p:nvPr/>
          </p:nvSpPr>
          <p:spPr>
            <a:xfrm>
              <a:off x="3208501" y="4908225"/>
              <a:ext cx="1095900" cy="624300"/>
            </a:xfrm>
            <a:prstGeom prst="roundRect">
              <a:avLst>
                <a:gd name="adj" fmla="val 16667"/>
              </a:avLst>
            </a:prstGeom>
            <a:solidFill>
              <a:srgbClr val="B6D7A8"/>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dirty="0">
                  <a:solidFill>
                    <a:srgbClr val="000000"/>
                  </a:solidFill>
                  <a:latin typeface="Arial"/>
                  <a:ea typeface="Arial"/>
                  <a:cs typeface="Arial"/>
                  <a:sym typeface="Arial"/>
                </a:rPr>
                <a:t>Routes</a:t>
              </a:r>
              <a:endParaRPr sz="1400" b="0" i="0" u="none" strike="noStrike" cap="none" dirty="0">
                <a:solidFill>
                  <a:srgbClr val="000000"/>
                </a:solidFill>
                <a:latin typeface="Arial"/>
                <a:ea typeface="Arial"/>
                <a:cs typeface="Arial"/>
                <a:sym typeface="Arial"/>
              </a:endParaRPr>
            </a:p>
          </p:txBody>
        </p:sp>
        <p:cxnSp>
          <p:nvCxnSpPr>
            <p:cNvPr id="456" name="Google Shape;456;g36add0d6f41_1_409">
              <a:extLst>
                <a:ext uri="{FF2B5EF4-FFF2-40B4-BE49-F238E27FC236}">
                  <a16:creationId xmlns:a16="http://schemas.microsoft.com/office/drawing/2014/main" id="{D8A17661-433E-53D0-FDCA-A2AFE8547E23}"/>
                </a:ext>
              </a:extLst>
            </p:cNvPr>
            <p:cNvCxnSpPr>
              <a:endCxn id="445" idx="1"/>
            </p:cNvCxnSpPr>
            <p:nvPr/>
          </p:nvCxnSpPr>
          <p:spPr>
            <a:xfrm>
              <a:off x="1781701" y="5220375"/>
              <a:ext cx="1426800" cy="0"/>
            </a:xfrm>
            <a:prstGeom prst="straightConnector1">
              <a:avLst/>
            </a:prstGeom>
            <a:noFill/>
            <a:ln w="19050" cap="flat" cmpd="sng">
              <a:solidFill>
                <a:srgbClr val="0000FF"/>
              </a:solidFill>
              <a:prstDash val="solid"/>
              <a:round/>
              <a:headEnd type="none" w="sm" len="sm"/>
              <a:tailEnd type="triangle" w="med" len="med"/>
            </a:ln>
          </p:spPr>
        </p:cxnSp>
        <p:sp>
          <p:nvSpPr>
            <p:cNvPr id="457" name="Google Shape;457;g36add0d6f41_1_409">
              <a:extLst>
                <a:ext uri="{FF2B5EF4-FFF2-40B4-BE49-F238E27FC236}">
                  <a16:creationId xmlns:a16="http://schemas.microsoft.com/office/drawing/2014/main" id="{B969C6ED-181B-9F6B-6A05-827D533043BE}"/>
                </a:ext>
              </a:extLst>
            </p:cNvPr>
            <p:cNvSpPr txBox="1"/>
            <p:nvPr/>
          </p:nvSpPr>
          <p:spPr>
            <a:xfrm rot="-1311">
              <a:off x="2981400" y="5568718"/>
              <a:ext cx="1573200" cy="6465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Process the requests and delegate it to function in the Controller</a:t>
              </a:r>
              <a:endParaRPr sz="1000" b="0" i="0" u="none" strike="noStrike" cap="none">
                <a:solidFill>
                  <a:srgbClr val="000000"/>
                </a:solidFill>
                <a:latin typeface="Arial"/>
                <a:ea typeface="Arial"/>
                <a:cs typeface="Arial"/>
                <a:sym typeface="Arial"/>
              </a:endParaRPr>
            </a:p>
          </p:txBody>
        </p:sp>
      </p:grpSp>
      <p:grpSp>
        <p:nvGrpSpPr>
          <p:cNvPr id="458" name="Google Shape;458;g36add0d6f41_1_409">
            <a:extLst>
              <a:ext uri="{FF2B5EF4-FFF2-40B4-BE49-F238E27FC236}">
                <a16:creationId xmlns:a16="http://schemas.microsoft.com/office/drawing/2014/main" id="{F7BF4250-0B83-20C4-6F5A-1CF7C04A8601}"/>
              </a:ext>
            </a:extLst>
          </p:cNvPr>
          <p:cNvGrpSpPr/>
          <p:nvPr/>
        </p:nvGrpSpPr>
        <p:grpSpPr>
          <a:xfrm>
            <a:off x="9077600" y="4131525"/>
            <a:ext cx="2531034" cy="1117517"/>
            <a:chOff x="9077600" y="4131525"/>
            <a:chExt cx="2531034" cy="1117517"/>
          </a:xfrm>
        </p:grpSpPr>
        <p:sp>
          <p:nvSpPr>
            <p:cNvPr id="459" name="Google Shape;459;g36add0d6f41_1_409">
              <a:extLst>
                <a:ext uri="{FF2B5EF4-FFF2-40B4-BE49-F238E27FC236}">
                  <a16:creationId xmlns:a16="http://schemas.microsoft.com/office/drawing/2014/main" id="{4AEED28E-1E06-11D0-79FA-2B4831436506}"/>
                </a:ext>
              </a:extLst>
            </p:cNvPr>
            <p:cNvSpPr/>
            <p:nvPr/>
          </p:nvSpPr>
          <p:spPr>
            <a:xfrm>
              <a:off x="10407238" y="4131525"/>
              <a:ext cx="1095900" cy="624300"/>
            </a:xfrm>
            <a:prstGeom prst="roundRect">
              <a:avLst>
                <a:gd name="adj" fmla="val 16667"/>
              </a:avLst>
            </a:prstGeom>
            <a:solidFill>
              <a:srgbClr val="EA9999"/>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dirty="0">
                  <a:solidFill>
                    <a:srgbClr val="000000"/>
                  </a:solidFill>
                  <a:latin typeface="Arial"/>
                  <a:ea typeface="Arial"/>
                  <a:cs typeface="Arial"/>
                  <a:sym typeface="Arial"/>
                </a:rPr>
                <a:t>Data</a:t>
              </a:r>
              <a:endParaRPr sz="1400" b="0" i="0" u="none" strike="noStrike" cap="none" dirty="0">
                <a:solidFill>
                  <a:srgbClr val="000000"/>
                </a:solidFill>
                <a:latin typeface="Arial"/>
                <a:ea typeface="Arial"/>
                <a:cs typeface="Arial"/>
                <a:sym typeface="Arial"/>
              </a:endParaRPr>
            </a:p>
          </p:txBody>
        </p:sp>
        <p:cxnSp>
          <p:nvCxnSpPr>
            <p:cNvPr id="460" name="Google Shape;460;g36add0d6f41_1_409">
              <a:extLst>
                <a:ext uri="{FF2B5EF4-FFF2-40B4-BE49-F238E27FC236}">
                  <a16:creationId xmlns:a16="http://schemas.microsoft.com/office/drawing/2014/main" id="{8922E225-4CAE-4ECF-229F-1A8291422744}"/>
                </a:ext>
              </a:extLst>
            </p:cNvPr>
            <p:cNvCxnSpPr>
              <a:stCxn id="452" idx="3"/>
              <a:endCxn id="459" idx="1"/>
            </p:cNvCxnSpPr>
            <p:nvPr/>
          </p:nvCxnSpPr>
          <p:spPr>
            <a:xfrm>
              <a:off x="9077600" y="4443675"/>
              <a:ext cx="1329600" cy="0"/>
            </a:xfrm>
            <a:prstGeom prst="straightConnector1">
              <a:avLst/>
            </a:prstGeom>
            <a:noFill/>
            <a:ln w="19050" cap="flat" cmpd="sng">
              <a:solidFill>
                <a:srgbClr val="0000FF"/>
              </a:solidFill>
              <a:prstDash val="solid"/>
              <a:round/>
              <a:headEnd type="triangle" w="med" len="med"/>
              <a:tailEnd type="triangle" w="med" len="med"/>
            </a:ln>
          </p:spPr>
        </p:cxnSp>
        <p:sp>
          <p:nvSpPr>
            <p:cNvPr id="461" name="Google Shape;461;g36add0d6f41_1_409">
              <a:extLst>
                <a:ext uri="{FF2B5EF4-FFF2-40B4-BE49-F238E27FC236}">
                  <a16:creationId xmlns:a16="http://schemas.microsoft.com/office/drawing/2014/main" id="{E74F96B7-1FDA-8CD9-BA2D-F74729815371}"/>
                </a:ext>
              </a:extLst>
            </p:cNvPr>
            <p:cNvSpPr txBox="1"/>
            <p:nvPr/>
          </p:nvSpPr>
          <p:spPr>
            <a:xfrm rot="-1541">
              <a:off x="10270224" y="4756142"/>
              <a:ext cx="13383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Providing and storing data.</a:t>
              </a:r>
              <a:endParaRPr sz="1000" b="0" i="0" u="none" strike="noStrike" cap="none">
                <a:solidFill>
                  <a:srgbClr val="000000"/>
                </a:solidFill>
                <a:latin typeface="Arial"/>
                <a:ea typeface="Arial"/>
                <a:cs typeface="Arial"/>
                <a:sym typeface="Arial"/>
              </a:endParaRPr>
            </a:p>
          </p:txBody>
        </p:sp>
      </p:grpSp>
      <p:sp>
        <p:nvSpPr>
          <p:cNvPr id="462" name="Google Shape;462;g36add0d6f41_1_409">
            <a:extLst>
              <a:ext uri="{FF2B5EF4-FFF2-40B4-BE49-F238E27FC236}">
                <a16:creationId xmlns:a16="http://schemas.microsoft.com/office/drawing/2014/main" id="{933A1938-703C-467C-BB30-925BC77777B9}"/>
              </a:ext>
            </a:extLst>
          </p:cNvPr>
          <p:cNvSpPr txBox="1"/>
          <p:nvPr/>
        </p:nvSpPr>
        <p:spPr>
          <a:xfrm>
            <a:off x="11503025" y="6492900"/>
            <a:ext cx="457200" cy="3651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sz="1300">
                <a:solidFill>
                  <a:srgbClr val="888888"/>
                </a:solidFill>
              </a:rPr>
              <a:t>34</a:t>
            </a:fld>
            <a:endParaRPr sz="1300">
              <a:solidFill>
                <a:srgbClr val="888888"/>
              </a:solidFill>
            </a:endParaRPr>
          </a:p>
        </p:txBody>
      </p:sp>
      <p:cxnSp>
        <p:nvCxnSpPr>
          <p:cNvPr id="4" name="Straight Arrow Connector 3">
            <a:extLst>
              <a:ext uri="{FF2B5EF4-FFF2-40B4-BE49-F238E27FC236}">
                <a16:creationId xmlns:a16="http://schemas.microsoft.com/office/drawing/2014/main" id="{713AFC7D-BBF8-5E71-4983-0E7E84C98049}"/>
              </a:ext>
            </a:extLst>
          </p:cNvPr>
          <p:cNvCxnSpPr>
            <a:cxnSpLocks/>
          </p:cNvCxnSpPr>
          <p:nvPr/>
        </p:nvCxnSpPr>
        <p:spPr>
          <a:xfrm>
            <a:off x="4304401" y="2139961"/>
            <a:ext cx="0" cy="386189"/>
          </a:xfrm>
          <a:prstGeom prst="straightConnector1">
            <a:avLst/>
          </a:prstGeom>
          <a:ln w="12700">
            <a:tailEnd type="triangle"/>
          </a:ln>
        </p:spPr>
        <p:style>
          <a:lnRef idx="1">
            <a:schemeClr val="accent2"/>
          </a:lnRef>
          <a:fillRef idx="0">
            <a:schemeClr val="accent2"/>
          </a:fillRef>
          <a:effectRef idx="0">
            <a:schemeClr val="accent2"/>
          </a:effectRef>
          <a:fontRef idx="minor">
            <a:schemeClr val="tx1"/>
          </a:fontRef>
        </p:style>
      </p:cxnSp>
      <p:sp>
        <p:nvSpPr>
          <p:cNvPr id="7" name="TextBox 6">
            <a:extLst>
              <a:ext uri="{FF2B5EF4-FFF2-40B4-BE49-F238E27FC236}">
                <a16:creationId xmlns:a16="http://schemas.microsoft.com/office/drawing/2014/main" id="{6F527634-1EB1-8756-230C-AD9EABB19E60}"/>
              </a:ext>
            </a:extLst>
          </p:cNvPr>
          <p:cNvSpPr txBox="1"/>
          <p:nvPr/>
        </p:nvSpPr>
        <p:spPr>
          <a:xfrm>
            <a:off x="977867" y="6498424"/>
            <a:ext cx="3326534" cy="307777"/>
          </a:xfrm>
          <a:prstGeom prst="rect">
            <a:avLst/>
          </a:prstGeom>
          <a:noFill/>
        </p:spPr>
        <p:txBody>
          <a:bodyPr wrap="square" rtlCol="0">
            <a:spAutoFit/>
          </a:bodyPr>
          <a:lstStyle/>
          <a:p>
            <a:r>
              <a:rPr lang="en-US" dirty="0"/>
              <a:t>models/book-</a:t>
            </a:r>
            <a:r>
              <a:rPr lang="en-US" dirty="0" err="1"/>
              <a:t>model.js</a:t>
            </a:r>
            <a:endParaRPr lang="en-US" dirty="0"/>
          </a:p>
        </p:txBody>
      </p:sp>
      <p:cxnSp>
        <p:nvCxnSpPr>
          <p:cNvPr id="8" name="Straight Arrow Connector 7">
            <a:extLst>
              <a:ext uri="{FF2B5EF4-FFF2-40B4-BE49-F238E27FC236}">
                <a16:creationId xmlns:a16="http://schemas.microsoft.com/office/drawing/2014/main" id="{C2B80A85-8656-7BB4-E58C-506A5815FB3D}"/>
              </a:ext>
            </a:extLst>
          </p:cNvPr>
          <p:cNvCxnSpPr>
            <a:cxnSpLocks/>
            <a:stCxn id="452" idx="0"/>
            <a:endCxn id="3" idx="3"/>
          </p:cNvCxnSpPr>
          <p:nvPr/>
        </p:nvCxnSpPr>
        <p:spPr>
          <a:xfrm flipH="1" flipV="1">
            <a:off x="5510368" y="3246448"/>
            <a:ext cx="3019282" cy="885077"/>
          </a:xfrm>
          <a:prstGeom prst="straightConnector1">
            <a:avLst/>
          </a:prstGeom>
          <a:ln w="12700">
            <a:tailEnd type="triangle"/>
          </a:ln>
        </p:spPr>
        <p:style>
          <a:lnRef idx="1">
            <a:schemeClr val="accent2"/>
          </a:lnRef>
          <a:fillRef idx="0">
            <a:schemeClr val="accent2"/>
          </a:fillRef>
          <a:effectRef idx="0">
            <a:schemeClr val="accent2"/>
          </a:effectRef>
          <a:fontRef idx="minor">
            <a:schemeClr val="tx1"/>
          </a:fontRef>
        </p:style>
      </p:cxnSp>
      <p:pic>
        <p:nvPicPr>
          <p:cNvPr id="3" name="Picture 2" descr="A screen shot of a computer program&#10;&#10;AI-generated content may be incorrect.">
            <a:extLst>
              <a:ext uri="{FF2B5EF4-FFF2-40B4-BE49-F238E27FC236}">
                <a16:creationId xmlns:a16="http://schemas.microsoft.com/office/drawing/2014/main" id="{9F1BF288-065E-B30F-7910-DC48DC42B3E5}"/>
              </a:ext>
            </a:extLst>
          </p:cNvPr>
          <p:cNvPicPr>
            <a:picLocks noChangeAspect="1"/>
          </p:cNvPicPr>
          <p:nvPr/>
        </p:nvPicPr>
        <p:blipFill>
          <a:blip r:embed="rId3"/>
          <a:stretch>
            <a:fillRect/>
          </a:stretch>
        </p:blipFill>
        <p:spPr>
          <a:xfrm>
            <a:off x="-506" y="0"/>
            <a:ext cx="5510874" cy="6492896"/>
          </a:xfrm>
          <a:prstGeom prst="rect">
            <a:avLst/>
          </a:prstGeom>
        </p:spPr>
      </p:pic>
      <p:cxnSp>
        <p:nvCxnSpPr>
          <p:cNvPr id="10" name="Straight Arrow Connector 9">
            <a:extLst>
              <a:ext uri="{FF2B5EF4-FFF2-40B4-BE49-F238E27FC236}">
                <a16:creationId xmlns:a16="http://schemas.microsoft.com/office/drawing/2014/main" id="{268A8F2B-7298-4313-217A-AE78C36C8A1C}"/>
              </a:ext>
            </a:extLst>
          </p:cNvPr>
          <p:cNvCxnSpPr>
            <a:cxnSpLocks/>
          </p:cNvCxnSpPr>
          <p:nvPr/>
        </p:nvCxnSpPr>
        <p:spPr>
          <a:xfrm flipV="1">
            <a:off x="1781701" y="4738679"/>
            <a:ext cx="8570713" cy="1400639"/>
          </a:xfrm>
          <a:prstGeom prst="straightConnector1">
            <a:avLst/>
          </a:prstGeom>
          <a:ln w="12700">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25374712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37">
          <a:extLst>
            <a:ext uri="{FF2B5EF4-FFF2-40B4-BE49-F238E27FC236}">
              <a16:creationId xmlns:a16="http://schemas.microsoft.com/office/drawing/2014/main" id="{43E4C870-1127-F3E8-54B7-6EFB7756F4D4}"/>
            </a:ext>
          </a:extLst>
        </p:cNvPr>
        <p:cNvGrpSpPr/>
        <p:nvPr/>
      </p:nvGrpSpPr>
      <p:grpSpPr>
        <a:xfrm>
          <a:off x="0" y="0"/>
          <a:ext cx="0" cy="0"/>
          <a:chOff x="0" y="0"/>
          <a:chExt cx="0" cy="0"/>
        </a:xfrm>
      </p:grpSpPr>
      <p:sp>
        <p:nvSpPr>
          <p:cNvPr id="438" name="Google Shape;438;g36add0d6f41_1_409">
            <a:extLst>
              <a:ext uri="{FF2B5EF4-FFF2-40B4-BE49-F238E27FC236}">
                <a16:creationId xmlns:a16="http://schemas.microsoft.com/office/drawing/2014/main" id="{0DBDB213-909F-289A-4321-3936C61D9AA3}"/>
              </a:ext>
            </a:extLst>
          </p:cNvPr>
          <p:cNvSpPr txBox="1"/>
          <p:nvPr/>
        </p:nvSpPr>
        <p:spPr>
          <a:xfrm>
            <a:off x="228725" y="1499625"/>
            <a:ext cx="11717700" cy="858604"/>
          </a:xfrm>
          <a:prstGeom prst="rect">
            <a:avLst/>
          </a:prstGeom>
          <a:noFill/>
          <a:ln>
            <a:noFill/>
          </a:ln>
        </p:spPr>
        <p:txBody>
          <a:bodyPr spcFirstLastPara="1" wrap="square" lIns="91425" tIns="91425" rIns="91425" bIns="91425" anchor="t" anchorCtr="0">
            <a:noAutofit/>
          </a:bodyPr>
          <a:lstStyle/>
          <a:p>
            <a:pPr marL="457200" marR="0" lvl="0" indent="-330200" rtl="0">
              <a:lnSpc>
                <a:spcPct val="100000"/>
              </a:lnSpc>
              <a:spcBef>
                <a:spcPts val="0"/>
              </a:spcBef>
              <a:spcAft>
                <a:spcPts val="0"/>
              </a:spcAft>
              <a:buClr>
                <a:schemeClr val="dk1"/>
              </a:buClr>
              <a:buSzPts val="1600"/>
              <a:buFont typeface="Arial"/>
              <a:buChar char="●"/>
            </a:pPr>
            <a:r>
              <a:rPr lang="en-US" sz="1600" b="0" i="0" u="none" strike="noStrike" cap="none" dirty="0">
                <a:solidFill>
                  <a:schemeClr val="dk1"/>
                </a:solidFill>
                <a:latin typeface="Arial"/>
                <a:ea typeface="Arial"/>
                <a:cs typeface="Arial"/>
                <a:sym typeface="Arial"/>
              </a:rPr>
              <a:t>In Node.js, modularization often follows the MVC (Model–View–Controller) pattern or similar architectural structures:</a:t>
            </a:r>
            <a:endParaRPr sz="1600" b="0" i="0" u="none" strike="noStrike" cap="none" dirty="0">
              <a:solidFill>
                <a:schemeClr val="dk1"/>
              </a:solidFill>
              <a:latin typeface="Arial"/>
              <a:ea typeface="Arial"/>
              <a:cs typeface="Arial"/>
              <a:sym typeface="Arial"/>
            </a:endParaRPr>
          </a:p>
          <a:p>
            <a:pPr marL="914400" lvl="1" indent="-330200">
              <a:buClr>
                <a:schemeClr val="dk1"/>
              </a:buClr>
              <a:buSzPts val="1600"/>
              <a:buFont typeface="Arial"/>
              <a:buChar char="○"/>
            </a:pPr>
            <a:r>
              <a:rPr lang="en-US" sz="1600" dirty="0">
                <a:solidFill>
                  <a:schemeClr val="dk1"/>
                </a:solidFill>
                <a:highlight>
                  <a:srgbClr val="FFFF00"/>
                </a:highlight>
              </a:rPr>
              <a:t>Views – Define how data is presented to users, typically using templating engines like EJS.</a:t>
            </a:r>
          </a:p>
        </p:txBody>
      </p:sp>
      <p:sp>
        <p:nvSpPr>
          <p:cNvPr id="439" name="Google Shape;439;g36add0d6f41_1_409">
            <a:extLst>
              <a:ext uri="{FF2B5EF4-FFF2-40B4-BE49-F238E27FC236}">
                <a16:creationId xmlns:a16="http://schemas.microsoft.com/office/drawing/2014/main" id="{B8EAD2F5-A6AF-E22A-E71B-04C379007873}"/>
              </a:ext>
            </a:extLst>
          </p:cNvPr>
          <p:cNvSpPr/>
          <p:nvPr/>
        </p:nvSpPr>
        <p:spPr>
          <a:xfrm>
            <a:off x="228600" y="808175"/>
            <a:ext cx="117177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Clr>
                <a:srgbClr val="000000"/>
              </a:buClr>
              <a:buSzPts val="2400"/>
              <a:buFont typeface="Arial"/>
              <a:buNone/>
            </a:pPr>
            <a:r>
              <a:rPr lang="en-US" sz="2400" b="1" i="0" u="none" strike="noStrike" cap="none" dirty="0">
                <a:solidFill>
                  <a:srgbClr val="11175E"/>
                </a:solidFill>
                <a:highlight>
                  <a:srgbClr val="FFFF00"/>
                </a:highlight>
                <a:latin typeface="Arial"/>
                <a:ea typeface="Arial"/>
                <a:cs typeface="Arial"/>
                <a:sym typeface="Arial"/>
              </a:rPr>
              <a:t>Modularization - Using the MVC (Model-View-Controller) Pattern</a:t>
            </a:r>
            <a:endParaRPr sz="2400" b="1" i="0" u="none" strike="noStrike" cap="none" dirty="0">
              <a:solidFill>
                <a:srgbClr val="11175E"/>
              </a:solidFill>
              <a:highlight>
                <a:srgbClr val="FFFF00"/>
              </a:highlight>
              <a:latin typeface="Arial"/>
              <a:ea typeface="Arial"/>
              <a:cs typeface="Arial"/>
              <a:sym typeface="Arial"/>
            </a:endParaRPr>
          </a:p>
        </p:txBody>
      </p:sp>
      <p:sp>
        <p:nvSpPr>
          <p:cNvPr id="440" name="Google Shape;440;g36add0d6f41_1_409">
            <a:extLst>
              <a:ext uri="{FF2B5EF4-FFF2-40B4-BE49-F238E27FC236}">
                <a16:creationId xmlns:a16="http://schemas.microsoft.com/office/drawing/2014/main" id="{AE6F7BB2-A0CA-1066-6920-94D183E57A73}"/>
              </a:ext>
            </a:extLst>
          </p:cNvPr>
          <p:cNvSpPr txBox="1"/>
          <p:nvPr/>
        </p:nvSpPr>
        <p:spPr>
          <a:xfrm>
            <a:off x="5389625" y="6431646"/>
            <a:ext cx="952500" cy="4002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1" i="0" u="sng" strike="noStrike" cap="none" dirty="0">
                <a:solidFill>
                  <a:srgbClr val="000000"/>
                </a:solidFill>
                <a:latin typeface="Arial"/>
                <a:ea typeface="Arial"/>
                <a:cs typeface="Arial"/>
                <a:sym typeface="Arial"/>
              </a:rPr>
              <a:t>Figure 1</a:t>
            </a:r>
            <a:endParaRPr sz="1400" b="1" i="0" u="sng" strike="noStrike" cap="none" dirty="0">
              <a:solidFill>
                <a:srgbClr val="000000"/>
              </a:solidFill>
              <a:latin typeface="Arial"/>
              <a:ea typeface="Arial"/>
              <a:cs typeface="Arial"/>
              <a:sym typeface="Arial"/>
            </a:endParaRPr>
          </a:p>
        </p:txBody>
      </p:sp>
      <p:sp>
        <p:nvSpPr>
          <p:cNvPr id="441" name="Google Shape;441;g36add0d6f41_1_409">
            <a:extLst>
              <a:ext uri="{FF2B5EF4-FFF2-40B4-BE49-F238E27FC236}">
                <a16:creationId xmlns:a16="http://schemas.microsoft.com/office/drawing/2014/main" id="{51AF8A7D-BA98-D726-325C-754A194103ED}"/>
              </a:ext>
            </a:extLst>
          </p:cNvPr>
          <p:cNvSpPr txBox="1"/>
          <p:nvPr/>
        </p:nvSpPr>
        <p:spPr>
          <a:xfrm rot="-941">
            <a:off x="685800" y="4897875"/>
            <a:ext cx="10959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Incoming HTTP Request</a:t>
            </a:r>
            <a:endParaRPr sz="1000" b="0" i="0" u="none" strike="noStrike" cap="none">
              <a:solidFill>
                <a:srgbClr val="000000"/>
              </a:solidFill>
              <a:latin typeface="Arial"/>
              <a:ea typeface="Arial"/>
              <a:cs typeface="Arial"/>
              <a:sym typeface="Arial"/>
            </a:endParaRPr>
          </a:p>
        </p:txBody>
      </p:sp>
      <p:grpSp>
        <p:nvGrpSpPr>
          <p:cNvPr id="442" name="Google Shape;442;g36add0d6f41_1_409">
            <a:extLst>
              <a:ext uri="{FF2B5EF4-FFF2-40B4-BE49-F238E27FC236}">
                <a16:creationId xmlns:a16="http://schemas.microsoft.com/office/drawing/2014/main" id="{E18E82FF-3E61-DEC4-46EF-A22DBF2261AE}"/>
              </a:ext>
            </a:extLst>
          </p:cNvPr>
          <p:cNvGrpSpPr/>
          <p:nvPr/>
        </p:nvGrpSpPr>
        <p:grpSpPr>
          <a:xfrm>
            <a:off x="4304401" y="4832025"/>
            <a:ext cx="2671145" cy="1408454"/>
            <a:chOff x="4304402" y="4908225"/>
            <a:chExt cx="2671145" cy="1408454"/>
          </a:xfrm>
        </p:grpSpPr>
        <p:sp>
          <p:nvSpPr>
            <p:cNvPr id="443" name="Google Shape;443;g36add0d6f41_1_409">
              <a:extLst>
                <a:ext uri="{FF2B5EF4-FFF2-40B4-BE49-F238E27FC236}">
                  <a16:creationId xmlns:a16="http://schemas.microsoft.com/office/drawing/2014/main" id="{C4674485-AB24-06A4-DE2E-EF3A659C5C23}"/>
                </a:ext>
              </a:extLst>
            </p:cNvPr>
            <p:cNvSpPr/>
            <p:nvPr/>
          </p:nvSpPr>
          <p:spPr>
            <a:xfrm>
              <a:off x="5611013" y="4908225"/>
              <a:ext cx="1095900" cy="624300"/>
            </a:xfrm>
            <a:prstGeom prst="roundRect">
              <a:avLst>
                <a:gd name="adj" fmla="val 16667"/>
              </a:avLst>
            </a:prstGeom>
            <a:solidFill>
              <a:srgbClr val="F9CB9C"/>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dirty="0">
                  <a:solidFill>
                    <a:srgbClr val="000000"/>
                  </a:solidFill>
                  <a:latin typeface="Arial"/>
                  <a:ea typeface="Arial"/>
                  <a:cs typeface="Arial"/>
                  <a:sym typeface="Arial"/>
                </a:rPr>
                <a:t>Controller</a:t>
              </a:r>
            </a:p>
          </p:txBody>
        </p:sp>
        <p:cxnSp>
          <p:nvCxnSpPr>
            <p:cNvPr id="444" name="Google Shape;444;g36add0d6f41_1_409">
              <a:extLst>
                <a:ext uri="{FF2B5EF4-FFF2-40B4-BE49-F238E27FC236}">
                  <a16:creationId xmlns:a16="http://schemas.microsoft.com/office/drawing/2014/main" id="{AE957425-CF8F-DAF9-201B-336A0E43FCC2}"/>
                </a:ext>
              </a:extLst>
            </p:cNvPr>
            <p:cNvCxnSpPr>
              <a:stCxn id="445" idx="3"/>
              <a:endCxn id="443" idx="1"/>
            </p:cNvCxnSpPr>
            <p:nvPr/>
          </p:nvCxnSpPr>
          <p:spPr>
            <a:xfrm>
              <a:off x="4304402" y="5220375"/>
              <a:ext cx="1306500" cy="0"/>
            </a:xfrm>
            <a:prstGeom prst="straightConnector1">
              <a:avLst/>
            </a:prstGeom>
            <a:noFill/>
            <a:ln w="19050" cap="flat" cmpd="sng">
              <a:solidFill>
                <a:srgbClr val="0000FF"/>
              </a:solidFill>
              <a:prstDash val="solid"/>
              <a:round/>
              <a:headEnd type="triangle" w="med" len="med"/>
              <a:tailEnd type="triangle" w="med" len="med"/>
            </a:ln>
          </p:spPr>
        </p:cxnSp>
        <p:sp>
          <p:nvSpPr>
            <p:cNvPr id="446" name="Google Shape;446;g36add0d6f41_1_409">
              <a:extLst>
                <a:ext uri="{FF2B5EF4-FFF2-40B4-BE49-F238E27FC236}">
                  <a16:creationId xmlns:a16="http://schemas.microsoft.com/office/drawing/2014/main" id="{10046D29-3909-9E17-24AB-AB3EFB62147F}"/>
                </a:ext>
              </a:extLst>
            </p:cNvPr>
            <p:cNvSpPr txBox="1"/>
            <p:nvPr/>
          </p:nvSpPr>
          <p:spPr>
            <a:xfrm rot="-1895">
              <a:off x="5342497" y="5515829"/>
              <a:ext cx="1632900" cy="8004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dirty="0">
                  <a:solidFill>
                    <a:srgbClr val="000000"/>
                  </a:solidFill>
                  <a:latin typeface="Arial"/>
                  <a:ea typeface="Arial"/>
                  <a:cs typeface="Arial"/>
                  <a:sym typeface="Arial"/>
                </a:rPr>
                <a:t>Process the task</a:t>
              </a:r>
              <a:r>
                <a:rPr lang="en-US" sz="1000" dirty="0"/>
                <a:t>s</a:t>
              </a:r>
              <a:r>
                <a:rPr lang="en-US" sz="1000" b="0" i="0" u="none" strike="noStrike" cap="none" dirty="0">
                  <a:solidFill>
                    <a:srgbClr val="000000"/>
                  </a:solidFill>
                  <a:latin typeface="Arial"/>
                  <a:ea typeface="Arial"/>
                  <a:cs typeface="Arial"/>
                  <a:sym typeface="Arial"/>
                </a:rPr>
                <a:t> assigned and determine the appropriate responses.</a:t>
              </a:r>
              <a:endParaRPr sz="1000" b="0" i="0" u="none" strike="noStrike" cap="none" dirty="0">
                <a:solidFill>
                  <a:srgbClr val="000000"/>
                </a:solidFill>
                <a:latin typeface="Arial"/>
                <a:ea typeface="Arial"/>
                <a:cs typeface="Arial"/>
                <a:sym typeface="Arial"/>
              </a:endParaRPr>
            </a:p>
          </p:txBody>
        </p:sp>
      </p:grpSp>
      <p:grpSp>
        <p:nvGrpSpPr>
          <p:cNvPr id="447" name="Google Shape;447;g36add0d6f41_1_409">
            <a:extLst>
              <a:ext uri="{FF2B5EF4-FFF2-40B4-BE49-F238E27FC236}">
                <a16:creationId xmlns:a16="http://schemas.microsoft.com/office/drawing/2014/main" id="{E1F003CF-3779-EB2E-B4F3-10F9C5F827C5}"/>
              </a:ext>
            </a:extLst>
          </p:cNvPr>
          <p:cNvGrpSpPr/>
          <p:nvPr/>
        </p:nvGrpSpPr>
        <p:grpSpPr>
          <a:xfrm>
            <a:off x="6706912" y="5144175"/>
            <a:ext cx="2503648" cy="1659755"/>
            <a:chOff x="6706912" y="5144175"/>
            <a:chExt cx="2503648" cy="1659755"/>
          </a:xfrm>
        </p:grpSpPr>
        <p:sp>
          <p:nvSpPr>
            <p:cNvPr id="448" name="Google Shape;448;g36add0d6f41_1_409">
              <a:extLst>
                <a:ext uri="{FF2B5EF4-FFF2-40B4-BE49-F238E27FC236}">
                  <a16:creationId xmlns:a16="http://schemas.microsoft.com/office/drawing/2014/main" id="{2930B604-5E08-B4DA-C6A5-73383FC77CC3}"/>
                </a:ext>
              </a:extLst>
            </p:cNvPr>
            <p:cNvSpPr/>
            <p:nvPr/>
          </p:nvSpPr>
          <p:spPr>
            <a:xfrm>
              <a:off x="8013538" y="5532525"/>
              <a:ext cx="1095900" cy="624300"/>
            </a:xfrm>
            <a:prstGeom prst="roundRect">
              <a:avLst>
                <a:gd name="adj" fmla="val 16667"/>
              </a:avLst>
            </a:prstGeom>
            <a:solidFill>
              <a:srgbClr val="9FC5E8"/>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dirty="0">
                  <a:solidFill>
                    <a:srgbClr val="000000"/>
                  </a:solidFill>
                  <a:latin typeface="Arial"/>
                  <a:ea typeface="Arial"/>
                  <a:cs typeface="Arial"/>
                  <a:sym typeface="Arial"/>
                </a:rPr>
                <a:t>Views</a:t>
              </a:r>
              <a:endParaRPr sz="1400" b="0" i="0" u="none" strike="noStrike" cap="none" dirty="0">
                <a:solidFill>
                  <a:srgbClr val="000000"/>
                </a:solidFill>
                <a:latin typeface="Arial"/>
                <a:ea typeface="Arial"/>
                <a:cs typeface="Arial"/>
                <a:sym typeface="Arial"/>
              </a:endParaRPr>
            </a:p>
          </p:txBody>
        </p:sp>
        <p:cxnSp>
          <p:nvCxnSpPr>
            <p:cNvPr id="449" name="Google Shape;449;g36add0d6f41_1_409">
              <a:extLst>
                <a:ext uri="{FF2B5EF4-FFF2-40B4-BE49-F238E27FC236}">
                  <a16:creationId xmlns:a16="http://schemas.microsoft.com/office/drawing/2014/main" id="{7570FFE6-E4C5-67CB-DD8D-1222EE2A3460}"/>
                </a:ext>
              </a:extLst>
            </p:cNvPr>
            <p:cNvCxnSpPr>
              <a:stCxn id="443" idx="3"/>
            </p:cNvCxnSpPr>
            <p:nvPr/>
          </p:nvCxnSpPr>
          <p:spPr>
            <a:xfrm>
              <a:off x="6706912" y="5144175"/>
              <a:ext cx="1306500" cy="703500"/>
            </a:xfrm>
            <a:prstGeom prst="straightConnector1">
              <a:avLst/>
            </a:prstGeom>
            <a:noFill/>
            <a:ln w="19050" cap="flat" cmpd="sng">
              <a:solidFill>
                <a:srgbClr val="0000FF"/>
              </a:solidFill>
              <a:prstDash val="solid"/>
              <a:round/>
              <a:headEnd type="triangle" w="med" len="med"/>
              <a:tailEnd type="triangle" w="med" len="med"/>
            </a:ln>
          </p:spPr>
        </p:cxnSp>
        <p:sp>
          <p:nvSpPr>
            <p:cNvPr id="450" name="Google Shape;450;g36add0d6f41_1_409">
              <a:extLst>
                <a:ext uri="{FF2B5EF4-FFF2-40B4-BE49-F238E27FC236}">
                  <a16:creationId xmlns:a16="http://schemas.microsoft.com/office/drawing/2014/main" id="{C2695B2D-EB0C-9DCF-8CFE-04F1ED6434E2}"/>
                </a:ext>
              </a:extLst>
            </p:cNvPr>
            <p:cNvSpPr txBox="1"/>
            <p:nvPr/>
          </p:nvSpPr>
          <p:spPr>
            <a:xfrm rot="-1589">
              <a:off x="7912611" y="6157130"/>
              <a:ext cx="1297800" cy="6465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dirty="0">
                  <a:solidFill>
                    <a:srgbClr val="000000"/>
                  </a:solidFill>
                  <a:latin typeface="Arial"/>
                  <a:ea typeface="Arial"/>
                  <a:cs typeface="Arial"/>
                  <a:sym typeface="Arial"/>
                </a:rPr>
                <a:t>Perform tasks related to rendering HTML pages.</a:t>
              </a:r>
              <a:endParaRPr sz="1000" b="0" i="0" u="none" strike="noStrike" cap="none" dirty="0">
                <a:solidFill>
                  <a:srgbClr val="000000"/>
                </a:solidFill>
                <a:latin typeface="Arial"/>
                <a:ea typeface="Arial"/>
                <a:cs typeface="Arial"/>
                <a:sym typeface="Arial"/>
              </a:endParaRPr>
            </a:p>
          </p:txBody>
        </p:sp>
      </p:grpSp>
      <p:grpSp>
        <p:nvGrpSpPr>
          <p:cNvPr id="451" name="Google Shape;451;g36add0d6f41_1_409">
            <a:extLst>
              <a:ext uri="{FF2B5EF4-FFF2-40B4-BE49-F238E27FC236}">
                <a16:creationId xmlns:a16="http://schemas.microsoft.com/office/drawing/2014/main" id="{F516EE2E-1901-0915-F4C7-DD1234900381}"/>
              </a:ext>
            </a:extLst>
          </p:cNvPr>
          <p:cNvGrpSpPr/>
          <p:nvPr/>
        </p:nvGrpSpPr>
        <p:grpSpPr>
          <a:xfrm>
            <a:off x="6706912" y="4131525"/>
            <a:ext cx="2531038" cy="1260005"/>
            <a:chOff x="6738750" y="4283925"/>
            <a:chExt cx="2531038" cy="1260005"/>
          </a:xfrm>
        </p:grpSpPr>
        <p:sp>
          <p:nvSpPr>
            <p:cNvPr id="452" name="Google Shape;452;g36add0d6f41_1_409">
              <a:extLst>
                <a:ext uri="{FF2B5EF4-FFF2-40B4-BE49-F238E27FC236}">
                  <a16:creationId xmlns:a16="http://schemas.microsoft.com/office/drawing/2014/main" id="{8BDCE6D7-C893-766C-159C-9FE753F54EFB}"/>
                </a:ext>
              </a:extLst>
            </p:cNvPr>
            <p:cNvSpPr/>
            <p:nvPr/>
          </p:nvSpPr>
          <p:spPr>
            <a:xfrm>
              <a:off x="8013538" y="4283925"/>
              <a:ext cx="1095900" cy="624300"/>
            </a:xfrm>
            <a:prstGeom prst="roundRect">
              <a:avLst>
                <a:gd name="adj" fmla="val 16667"/>
              </a:avLst>
            </a:prstGeom>
            <a:solidFill>
              <a:srgbClr val="EA9999"/>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dirty="0">
                  <a:solidFill>
                    <a:srgbClr val="000000"/>
                  </a:solidFill>
                  <a:latin typeface="Arial"/>
                  <a:ea typeface="Arial"/>
                  <a:cs typeface="Arial"/>
                  <a:sym typeface="Arial"/>
                </a:rPr>
                <a:t>Model</a:t>
              </a:r>
            </a:p>
          </p:txBody>
        </p:sp>
        <p:cxnSp>
          <p:nvCxnSpPr>
            <p:cNvPr id="453" name="Google Shape;453;g36add0d6f41_1_409">
              <a:extLst>
                <a:ext uri="{FF2B5EF4-FFF2-40B4-BE49-F238E27FC236}">
                  <a16:creationId xmlns:a16="http://schemas.microsoft.com/office/drawing/2014/main" id="{AEBD128A-4958-D93A-1C47-52DEC4D2FD51}"/>
                </a:ext>
              </a:extLst>
            </p:cNvPr>
            <p:cNvCxnSpPr>
              <a:stCxn id="443" idx="3"/>
              <a:endCxn id="452" idx="1"/>
            </p:cNvCxnSpPr>
            <p:nvPr/>
          </p:nvCxnSpPr>
          <p:spPr>
            <a:xfrm rot="10800000" flipH="1">
              <a:off x="6738750" y="4596075"/>
              <a:ext cx="1274700" cy="700500"/>
            </a:xfrm>
            <a:prstGeom prst="straightConnector1">
              <a:avLst/>
            </a:prstGeom>
            <a:noFill/>
            <a:ln w="19050" cap="flat" cmpd="sng">
              <a:solidFill>
                <a:srgbClr val="0000FF"/>
              </a:solidFill>
              <a:prstDash val="solid"/>
              <a:round/>
              <a:headEnd type="triangle" w="med" len="med"/>
              <a:tailEnd type="triangle" w="med" len="med"/>
            </a:ln>
          </p:spPr>
        </p:cxnSp>
        <p:sp>
          <p:nvSpPr>
            <p:cNvPr id="454" name="Google Shape;454;g36add0d6f41_1_409">
              <a:extLst>
                <a:ext uri="{FF2B5EF4-FFF2-40B4-BE49-F238E27FC236}">
                  <a16:creationId xmlns:a16="http://schemas.microsoft.com/office/drawing/2014/main" id="{C6DD9B98-14D6-B455-D1E6-6B87E991DF68}"/>
                </a:ext>
              </a:extLst>
            </p:cNvPr>
            <p:cNvSpPr txBox="1"/>
            <p:nvPr/>
          </p:nvSpPr>
          <p:spPr>
            <a:xfrm rot="-1456">
              <a:off x="7853351" y="4897130"/>
              <a:ext cx="1416300" cy="6465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dirty="0">
                  <a:solidFill>
                    <a:srgbClr val="000000"/>
                  </a:solidFill>
                  <a:latin typeface="Arial"/>
                  <a:ea typeface="Arial"/>
                  <a:cs typeface="Arial"/>
                  <a:sym typeface="Arial"/>
                </a:rPr>
                <a:t>Perform tasks related to processing of data from Controller.</a:t>
              </a:r>
              <a:endParaRPr sz="1000" b="0" i="0" u="none" strike="noStrike" cap="none" dirty="0">
                <a:solidFill>
                  <a:srgbClr val="000000"/>
                </a:solidFill>
                <a:latin typeface="Arial"/>
                <a:ea typeface="Arial"/>
                <a:cs typeface="Arial"/>
                <a:sym typeface="Arial"/>
              </a:endParaRPr>
            </a:p>
          </p:txBody>
        </p:sp>
      </p:grpSp>
      <p:grpSp>
        <p:nvGrpSpPr>
          <p:cNvPr id="455" name="Google Shape;455;g36add0d6f41_1_409">
            <a:extLst>
              <a:ext uri="{FF2B5EF4-FFF2-40B4-BE49-F238E27FC236}">
                <a16:creationId xmlns:a16="http://schemas.microsoft.com/office/drawing/2014/main" id="{61D58A18-7DE5-1172-BF14-46983D57FCFA}"/>
              </a:ext>
            </a:extLst>
          </p:cNvPr>
          <p:cNvGrpSpPr/>
          <p:nvPr/>
        </p:nvGrpSpPr>
        <p:grpSpPr>
          <a:xfrm>
            <a:off x="1781701" y="4832025"/>
            <a:ext cx="2773022" cy="1307293"/>
            <a:chOff x="1781701" y="4908225"/>
            <a:chExt cx="2773022" cy="1307293"/>
          </a:xfrm>
        </p:grpSpPr>
        <p:sp>
          <p:nvSpPr>
            <p:cNvPr id="445" name="Google Shape;445;g36add0d6f41_1_409">
              <a:extLst>
                <a:ext uri="{FF2B5EF4-FFF2-40B4-BE49-F238E27FC236}">
                  <a16:creationId xmlns:a16="http://schemas.microsoft.com/office/drawing/2014/main" id="{560E59C2-345E-6FB7-013C-D725F520DC6A}"/>
                </a:ext>
              </a:extLst>
            </p:cNvPr>
            <p:cNvSpPr/>
            <p:nvPr/>
          </p:nvSpPr>
          <p:spPr>
            <a:xfrm>
              <a:off x="3208501" y="4908225"/>
              <a:ext cx="1095900" cy="624300"/>
            </a:xfrm>
            <a:prstGeom prst="roundRect">
              <a:avLst>
                <a:gd name="adj" fmla="val 16667"/>
              </a:avLst>
            </a:prstGeom>
            <a:solidFill>
              <a:srgbClr val="B6D7A8"/>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dirty="0">
                  <a:solidFill>
                    <a:srgbClr val="000000"/>
                  </a:solidFill>
                  <a:latin typeface="Arial"/>
                  <a:ea typeface="Arial"/>
                  <a:cs typeface="Arial"/>
                  <a:sym typeface="Arial"/>
                </a:rPr>
                <a:t>Routes</a:t>
              </a:r>
              <a:endParaRPr sz="1400" b="0" i="0" u="none" strike="noStrike" cap="none" dirty="0">
                <a:solidFill>
                  <a:srgbClr val="000000"/>
                </a:solidFill>
                <a:latin typeface="Arial"/>
                <a:ea typeface="Arial"/>
                <a:cs typeface="Arial"/>
                <a:sym typeface="Arial"/>
              </a:endParaRPr>
            </a:p>
          </p:txBody>
        </p:sp>
        <p:cxnSp>
          <p:nvCxnSpPr>
            <p:cNvPr id="456" name="Google Shape;456;g36add0d6f41_1_409">
              <a:extLst>
                <a:ext uri="{FF2B5EF4-FFF2-40B4-BE49-F238E27FC236}">
                  <a16:creationId xmlns:a16="http://schemas.microsoft.com/office/drawing/2014/main" id="{8ECCDA53-DC02-9761-5C59-601BE542154F}"/>
                </a:ext>
              </a:extLst>
            </p:cNvPr>
            <p:cNvCxnSpPr>
              <a:endCxn id="445" idx="1"/>
            </p:cNvCxnSpPr>
            <p:nvPr/>
          </p:nvCxnSpPr>
          <p:spPr>
            <a:xfrm>
              <a:off x="1781701" y="5220375"/>
              <a:ext cx="1426800" cy="0"/>
            </a:xfrm>
            <a:prstGeom prst="straightConnector1">
              <a:avLst/>
            </a:prstGeom>
            <a:noFill/>
            <a:ln w="19050" cap="flat" cmpd="sng">
              <a:solidFill>
                <a:srgbClr val="0000FF"/>
              </a:solidFill>
              <a:prstDash val="solid"/>
              <a:round/>
              <a:headEnd type="none" w="sm" len="sm"/>
              <a:tailEnd type="triangle" w="med" len="med"/>
            </a:ln>
          </p:spPr>
        </p:cxnSp>
        <p:sp>
          <p:nvSpPr>
            <p:cNvPr id="457" name="Google Shape;457;g36add0d6f41_1_409">
              <a:extLst>
                <a:ext uri="{FF2B5EF4-FFF2-40B4-BE49-F238E27FC236}">
                  <a16:creationId xmlns:a16="http://schemas.microsoft.com/office/drawing/2014/main" id="{F1284198-7709-9C4D-7FC7-8351E957DF7F}"/>
                </a:ext>
              </a:extLst>
            </p:cNvPr>
            <p:cNvSpPr txBox="1"/>
            <p:nvPr/>
          </p:nvSpPr>
          <p:spPr>
            <a:xfrm rot="-1311">
              <a:off x="2981400" y="5568718"/>
              <a:ext cx="1573200" cy="6465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Process the requests and delegate it to function in the Controller</a:t>
              </a:r>
              <a:endParaRPr sz="1000" b="0" i="0" u="none" strike="noStrike" cap="none">
                <a:solidFill>
                  <a:srgbClr val="000000"/>
                </a:solidFill>
                <a:latin typeface="Arial"/>
                <a:ea typeface="Arial"/>
                <a:cs typeface="Arial"/>
                <a:sym typeface="Arial"/>
              </a:endParaRPr>
            </a:p>
          </p:txBody>
        </p:sp>
      </p:grpSp>
      <p:grpSp>
        <p:nvGrpSpPr>
          <p:cNvPr id="458" name="Google Shape;458;g36add0d6f41_1_409">
            <a:extLst>
              <a:ext uri="{FF2B5EF4-FFF2-40B4-BE49-F238E27FC236}">
                <a16:creationId xmlns:a16="http://schemas.microsoft.com/office/drawing/2014/main" id="{C1974618-C2B3-29DF-ABA9-05670C6D2D91}"/>
              </a:ext>
            </a:extLst>
          </p:cNvPr>
          <p:cNvGrpSpPr/>
          <p:nvPr/>
        </p:nvGrpSpPr>
        <p:grpSpPr>
          <a:xfrm>
            <a:off x="9077600" y="4131525"/>
            <a:ext cx="2531034" cy="1117517"/>
            <a:chOff x="9077600" y="4131525"/>
            <a:chExt cx="2531034" cy="1117517"/>
          </a:xfrm>
        </p:grpSpPr>
        <p:sp>
          <p:nvSpPr>
            <p:cNvPr id="459" name="Google Shape;459;g36add0d6f41_1_409">
              <a:extLst>
                <a:ext uri="{FF2B5EF4-FFF2-40B4-BE49-F238E27FC236}">
                  <a16:creationId xmlns:a16="http://schemas.microsoft.com/office/drawing/2014/main" id="{F2BDEA6A-9D32-377D-2351-6C9C08D2983A}"/>
                </a:ext>
              </a:extLst>
            </p:cNvPr>
            <p:cNvSpPr/>
            <p:nvPr/>
          </p:nvSpPr>
          <p:spPr>
            <a:xfrm>
              <a:off x="10407238" y="4131525"/>
              <a:ext cx="1095900" cy="624300"/>
            </a:xfrm>
            <a:prstGeom prst="roundRect">
              <a:avLst>
                <a:gd name="adj" fmla="val 16667"/>
              </a:avLst>
            </a:prstGeom>
            <a:solidFill>
              <a:srgbClr val="EA9999"/>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dirty="0">
                  <a:solidFill>
                    <a:srgbClr val="000000"/>
                  </a:solidFill>
                  <a:latin typeface="Arial"/>
                  <a:ea typeface="Arial"/>
                  <a:cs typeface="Arial"/>
                  <a:sym typeface="Arial"/>
                </a:rPr>
                <a:t>Data</a:t>
              </a:r>
              <a:endParaRPr sz="1400" b="0" i="0" u="none" strike="noStrike" cap="none" dirty="0">
                <a:solidFill>
                  <a:srgbClr val="000000"/>
                </a:solidFill>
                <a:latin typeface="Arial"/>
                <a:ea typeface="Arial"/>
                <a:cs typeface="Arial"/>
                <a:sym typeface="Arial"/>
              </a:endParaRPr>
            </a:p>
          </p:txBody>
        </p:sp>
        <p:cxnSp>
          <p:nvCxnSpPr>
            <p:cNvPr id="460" name="Google Shape;460;g36add0d6f41_1_409">
              <a:extLst>
                <a:ext uri="{FF2B5EF4-FFF2-40B4-BE49-F238E27FC236}">
                  <a16:creationId xmlns:a16="http://schemas.microsoft.com/office/drawing/2014/main" id="{C038D90C-EBFD-D8AF-8099-CEA51569EFC5}"/>
                </a:ext>
              </a:extLst>
            </p:cNvPr>
            <p:cNvCxnSpPr>
              <a:stCxn id="452" idx="3"/>
              <a:endCxn id="459" idx="1"/>
            </p:cNvCxnSpPr>
            <p:nvPr/>
          </p:nvCxnSpPr>
          <p:spPr>
            <a:xfrm>
              <a:off x="9077600" y="4443675"/>
              <a:ext cx="1329600" cy="0"/>
            </a:xfrm>
            <a:prstGeom prst="straightConnector1">
              <a:avLst/>
            </a:prstGeom>
            <a:noFill/>
            <a:ln w="19050" cap="flat" cmpd="sng">
              <a:solidFill>
                <a:srgbClr val="0000FF"/>
              </a:solidFill>
              <a:prstDash val="solid"/>
              <a:round/>
              <a:headEnd type="triangle" w="med" len="med"/>
              <a:tailEnd type="triangle" w="med" len="med"/>
            </a:ln>
          </p:spPr>
        </p:cxnSp>
        <p:sp>
          <p:nvSpPr>
            <p:cNvPr id="461" name="Google Shape;461;g36add0d6f41_1_409">
              <a:extLst>
                <a:ext uri="{FF2B5EF4-FFF2-40B4-BE49-F238E27FC236}">
                  <a16:creationId xmlns:a16="http://schemas.microsoft.com/office/drawing/2014/main" id="{5D4B0CD7-9429-8BBE-358F-F07E8835E2D2}"/>
                </a:ext>
              </a:extLst>
            </p:cNvPr>
            <p:cNvSpPr txBox="1"/>
            <p:nvPr/>
          </p:nvSpPr>
          <p:spPr>
            <a:xfrm rot="-1541">
              <a:off x="10270224" y="4756142"/>
              <a:ext cx="13383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Providing and storing data.</a:t>
              </a:r>
              <a:endParaRPr sz="1000" b="0" i="0" u="none" strike="noStrike" cap="none">
                <a:solidFill>
                  <a:srgbClr val="000000"/>
                </a:solidFill>
                <a:latin typeface="Arial"/>
                <a:ea typeface="Arial"/>
                <a:cs typeface="Arial"/>
                <a:sym typeface="Arial"/>
              </a:endParaRPr>
            </a:p>
          </p:txBody>
        </p:sp>
      </p:grpSp>
      <p:sp>
        <p:nvSpPr>
          <p:cNvPr id="462" name="Google Shape;462;g36add0d6f41_1_409">
            <a:extLst>
              <a:ext uri="{FF2B5EF4-FFF2-40B4-BE49-F238E27FC236}">
                <a16:creationId xmlns:a16="http://schemas.microsoft.com/office/drawing/2014/main" id="{D2304128-0CFD-7683-B06B-D3B72010FBC4}"/>
              </a:ext>
            </a:extLst>
          </p:cNvPr>
          <p:cNvSpPr txBox="1"/>
          <p:nvPr/>
        </p:nvSpPr>
        <p:spPr>
          <a:xfrm>
            <a:off x="11503025" y="6492900"/>
            <a:ext cx="457200" cy="3651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sz="1300">
                <a:solidFill>
                  <a:srgbClr val="888888"/>
                </a:solidFill>
              </a:rPr>
              <a:t>35</a:t>
            </a:fld>
            <a:endParaRPr sz="1300">
              <a:solidFill>
                <a:srgbClr val="888888"/>
              </a:solidFill>
            </a:endParaRPr>
          </a:p>
        </p:txBody>
      </p:sp>
      <p:cxnSp>
        <p:nvCxnSpPr>
          <p:cNvPr id="4" name="Straight Arrow Connector 3">
            <a:extLst>
              <a:ext uri="{FF2B5EF4-FFF2-40B4-BE49-F238E27FC236}">
                <a16:creationId xmlns:a16="http://schemas.microsoft.com/office/drawing/2014/main" id="{C3C84AA3-0A42-0330-5DC8-6E4E746305BC}"/>
              </a:ext>
            </a:extLst>
          </p:cNvPr>
          <p:cNvCxnSpPr>
            <a:cxnSpLocks/>
          </p:cNvCxnSpPr>
          <p:nvPr/>
        </p:nvCxnSpPr>
        <p:spPr>
          <a:xfrm>
            <a:off x="4304401" y="2097097"/>
            <a:ext cx="0" cy="302899"/>
          </a:xfrm>
          <a:prstGeom prst="straightConnector1">
            <a:avLst/>
          </a:prstGeom>
          <a:ln w="12700">
            <a:tailEnd type="triangle"/>
          </a:ln>
        </p:spPr>
        <p:style>
          <a:lnRef idx="1">
            <a:schemeClr val="accent2"/>
          </a:lnRef>
          <a:fillRef idx="0">
            <a:schemeClr val="accent2"/>
          </a:fillRef>
          <a:effectRef idx="0">
            <a:schemeClr val="accent2"/>
          </a:effectRef>
          <a:fontRef idx="minor">
            <a:schemeClr val="tx1"/>
          </a:fontRef>
        </p:style>
      </p:cxnSp>
      <p:sp>
        <p:nvSpPr>
          <p:cNvPr id="7" name="TextBox 6">
            <a:extLst>
              <a:ext uri="{FF2B5EF4-FFF2-40B4-BE49-F238E27FC236}">
                <a16:creationId xmlns:a16="http://schemas.microsoft.com/office/drawing/2014/main" id="{2FA4CB0B-3BF8-88C3-0882-50AEBB143CD8}"/>
              </a:ext>
            </a:extLst>
          </p:cNvPr>
          <p:cNvSpPr txBox="1"/>
          <p:nvPr/>
        </p:nvSpPr>
        <p:spPr>
          <a:xfrm>
            <a:off x="1191520" y="2964600"/>
            <a:ext cx="2016981" cy="523220"/>
          </a:xfrm>
          <a:prstGeom prst="rect">
            <a:avLst/>
          </a:prstGeom>
          <a:noFill/>
        </p:spPr>
        <p:txBody>
          <a:bodyPr wrap="square" rtlCol="0">
            <a:spAutoFit/>
          </a:bodyPr>
          <a:lstStyle/>
          <a:p>
            <a:r>
              <a:rPr lang="en-US" dirty="0"/>
              <a:t>views/</a:t>
            </a:r>
          </a:p>
          <a:p>
            <a:r>
              <a:rPr lang="en-US" dirty="0"/>
              <a:t>display-</a:t>
            </a:r>
            <a:r>
              <a:rPr lang="en-US" dirty="0" err="1"/>
              <a:t>book.js</a:t>
            </a:r>
            <a:endParaRPr lang="en-US" dirty="0"/>
          </a:p>
        </p:txBody>
      </p:sp>
      <p:cxnSp>
        <p:nvCxnSpPr>
          <p:cNvPr id="8" name="Straight Arrow Connector 7">
            <a:extLst>
              <a:ext uri="{FF2B5EF4-FFF2-40B4-BE49-F238E27FC236}">
                <a16:creationId xmlns:a16="http://schemas.microsoft.com/office/drawing/2014/main" id="{300B01FB-34C6-0E4A-96D6-C77FD6F6A52B}"/>
              </a:ext>
            </a:extLst>
          </p:cNvPr>
          <p:cNvCxnSpPr>
            <a:cxnSpLocks/>
          </p:cNvCxnSpPr>
          <p:nvPr/>
        </p:nvCxnSpPr>
        <p:spPr>
          <a:xfrm flipH="1" flipV="1">
            <a:off x="6457103" y="4499772"/>
            <a:ext cx="1782550" cy="1032753"/>
          </a:xfrm>
          <a:prstGeom prst="straightConnector1">
            <a:avLst/>
          </a:prstGeom>
          <a:ln w="12700">
            <a:tailEnd type="triangle"/>
          </a:ln>
        </p:spPr>
        <p:style>
          <a:lnRef idx="1">
            <a:schemeClr val="accent2"/>
          </a:lnRef>
          <a:fillRef idx="0">
            <a:schemeClr val="accent2"/>
          </a:fillRef>
          <a:effectRef idx="0">
            <a:schemeClr val="accent2"/>
          </a:effectRef>
          <a:fontRef idx="minor">
            <a:schemeClr val="tx1"/>
          </a:fontRef>
        </p:style>
      </p:cxnSp>
      <p:pic>
        <p:nvPicPr>
          <p:cNvPr id="3" name="Picture 2" descr="A computer screen shot of text&#10;&#10;AI-generated content may be incorrect.">
            <a:extLst>
              <a:ext uri="{FF2B5EF4-FFF2-40B4-BE49-F238E27FC236}">
                <a16:creationId xmlns:a16="http://schemas.microsoft.com/office/drawing/2014/main" id="{D86DBBF0-76F4-9CEA-39D8-5EF87D5659A4}"/>
              </a:ext>
            </a:extLst>
          </p:cNvPr>
          <p:cNvPicPr>
            <a:picLocks noChangeAspect="1"/>
          </p:cNvPicPr>
          <p:nvPr/>
        </p:nvPicPr>
        <p:blipFill>
          <a:blip r:embed="rId3"/>
          <a:stretch>
            <a:fillRect/>
          </a:stretch>
        </p:blipFill>
        <p:spPr>
          <a:xfrm>
            <a:off x="2771929" y="2399996"/>
            <a:ext cx="3676941" cy="2099776"/>
          </a:xfrm>
          <a:prstGeom prst="rect">
            <a:avLst/>
          </a:prstGeom>
        </p:spPr>
      </p:pic>
    </p:spTree>
    <p:extLst>
      <p:ext uri="{BB962C8B-B14F-4D97-AF65-F5344CB8AC3E}">
        <p14:creationId xmlns:p14="http://schemas.microsoft.com/office/powerpoint/2010/main" val="244273523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sp>
        <p:nvSpPr>
          <p:cNvPr id="335" name="Google Shape;335;p27"/>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Clr>
                <a:srgbClr val="000000"/>
              </a:buClr>
              <a:buSzPts val="2400"/>
              <a:buFont typeface="Arial"/>
              <a:buNone/>
            </a:pPr>
            <a:r>
              <a:rPr lang="en-US" sz="2400" b="1" i="0" u="none" strike="noStrike" cap="none">
                <a:solidFill>
                  <a:srgbClr val="11175E"/>
                </a:solidFill>
                <a:latin typeface="Arial"/>
                <a:ea typeface="Arial"/>
                <a:cs typeface="Arial"/>
                <a:sym typeface="Arial"/>
              </a:rPr>
              <a:t>Example 2: </a:t>
            </a:r>
            <a:r>
              <a:rPr lang="en-US" sz="2400" b="1" i="0" u="none" strike="noStrike" cap="none">
                <a:solidFill>
                  <a:schemeClr val="dk1"/>
                </a:solidFill>
                <a:latin typeface="Consolas"/>
                <a:ea typeface="Consolas"/>
                <a:cs typeface="Consolas"/>
                <a:sym typeface="Consolas"/>
              </a:rPr>
              <a:t>book-model.js</a:t>
            </a:r>
            <a:endParaRPr sz="2400" b="1" i="0" u="none" strike="noStrike" cap="none">
              <a:solidFill>
                <a:schemeClr val="dk1"/>
              </a:solidFill>
              <a:latin typeface="Consolas"/>
              <a:ea typeface="Consolas"/>
              <a:cs typeface="Consolas"/>
              <a:sym typeface="Consolas"/>
            </a:endParaRPr>
          </a:p>
        </p:txBody>
      </p:sp>
      <p:sp>
        <p:nvSpPr>
          <p:cNvPr id="336" name="Google Shape;336;p27"/>
          <p:cNvSpPr txBox="1"/>
          <p:nvPr/>
        </p:nvSpPr>
        <p:spPr>
          <a:xfrm>
            <a:off x="231724" y="1366622"/>
            <a:ext cx="10997100" cy="506017"/>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600" b="0" i="0" u="none" strike="noStrike" cap="none">
                <a:solidFill>
                  <a:schemeClr val="dk1"/>
                </a:solidFill>
                <a:latin typeface="Arial"/>
                <a:ea typeface="Arial"/>
                <a:cs typeface="Arial"/>
                <a:sym typeface="Arial"/>
              </a:rPr>
              <a:t>The schema is given. We add the methods to be used to manipulate the data into various forms for our use. </a:t>
            </a:r>
            <a:endParaRPr sz="1600" b="0" i="0" u="none" strike="noStrike" cap="none">
              <a:solidFill>
                <a:schemeClr val="dk1"/>
              </a:solidFill>
              <a:latin typeface="Arial"/>
              <a:ea typeface="Arial"/>
              <a:cs typeface="Arial"/>
              <a:sym typeface="Arial"/>
            </a:endParaRPr>
          </a:p>
        </p:txBody>
      </p:sp>
      <p:sp>
        <p:nvSpPr>
          <p:cNvPr id="337" name="Google Shape;337;p27"/>
          <p:cNvSpPr txBox="1"/>
          <p:nvPr/>
        </p:nvSpPr>
        <p:spPr>
          <a:xfrm>
            <a:off x="2960185" y="2044797"/>
            <a:ext cx="6300000" cy="3033900"/>
          </a:xfrm>
          <a:prstGeom prst="rect">
            <a:avLst/>
          </a:prstGeom>
          <a:noFill/>
          <a:ln w="9525" cap="flat" cmpd="sng">
            <a:solidFill>
              <a:schemeClr val="accent1"/>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 . .</a:t>
            </a:r>
            <a:br>
              <a:rPr lang="en-US" sz="1400" b="0" i="0" u="none" strike="noStrike" cap="none">
                <a:solidFill>
                  <a:srgbClr val="000000"/>
                </a:solidFill>
                <a:latin typeface="Consolas"/>
                <a:ea typeface="Consolas"/>
                <a:cs typeface="Consolas"/>
                <a:sym typeface="Consolas"/>
              </a:rPr>
            </a:br>
            <a:br>
              <a:rPr lang="en-US" sz="1400" b="0" i="0" u="none" strike="noStrike" cap="none">
                <a:solidFill>
                  <a:srgbClr val="000000"/>
                </a:solidFill>
                <a:latin typeface="Consolas"/>
                <a:ea typeface="Consolas"/>
                <a:cs typeface="Consolas"/>
                <a:sym typeface="Consolas"/>
              </a:rPr>
            </a:br>
            <a:r>
              <a:rPr lang="en-US" sz="1400" b="0" i="0" u="none" strike="noStrike" cap="none">
                <a:solidFill>
                  <a:srgbClr val="000000"/>
                </a:solidFill>
                <a:latin typeface="Consolas"/>
                <a:ea typeface="Consolas"/>
                <a:cs typeface="Consolas"/>
                <a:sym typeface="Consolas"/>
              </a:rPr>
              <a:t>const Book = mongoose.model('Book', bookSchema, 'books');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br>
              <a:rPr lang="en-US" sz="1400" b="0" i="0" u="none" strike="noStrike" cap="none">
                <a:solidFill>
                  <a:srgbClr val="000000"/>
                </a:solidFill>
                <a:latin typeface="Consolas"/>
                <a:ea typeface="Consolas"/>
                <a:cs typeface="Consolas"/>
                <a:sym typeface="Consolas"/>
              </a:rPr>
            </a:br>
            <a:r>
              <a:rPr lang="en-US" sz="1400" b="0" i="0" u="none" strike="noStrike" cap="none">
                <a:solidFill>
                  <a:srgbClr val="000000"/>
                </a:solidFill>
                <a:latin typeface="Consolas"/>
                <a:ea typeface="Consolas"/>
                <a:cs typeface="Consolas"/>
                <a:sym typeface="Consolas"/>
              </a:rPr>
              <a:t>//Methods here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br>
              <a:rPr lang="en-US" sz="1400" b="0" i="0" u="none" strike="noStrike" cap="none">
                <a:solidFill>
                  <a:srgbClr val="000000"/>
                </a:solidFill>
                <a:latin typeface="Consolas"/>
                <a:ea typeface="Consolas"/>
                <a:cs typeface="Consolas"/>
                <a:sym typeface="Consolas"/>
              </a:rPr>
            </a:br>
            <a:r>
              <a:rPr lang="en-US" sz="1400" b="0" i="0" u="none" strike="noStrike" cap="none">
                <a:solidFill>
                  <a:srgbClr val="000000"/>
                </a:solidFill>
                <a:latin typeface="Consolas"/>
                <a:ea typeface="Consolas"/>
                <a:cs typeface="Consolas"/>
                <a:sym typeface="Consolas"/>
              </a:rPr>
              <a:t>exports.retrieveAll = function()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br>
              <a:rPr lang="en-US" sz="1400" b="0" i="0" u="none" strike="noStrike" cap="none">
                <a:solidFill>
                  <a:srgbClr val="000000"/>
                </a:solidFill>
                <a:latin typeface="Consolas"/>
                <a:ea typeface="Consolas"/>
                <a:cs typeface="Consolas"/>
                <a:sym typeface="Consolas"/>
              </a:rPr>
            </a:br>
            <a:r>
              <a:rPr lang="en-US" sz="1400" b="0" i="0" u="none" strike="noStrike" cap="none">
                <a:solidFill>
                  <a:srgbClr val="000000"/>
                </a:solidFill>
                <a:latin typeface="Consolas"/>
                <a:ea typeface="Consolas"/>
                <a:cs typeface="Consolas"/>
                <a:sym typeface="Consolas"/>
              </a:rPr>
              <a:t>  return Book.find();</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Consolas"/>
                <a:ea typeface="Consolas"/>
                <a:cs typeface="Consolas"/>
                <a:sym typeface="Consolas"/>
              </a:rPr>
              <a: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br>
              <a:rPr lang="en-US" sz="1400" b="0" i="0" u="none" strike="noStrike" cap="none">
                <a:solidFill>
                  <a:srgbClr val="000000"/>
                </a:solidFill>
                <a:latin typeface="Consolas"/>
                <a:ea typeface="Consolas"/>
                <a:cs typeface="Consolas"/>
                <a:sym typeface="Consolas"/>
              </a:rPr>
            </a:br>
            <a:endParaRPr sz="1400" b="0" i="0" u="none" strike="noStrike" cap="none">
              <a:solidFill>
                <a:srgbClr val="000000"/>
              </a:solidFill>
              <a:latin typeface="Arial"/>
              <a:ea typeface="Arial"/>
              <a:cs typeface="Arial"/>
              <a:sym typeface="Arial"/>
            </a:endParaRPr>
          </a:p>
        </p:txBody>
      </p:sp>
      <p:sp>
        <p:nvSpPr>
          <p:cNvPr id="338" name="Google Shape;338;p27"/>
          <p:cNvSpPr/>
          <p:nvPr/>
        </p:nvSpPr>
        <p:spPr>
          <a:xfrm>
            <a:off x="3832458" y="3469793"/>
            <a:ext cx="1342516" cy="285900"/>
          </a:xfrm>
          <a:prstGeom prst="flowChartAlternateProcess">
            <a:avLst/>
          </a:prstGeom>
          <a:noFill/>
          <a:ln w="19050" cap="flat" cmpd="sng">
            <a:solidFill>
              <a:srgbClr val="6AA84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339" name="Google Shape;339;p27"/>
          <p:cNvCxnSpPr>
            <a:stCxn id="340" idx="3"/>
            <a:endCxn id="338" idx="1"/>
          </p:cNvCxnSpPr>
          <p:nvPr/>
        </p:nvCxnSpPr>
        <p:spPr>
          <a:xfrm>
            <a:off x="2815836" y="3159823"/>
            <a:ext cx="1016700" cy="453000"/>
          </a:xfrm>
          <a:prstGeom prst="straightConnector1">
            <a:avLst/>
          </a:prstGeom>
          <a:noFill/>
          <a:ln w="19050" cap="flat" cmpd="sng">
            <a:solidFill>
              <a:srgbClr val="6AA84F"/>
            </a:solidFill>
            <a:prstDash val="solid"/>
            <a:round/>
            <a:headEnd type="none" w="sm" len="sm"/>
            <a:tailEnd type="triangle" w="med" len="med"/>
          </a:ln>
        </p:spPr>
      </p:cxnSp>
      <p:sp>
        <p:nvSpPr>
          <p:cNvPr id="340" name="Google Shape;340;p27"/>
          <p:cNvSpPr txBox="1"/>
          <p:nvPr/>
        </p:nvSpPr>
        <p:spPr>
          <a:xfrm>
            <a:off x="592836" y="2574973"/>
            <a:ext cx="2223000" cy="1169700"/>
          </a:xfrm>
          <a:prstGeom prst="rect">
            <a:avLst/>
          </a:prstGeom>
          <a:solidFill>
            <a:srgbClr val="B6D7A8"/>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chemeClr val="dk1"/>
                </a:solidFill>
                <a:latin typeface="Arial"/>
                <a:ea typeface="Arial"/>
                <a:cs typeface="Arial"/>
                <a:sym typeface="Arial"/>
              </a:rPr>
              <a:t>We create a method call </a:t>
            </a:r>
            <a:r>
              <a:rPr lang="en-US" sz="1600" b="1" i="0" u="none" strike="noStrike" cap="none">
                <a:solidFill>
                  <a:schemeClr val="dk1"/>
                </a:solidFill>
                <a:latin typeface="Consolas"/>
                <a:ea typeface="Consolas"/>
                <a:cs typeface="Consolas"/>
                <a:sym typeface="Consolas"/>
              </a:rPr>
              <a:t>retrieveAll</a:t>
            </a:r>
            <a:r>
              <a:rPr lang="en-US" sz="1600" b="0" i="0" u="none" strike="noStrike" cap="none">
                <a:solidFill>
                  <a:schemeClr val="dk1"/>
                </a:solidFill>
                <a:latin typeface="Arial"/>
                <a:ea typeface="Arial"/>
                <a:cs typeface="Arial"/>
                <a:sym typeface="Arial"/>
              </a:rPr>
              <a:t> so it can be reused in the controller functions.</a:t>
            </a:r>
            <a:endParaRPr sz="1600" b="0" i="0" u="none" strike="noStrike" cap="none">
              <a:solidFill>
                <a:srgbClr val="000000"/>
              </a:solidFill>
              <a:latin typeface="Arial"/>
              <a:ea typeface="Arial"/>
              <a:cs typeface="Arial"/>
              <a:sym typeface="Arial"/>
            </a:endParaRPr>
          </a:p>
        </p:txBody>
      </p:sp>
      <p:sp>
        <p:nvSpPr>
          <p:cNvPr id="341" name="Google Shape;341;p27"/>
          <p:cNvSpPr/>
          <p:nvPr/>
        </p:nvSpPr>
        <p:spPr>
          <a:xfrm>
            <a:off x="3945609" y="3854057"/>
            <a:ext cx="1229366" cy="305100"/>
          </a:xfrm>
          <a:prstGeom prst="flowChartAlternateProcess">
            <a:avLst/>
          </a:prstGeom>
          <a:noFill/>
          <a:ln w="19050"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342" name="Google Shape;342;p27"/>
          <p:cNvCxnSpPr>
            <a:stCxn id="343" idx="1"/>
            <a:endCxn id="341" idx="3"/>
          </p:cNvCxnSpPr>
          <p:nvPr/>
        </p:nvCxnSpPr>
        <p:spPr>
          <a:xfrm flipH="1">
            <a:off x="5175036" y="3992779"/>
            <a:ext cx="4371300" cy="13800"/>
          </a:xfrm>
          <a:prstGeom prst="straightConnector1">
            <a:avLst/>
          </a:prstGeom>
          <a:noFill/>
          <a:ln w="19050" cap="flat" cmpd="sng">
            <a:solidFill>
              <a:srgbClr val="0000FF"/>
            </a:solidFill>
            <a:prstDash val="solid"/>
            <a:round/>
            <a:headEnd type="none" w="sm" len="sm"/>
            <a:tailEnd type="triangle" w="med" len="med"/>
          </a:ln>
        </p:spPr>
      </p:cxnSp>
      <p:sp>
        <p:nvSpPr>
          <p:cNvPr id="343" name="Google Shape;343;p27"/>
          <p:cNvSpPr txBox="1"/>
          <p:nvPr/>
        </p:nvSpPr>
        <p:spPr>
          <a:xfrm>
            <a:off x="9546336" y="2792179"/>
            <a:ext cx="2223000" cy="2401200"/>
          </a:xfrm>
          <a:prstGeom prst="rect">
            <a:avLst/>
          </a:prstGeom>
          <a:solidFill>
            <a:srgbClr val="9FC5E8"/>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US" sz="1600" b="1" i="0" u="none" strike="noStrike" cap="none">
                <a:solidFill>
                  <a:schemeClr val="dk1"/>
                </a:solidFill>
                <a:latin typeface="Consolas"/>
                <a:ea typeface="Consolas"/>
                <a:cs typeface="Consolas"/>
                <a:sym typeface="Consolas"/>
              </a:rPr>
              <a:t>Book.find() </a:t>
            </a:r>
            <a:r>
              <a:rPr lang="en-US" sz="1600" b="0" i="0" u="none" strike="noStrike" cap="none">
                <a:solidFill>
                  <a:schemeClr val="dk1"/>
                </a:solidFill>
                <a:latin typeface="Arial"/>
                <a:ea typeface="Arial"/>
                <a:cs typeface="Arial"/>
                <a:sym typeface="Arial"/>
              </a:rPr>
              <a:t>is the actual syntax to retrieve all the records in the book collection. This method will return an array of book documents to its caller.</a:t>
            </a:r>
            <a:endParaRPr sz="1600" b="0"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Arial"/>
              <a:ea typeface="Arial"/>
              <a:cs typeface="Arial"/>
              <a:sym typeface="Arial"/>
            </a:endParaRPr>
          </a:p>
        </p:txBody>
      </p:sp>
      <p:sp>
        <p:nvSpPr>
          <p:cNvPr id="344" name="Google Shape;344;p27"/>
          <p:cNvSpPr/>
          <p:nvPr/>
        </p:nvSpPr>
        <p:spPr>
          <a:xfrm>
            <a:off x="6526695" y="2586510"/>
            <a:ext cx="1066801" cy="305100"/>
          </a:xfrm>
          <a:prstGeom prst="flowChartAlternateProcess">
            <a:avLst/>
          </a:prstGeom>
          <a:noFill/>
          <a:ln w="1905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345" name="Google Shape;345;p27"/>
          <p:cNvCxnSpPr>
            <a:stCxn id="346" idx="1"/>
            <a:endCxn id="344" idx="3"/>
          </p:cNvCxnSpPr>
          <p:nvPr/>
        </p:nvCxnSpPr>
        <p:spPr>
          <a:xfrm flipH="1">
            <a:off x="7593478" y="2362343"/>
            <a:ext cx="1859400" cy="376800"/>
          </a:xfrm>
          <a:prstGeom prst="straightConnector1">
            <a:avLst/>
          </a:prstGeom>
          <a:noFill/>
          <a:ln w="19050" cap="flat" cmpd="sng">
            <a:solidFill>
              <a:srgbClr val="FF9900"/>
            </a:solidFill>
            <a:prstDash val="solid"/>
            <a:round/>
            <a:headEnd type="none" w="sm" len="sm"/>
            <a:tailEnd type="triangle" w="med" len="med"/>
          </a:ln>
        </p:spPr>
      </p:cxnSp>
      <p:sp>
        <p:nvSpPr>
          <p:cNvPr id="346" name="Google Shape;346;p27"/>
          <p:cNvSpPr txBox="1"/>
          <p:nvPr/>
        </p:nvSpPr>
        <p:spPr>
          <a:xfrm>
            <a:off x="9452878" y="2146793"/>
            <a:ext cx="2015700" cy="431100"/>
          </a:xfrm>
          <a:prstGeom prst="rect">
            <a:avLst/>
          </a:prstGeom>
          <a:solidFill>
            <a:srgbClr val="F9CB9C"/>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Schema name</a:t>
            </a:r>
            <a:endParaRPr sz="1600" b="0" i="0" u="none" strike="noStrike" cap="none">
              <a:solidFill>
                <a:srgbClr val="000000"/>
              </a:solidFill>
              <a:latin typeface="Arial"/>
              <a:ea typeface="Arial"/>
              <a:cs typeface="Arial"/>
              <a:sym typeface="Arial"/>
            </a:endParaRPr>
          </a:p>
        </p:txBody>
      </p:sp>
      <p:sp>
        <p:nvSpPr>
          <p:cNvPr id="347" name="Google Shape;347;p27"/>
          <p:cNvSpPr txBox="1"/>
          <p:nvPr/>
        </p:nvSpPr>
        <p:spPr>
          <a:xfrm>
            <a:off x="8759372" y="6049825"/>
            <a:ext cx="3204824" cy="307736"/>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1400"/>
              <a:buFont typeface="Arial"/>
              <a:buNone/>
            </a:pPr>
            <a:r>
              <a:rPr lang="en-US" sz="1400" b="0" i="0" u="sng" strike="noStrike" cap="none">
                <a:solidFill>
                  <a:srgbClr val="0070C0"/>
                </a:solidFill>
                <a:latin typeface="Arial"/>
                <a:ea typeface="Arial"/>
                <a:cs typeface="Arial"/>
                <a:sym typeface="Arial"/>
                <a:hlinkClick r:id="rId3">
                  <a:extLst>
                    <a:ext uri="{A12FA001-AC4F-418D-AE19-62706E023703}">
                      <ahyp:hlinkClr xmlns:ahyp="http://schemas.microsoft.com/office/drawing/2018/hyperlinkcolor" val="tx"/>
                    </a:ext>
                  </a:extLst>
                </a:hlinkClick>
              </a:rPr>
              <a:t>Read more about  </a:t>
            </a:r>
            <a:r>
              <a:rPr lang="en-US" sz="1400" b="1" i="0" u="sng" strike="noStrike" cap="none">
                <a:solidFill>
                  <a:srgbClr val="0070C0"/>
                </a:solidFill>
                <a:latin typeface="Consolas"/>
                <a:ea typeface="Consolas"/>
                <a:cs typeface="Consolas"/>
                <a:sym typeface="Consolas"/>
                <a:hlinkClick r:id="rId3">
                  <a:extLst>
                    <a:ext uri="{A12FA001-AC4F-418D-AE19-62706E023703}">
                      <ahyp:hlinkClr xmlns:ahyp="http://schemas.microsoft.com/office/drawing/2018/hyperlinkcolor" val="tx"/>
                    </a:ext>
                  </a:extLst>
                </a:hlinkClick>
              </a:rPr>
              <a:t>Model.find()</a:t>
            </a:r>
            <a:endParaRPr sz="1400" b="1" i="0" u="none" strike="noStrike" cap="none">
              <a:solidFill>
                <a:srgbClr val="0070C0"/>
              </a:solidFill>
              <a:latin typeface="Consolas"/>
              <a:ea typeface="Consolas"/>
              <a:cs typeface="Consolas"/>
              <a:sym typeface="Consolas"/>
            </a:endParaRPr>
          </a:p>
        </p:txBody>
      </p:sp>
      <p:sp>
        <p:nvSpPr>
          <p:cNvPr id="348" name="Google Shape;348;p27"/>
          <p:cNvSpPr txBox="1"/>
          <p:nvPr/>
        </p:nvSpPr>
        <p:spPr>
          <a:xfrm>
            <a:off x="5492296" y="5193379"/>
            <a:ext cx="1749000" cy="307800"/>
          </a:xfrm>
          <a:prstGeom prst="rect">
            <a:avLst/>
          </a:prstGeom>
          <a:noFill/>
          <a:ln>
            <a:noFill/>
          </a:ln>
        </p:spPr>
        <p:txBody>
          <a:bodyPr spcFirstLastPara="1" wrap="square" lIns="68575" tIns="68575" rIns="68575" bIns="68575"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sng" strike="noStrike" cap="none">
                <a:solidFill>
                  <a:srgbClr val="000000"/>
                </a:solidFill>
                <a:latin typeface="Consolas"/>
                <a:ea typeface="Consolas"/>
                <a:cs typeface="Consolas"/>
                <a:sym typeface="Consolas"/>
              </a:rPr>
              <a:t>book-model.js</a:t>
            </a:r>
            <a:endParaRPr sz="1100" b="0" i="0" u="sng" strike="noStrike" cap="none">
              <a:solidFill>
                <a:srgbClr val="000000"/>
              </a:solidFill>
              <a:latin typeface="Consolas"/>
              <a:ea typeface="Consolas"/>
              <a:cs typeface="Consolas"/>
              <a:sym typeface="Consolas"/>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28"/>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Clr>
                <a:srgbClr val="000000"/>
              </a:buClr>
              <a:buSzPts val="2400"/>
              <a:buFont typeface="Arial"/>
              <a:buNone/>
            </a:pPr>
            <a:r>
              <a:rPr lang="en-US" sz="2400" b="1" i="0" u="none" strike="noStrike" cap="none">
                <a:solidFill>
                  <a:srgbClr val="11175E"/>
                </a:solidFill>
                <a:latin typeface="Arial"/>
                <a:ea typeface="Arial"/>
                <a:cs typeface="Arial"/>
                <a:sym typeface="Arial"/>
              </a:rPr>
              <a:t>Example 2: </a:t>
            </a:r>
            <a:r>
              <a:rPr lang="en-US" sz="2400" b="1" i="0" u="none" strike="noStrike" cap="none">
                <a:solidFill>
                  <a:srgbClr val="11175E"/>
                </a:solidFill>
                <a:latin typeface="Consolas"/>
                <a:ea typeface="Consolas"/>
                <a:cs typeface="Consolas"/>
                <a:sym typeface="Consolas"/>
              </a:rPr>
              <a:t>books-routes.js</a:t>
            </a:r>
            <a:endParaRPr sz="2400" b="1" i="0" u="none" strike="noStrike" cap="none">
              <a:solidFill>
                <a:srgbClr val="11175E"/>
              </a:solidFill>
              <a:latin typeface="Consolas"/>
              <a:ea typeface="Consolas"/>
              <a:cs typeface="Consolas"/>
              <a:sym typeface="Consolas"/>
            </a:endParaRPr>
          </a:p>
        </p:txBody>
      </p:sp>
      <p:sp>
        <p:nvSpPr>
          <p:cNvPr id="354" name="Google Shape;354;p28"/>
          <p:cNvSpPr txBox="1"/>
          <p:nvPr/>
        </p:nvSpPr>
        <p:spPr>
          <a:xfrm>
            <a:off x="350659" y="2072229"/>
            <a:ext cx="7980541" cy="3057555"/>
          </a:xfrm>
          <a:prstGeom prst="rect">
            <a:avLst/>
          </a:prstGeom>
          <a:noFill/>
          <a:ln w="9525" cap="flat" cmpd="sng">
            <a:solidFill>
              <a:schemeClr val="accent1"/>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Consolas"/>
                <a:ea typeface="Consolas"/>
                <a:cs typeface="Consolas"/>
                <a:sym typeface="Consolas"/>
              </a:rPr>
              <a:t>const express = require('express');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br>
              <a:rPr lang="en-US" sz="1400" b="0" i="0" u="none" strike="noStrike" cap="none">
                <a:solidFill>
                  <a:srgbClr val="000000"/>
                </a:solidFill>
                <a:latin typeface="Consolas"/>
                <a:ea typeface="Consolas"/>
                <a:cs typeface="Consolas"/>
                <a:sym typeface="Consolas"/>
              </a:rPr>
            </a:br>
            <a:r>
              <a:rPr lang="en-US" sz="1400" b="0" i="0" u="none" strike="noStrike" cap="none">
                <a:solidFill>
                  <a:srgbClr val="000000"/>
                </a:solidFill>
                <a:latin typeface="Consolas"/>
                <a:ea typeface="Consolas"/>
                <a:cs typeface="Consolas"/>
                <a:sym typeface="Consolas"/>
              </a:rPr>
              <a:t>const booksController = require('./../controllers/books-controller');</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br>
              <a:rPr lang="en-US" sz="1400" b="0" i="0" u="none" strike="noStrike" cap="none">
                <a:solidFill>
                  <a:srgbClr val="000000"/>
                </a:solidFill>
                <a:latin typeface="Consolas"/>
                <a:ea typeface="Consolas"/>
                <a:cs typeface="Consolas"/>
                <a:sym typeface="Consolas"/>
              </a:rPr>
            </a:br>
            <a:r>
              <a:rPr lang="en-US" sz="1400" b="0" i="0" u="none" strike="noStrike" cap="none">
                <a:solidFill>
                  <a:srgbClr val="000000"/>
                </a:solidFill>
                <a:latin typeface="Consolas"/>
                <a:ea typeface="Consolas"/>
                <a:cs typeface="Consolas"/>
                <a:sym typeface="Consolas"/>
              </a:rPr>
              <a:t>const router = express.Router(); // sub application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400"/>
              <a:buFont typeface="Arial"/>
              <a:buNone/>
            </a:pPr>
            <a:br>
              <a:rPr lang="en-US" sz="1400" b="0" i="0" u="none" strike="noStrike" cap="none">
                <a:solidFill>
                  <a:srgbClr val="000000"/>
                </a:solidFill>
                <a:latin typeface="Consolas"/>
                <a:ea typeface="Consolas"/>
                <a:cs typeface="Consolas"/>
                <a:sym typeface="Consolas"/>
              </a:rPr>
            </a:br>
            <a:r>
              <a:rPr lang="en-US" sz="1400" b="0" i="0" u="none" strike="noStrike" cap="none">
                <a:solidFill>
                  <a:srgbClr val="000000"/>
                </a:solidFill>
                <a:latin typeface="Consolas"/>
                <a:ea typeface="Consolas"/>
                <a:cs typeface="Consolas"/>
                <a:sym typeface="Consolas"/>
              </a:rPr>
              <a:t>// Define a GET route to display the list of books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Consolas"/>
                <a:ea typeface="Consolas"/>
                <a:cs typeface="Consolas"/>
                <a:sym typeface="Consolas"/>
              </a:rPr>
              <a:t>router.get("/book-list", booksController.showBooks);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br>
              <a:rPr lang="en-US" sz="1400" b="0" i="0" u="none" strike="noStrike" cap="none">
                <a:solidFill>
                  <a:srgbClr val="000000"/>
                </a:solidFill>
                <a:latin typeface="Consolas"/>
                <a:ea typeface="Consolas"/>
                <a:cs typeface="Consolas"/>
                <a:sym typeface="Consolas"/>
              </a:rPr>
            </a:br>
            <a:r>
              <a:rPr lang="en-US" sz="1400" b="0" i="0" u="none" strike="noStrike" cap="none">
                <a:solidFill>
                  <a:srgbClr val="000000"/>
                </a:solidFill>
                <a:latin typeface="Consolas"/>
                <a:ea typeface="Consolas"/>
                <a:cs typeface="Consolas"/>
                <a:sym typeface="Consolas"/>
              </a:rPr>
              <a:t>// EXPORT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Consolas"/>
                <a:ea typeface="Consolas"/>
                <a:cs typeface="Consolas"/>
                <a:sym typeface="Consolas"/>
              </a:rPr>
              <a:t>module.exports = router;</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chemeClr val="dk1"/>
              </a:solidFill>
              <a:latin typeface="Consolas"/>
              <a:ea typeface="Consolas"/>
              <a:cs typeface="Consolas"/>
              <a:sym typeface="Consolas"/>
            </a:endParaRPr>
          </a:p>
        </p:txBody>
      </p:sp>
      <p:sp>
        <p:nvSpPr>
          <p:cNvPr id="355" name="Google Shape;355;p28"/>
          <p:cNvSpPr/>
          <p:nvPr/>
        </p:nvSpPr>
        <p:spPr>
          <a:xfrm>
            <a:off x="996695" y="2556550"/>
            <a:ext cx="6845279" cy="283980"/>
          </a:xfrm>
          <a:prstGeom prst="flowChartAlternateProcess">
            <a:avLst/>
          </a:prstGeom>
          <a:noFill/>
          <a:ln w="19050" cap="flat" cmpd="sng">
            <a:solidFill>
              <a:srgbClr val="6AA84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356" name="Google Shape;356;p28"/>
          <p:cNvCxnSpPr>
            <a:stCxn id="357" idx="1"/>
            <a:endCxn id="355" idx="3"/>
          </p:cNvCxnSpPr>
          <p:nvPr/>
        </p:nvCxnSpPr>
        <p:spPr>
          <a:xfrm flipH="1">
            <a:off x="7842120" y="2681962"/>
            <a:ext cx="661800" cy="16500"/>
          </a:xfrm>
          <a:prstGeom prst="straightConnector1">
            <a:avLst/>
          </a:prstGeom>
          <a:noFill/>
          <a:ln w="19050" cap="flat" cmpd="sng">
            <a:solidFill>
              <a:srgbClr val="6AA84F"/>
            </a:solidFill>
            <a:prstDash val="solid"/>
            <a:round/>
            <a:headEnd type="none" w="sm" len="sm"/>
            <a:tailEnd type="triangle" w="med" len="med"/>
          </a:ln>
        </p:spPr>
      </p:cxnSp>
      <p:sp>
        <p:nvSpPr>
          <p:cNvPr id="357" name="Google Shape;357;p28"/>
          <p:cNvSpPr txBox="1"/>
          <p:nvPr/>
        </p:nvSpPr>
        <p:spPr>
          <a:xfrm>
            <a:off x="8503920" y="2466533"/>
            <a:ext cx="3043598" cy="430857"/>
          </a:xfrm>
          <a:prstGeom prst="rect">
            <a:avLst/>
          </a:prstGeom>
          <a:solidFill>
            <a:srgbClr val="B6D7A8"/>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chemeClr val="dk1"/>
                </a:solidFill>
                <a:latin typeface="Arial"/>
                <a:ea typeface="Arial"/>
                <a:cs typeface="Arial"/>
                <a:sym typeface="Arial"/>
              </a:rPr>
              <a:t>Path to controller</a:t>
            </a:r>
            <a:endParaRPr sz="1600" b="0" i="0" u="none" strike="noStrike" cap="none">
              <a:solidFill>
                <a:srgbClr val="000000"/>
              </a:solidFill>
              <a:latin typeface="Arial"/>
              <a:ea typeface="Arial"/>
              <a:cs typeface="Arial"/>
              <a:sym typeface="Arial"/>
            </a:endParaRPr>
          </a:p>
        </p:txBody>
      </p:sp>
      <p:sp>
        <p:nvSpPr>
          <p:cNvPr id="358" name="Google Shape;358;p28"/>
          <p:cNvSpPr/>
          <p:nvPr/>
        </p:nvSpPr>
        <p:spPr>
          <a:xfrm>
            <a:off x="1581741" y="3860637"/>
            <a:ext cx="4514259" cy="283980"/>
          </a:xfrm>
          <a:prstGeom prst="flowChartAlternateProcess">
            <a:avLst/>
          </a:prstGeom>
          <a:noFill/>
          <a:ln w="19050"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359" name="Google Shape;359;p28"/>
          <p:cNvCxnSpPr>
            <a:stCxn id="360" idx="1"/>
            <a:endCxn id="358" idx="3"/>
          </p:cNvCxnSpPr>
          <p:nvPr/>
        </p:nvCxnSpPr>
        <p:spPr>
          <a:xfrm rot="10800000">
            <a:off x="6096120" y="4002478"/>
            <a:ext cx="2407800" cy="36900"/>
          </a:xfrm>
          <a:prstGeom prst="straightConnector1">
            <a:avLst/>
          </a:prstGeom>
          <a:noFill/>
          <a:ln w="19050" cap="flat" cmpd="sng">
            <a:solidFill>
              <a:srgbClr val="0000FF"/>
            </a:solidFill>
            <a:prstDash val="solid"/>
            <a:round/>
            <a:headEnd type="none" w="sm" len="sm"/>
            <a:tailEnd type="triangle" w="med" len="med"/>
          </a:ln>
        </p:spPr>
      </p:cxnSp>
      <p:sp>
        <p:nvSpPr>
          <p:cNvPr id="360" name="Google Shape;360;p28"/>
          <p:cNvSpPr txBox="1"/>
          <p:nvPr/>
        </p:nvSpPr>
        <p:spPr>
          <a:xfrm>
            <a:off x="8503920" y="3331507"/>
            <a:ext cx="3369143" cy="1415742"/>
          </a:xfrm>
          <a:prstGeom prst="rect">
            <a:avLst/>
          </a:prstGeom>
          <a:solidFill>
            <a:srgbClr val="9FC5E8"/>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US" sz="1600" b="0" i="0" u="none" strike="noStrike" cap="none">
                <a:solidFill>
                  <a:schemeClr val="dk1"/>
                </a:solidFill>
                <a:latin typeface="Arial"/>
                <a:ea typeface="Arial"/>
                <a:cs typeface="Arial"/>
                <a:sym typeface="Arial"/>
              </a:rPr>
              <a:t>When the user goes to </a:t>
            </a:r>
            <a:r>
              <a:rPr lang="en-US" sz="1600" b="1" i="0" u="none" strike="noStrike" cap="none">
                <a:solidFill>
                  <a:schemeClr val="dk1"/>
                </a:solidFill>
                <a:latin typeface="Consolas"/>
                <a:ea typeface="Consolas"/>
                <a:cs typeface="Consolas"/>
                <a:sym typeface="Consolas"/>
              </a:rPr>
              <a:t>localhost:8000/book-list</a:t>
            </a:r>
            <a:br>
              <a:rPr lang="en-US" sz="1600" b="0" i="0" u="none" strike="noStrike" cap="none">
                <a:solidFill>
                  <a:schemeClr val="dk1"/>
                </a:solidFill>
                <a:latin typeface="Arial"/>
                <a:ea typeface="Arial"/>
                <a:cs typeface="Arial"/>
                <a:sym typeface="Arial"/>
              </a:rPr>
            </a:br>
            <a:r>
              <a:rPr lang="en-US" sz="1600" b="0" i="0" u="none" strike="noStrike" cap="none">
                <a:solidFill>
                  <a:schemeClr val="dk1"/>
                </a:solidFill>
                <a:latin typeface="Arial"/>
                <a:ea typeface="Arial"/>
                <a:cs typeface="Arial"/>
                <a:sym typeface="Arial"/>
              </a:rPr>
              <a:t>it will call the function </a:t>
            </a:r>
            <a:r>
              <a:rPr lang="en-US" sz="1600" b="1" i="0" u="none" strike="noStrike" cap="none">
                <a:solidFill>
                  <a:schemeClr val="dk1"/>
                </a:solidFill>
                <a:latin typeface="Consolas"/>
                <a:ea typeface="Consolas"/>
                <a:cs typeface="Consolas"/>
                <a:sym typeface="Consolas"/>
              </a:rPr>
              <a:t>showBooks</a:t>
            </a:r>
            <a:r>
              <a:rPr lang="en-US" sz="1600" b="0" i="0" u="none" strike="noStrike" cap="none">
                <a:solidFill>
                  <a:schemeClr val="dk1"/>
                </a:solidFill>
                <a:latin typeface="Arial"/>
                <a:ea typeface="Arial"/>
                <a:cs typeface="Arial"/>
                <a:sym typeface="Arial"/>
              </a:rPr>
              <a:t> from the </a:t>
            </a:r>
            <a:r>
              <a:rPr lang="en-US" sz="1600" b="1" i="0" u="none" strike="noStrike" cap="none">
                <a:solidFill>
                  <a:schemeClr val="dk1"/>
                </a:solidFill>
                <a:latin typeface="Consolas"/>
                <a:ea typeface="Consolas"/>
                <a:cs typeface="Consolas"/>
                <a:sym typeface="Consolas"/>
              </a:rPr>
              <a:t>booksController</a:t>
            </a:r>
            <a:r>
              <a:rPr lang="en-US" sz="1600" b="0" i="0" u="none" strike="noStrike" cap="none">
                <a:solidFill>
                  <a:schemeClr val="dk1"/>
                </a:solidFill>
                <a:latin typeface="Arial"/>
                <a:ea typeface="Arial"/>
                <a:cs typeface="Arial"/>
                <a:sym typeface="Arial"/>
              </a:rPr>
              <a:t>.</a:t>
            </a:r>
            <a:endParaRPr sz="1600" b="0"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Arial"/>
              <a:ea typeface="Arial"/>
              <a:cs typeface="Arial"/>
              <a:sym typeface="Arial"/>
            </a:endParaRPr>
          </a:p>
        </p:txBody>
      </p:sp>
      <p:sp>
        <p:nvSpPr>
          <p:cNvPr id="361" name="Google Shape;361;p28"/>
          <p:cNvSpPr txBox="1"/>
          <p:nvPr/>
        </p:nvSpPr>
        <p:spPr>
          <a:xfrm>
            <a:off x="240868" y="1423461"/>
            <a:ext cx="11087532" cy="33851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chemeClr val="dk1"/>
                </a:solidFill>
                <a:latin typeface="Arial"/>
                <a:ea typeface="Arial"/>
                <a:cs typeface="Arial"/>
                <a:sym typeface="Arial"/>
              </a:rPr>
              <a:t>The </a:t>
            </a:r>
            <a:r>
              <a:rPr lang="en-US" sz="1600" b="1" i="0" u="none" strike="noStrike" cap="none">
                <a:solidFill>
                  <a:schemeClr val="dk1"/>
                </a:solidFill>
                <a:latin typeface="Consolas"/>
                <a:ea typeface="Consolas"/>
                <a:cs typeface="Consolas"/>
                <a:sym typeface="Consolas"/>
              </a:rPr>
              <a:t>book-routes.js</a:t>
            </a:r>
            <a:r>
              <a:rPr lang="en-US" sz="1600" b="0" i="0" u="none" strike="noStrike" cap="none">
                <a:solidFill>
                  <a:schemeClr val="dk1"/>
                </a:solidFill>
                <a:latin typeface="Arial"/>
                <a:ea typeface="Arial"/>
                <a:cs typeface="Arial"/>
                <a:sym typeface="Arial"/>
              </a:rPr>
              <a:t> file is given. It establishes which URL route it will use and which function it will call in the controller. </a:t>
            </a:r>
            <a:endParaRPr sz="1400" b="0" i="0" u="none" strike="noStrike" cap="none">
              <a:solidFill>
                <a:srgbClr val="000000"/>
              </a:solidFill>
              <a:latin typeface="Arial"/>
              <a:ea typeface="Arial"/>
              <a:cs typeface="Arial"/>
              <a:sym typeface="Arial"/>
            </a:endParaRPr>
          </a:p>
        </p:txBody>
      </p:sp>
      <p:sp>
        <p:nvSpPr>
          <p:cNvPr id="362" name="Google Shape;362;p28"/>
          <p:cNvSpPr txBox="1"/>
          <p:nvPr/>
        </p:nvSpPr>
        <p:spPr>
          <a:xfrm>
            <a:off x="3233728" y="5148320"/>
            <a:ext cx="1749000" cy="307800"/>
          </a:xfrm>
          <a:prstGeom prst="rect">
            <a:avLst/>
          </a:prstGeom>
          <a:noFill/>
          <a:ln>
            <a:noFill/>
          </a:ln>
        </p:spPr>
        <p:txBody>
          <a:bodyPr spcFirstLastPara="1" wrap="square" lIns="68575" tIns="68575" rIns="68575" bIns="68575"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sng" strike="noStrike" cap="none">
                <a:solidFill>
                  <a:srgbClr val="000000"/>
                </a:solidFill>
                <a:latin typeface="Consolas"/>
                <a:ea typeface="Consolas"/>
                <a:cs typeface="Consolas"/>
                <a:sym typeface="Consolas"/>
              </a:rPr>
              <a:t>book-routes.js</a:t>
            </a:r>
            <a:endParaRPr sz="1100" b="0" i="0" u="sng" strike="noStrike" cap="none">
              <a:solidFill>
                <a:srgbClr val="000000"/>
              </a:solidFill>
              <a:latin typeface="Consolas"/>
              <a:ea typeface="Consolas"/>
              <a:cs typeface="Consolas"/>
              <a:sym typeface="Consolas"/>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sp>
        <p:nvSpPr>
          <p:cNvPr id="367" name="Google Shape;367;p29"/>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None/>
            </a:pPr>
            <a:r>
              <a:rPr lang="en-US" sz="2400" b="1" i="0" u="none" strike="noStrike" cap="none">
                <a:solidFill>
                  <a:srgbClr val="11175E"/>
                </a:solidFill>
                <a:latin typeface="Arial"/>
                <a:ea typeface="Arial"/>
                <a:cs typeface="Arial"/>
                <a:sym typeface="Arial"/>
              </a:rPr>
              <a:t>Example 2: </a:t>
            </a:r>
            <a:r>
              <a:rPr lang="en-US" sz="2400" b="1" i="0" u="none" strike="noStrike" cap="none">
                <a:solidFill>
                  <a:srgbClr val="11175E"/>
                </a:solidFill>
                <a:latin typeface="Consolas"/>
                <a:ea typeface="Consolas"/>
                <a:cs typeface="Consolas"/>
                <a:sym typeface="Consolas"/>
              </a:rPr>
              <a:t>books-controller.js</a:t>
            </a:r>
            <a:endParaRPr sz="2400" b="1" i="0" u="none" strike="noStrike" cap="none">
              <a:solidFill>
                <a:srgbClr val="11175E"/>
              </a:solidFill>
              <a:latin typeface="Consolas"/>
              <a:ea typeface="Consolas"/>
              <a:cs typeface="Consolas"/>
              <a:sym typeface="Consolas"/>
            </a:endParaRPr>
          </a:p>
        </p:txBody>
      </p:sp>
      <p:sp>
        <p:nvSpPr>
          <p:cNvPr id="368" name="Google Shape;368;p29"/>
          <p:cNvSpPr txBox="1"/>
          <p:nvPr/>
        </p:nvSpPr>
        <p:spPr>
          <a:xfrm>
            <a:off x="320179" y="2017365"/>
            <a:ext cx="8187805" cy="4469771"/>
          </a:xfrm>
          <a:prstGeom prst="rect">
            <a:avLst/>
          </a:prstGeom>
          <a:noFill/>
          <a:ln w="9525" cap="flat" cmpd="sng">
            <a:solidFill>
              <a:schemeClr val="accent1"/>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Consolas"/>
                <a:ea typeface="Consolas"/>
                <a:cs typeface="Consolas"/>
                <a:sym typeface="Consolas"/>
              </a:rPr>
              <a:t>const fs = require('fs/promises');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br>
              <a:rPr lang="en-US" sz="1400" b="0" i="0" u="none" strike="noStrike" cap="none">
                <a:solidFill>
                  <a:srgbClr val="000000"/>
                </a:solidFill>
                <a:latin typeface="Consolas"/>
                <a:ea typeface="Consolas"/>
                <a:cs typeface="Consolas"/>
                <a:sym typeface="Consolas"/>
              </a:rPr>
            </a:br>
            <a:r>
              <a:rPr lang="en-US" sz="1400" b="0" i="0" u="none" strike="noStrike" cap="none">
                <a:solidFill>
                  <a:srgbClr val="000000"/>
                </a:solidFill>
                <a:latin typeface="Consolas"/>
                <a:ea typeface="Consolas"/>
                <a:cs typeface="Consolas"/>
                <a:sym typeface="Consolas"/>
              </a:rPr>
              <a:t>// Get Service model</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Consolas"/>
                <a:ea typeface="Consolas"/>
                <a:cs typeface="Consolas"/>
                <a:sym typeface="Consolas"/>
              </a:rPr>
              <a:t>const Book = require('./../models/book-model');</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br>
              <a:rPr lang="en-US" sz="1400" b="0" i="0" u="none" strike="noStrike" cap="none">
                <a:solidFill>
                  <a:srgbClr val="000000"/>
                </a:solidFill>
                <a:latin typeface="Consolas"/>
                <a:ea typeface="Consolas"/>
                <a:cs typeface="Consolas"/>
                <a:sym typeface="Consolas"/>
              </a:rPr>
            </a:br>
            <a:br>
              <a:rPr lang="en-US" sz="1400" b="0" i="0" u="none" strike="noStrike" cap="none">
                <a:solidFill>
                  <a:srgbClr val="000000"/>
                </a:solidFill>
                <a:latin typeface="Consolas"/>
                <a:ea typeface="Consolas"/>
                <a:cs typeface="Consolas"/>
                <a:sym typeface="Consolas"/>
              </a:rPr>
            </a:br>
            <a:r>
              <a:rPr lang="en-US" sz="1400" b="0" i="0" u="none" strike="noStrike" cap="none">
                <a:solidFill>
                  <a:srgbClr val="000000"/>
                </a:solidFill>
                <a:latin typeface="Consolas"/>
                <a:ea typeface="Consolas"/>
                <a:cs typeface="Consolas"/>
                <a:sym typeface="Consolas"/>
              </a:rPr>
              <a:t>// Controller function to get all the documents in the db and display it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Consolas"/>
                <a:ea typeface="Consolas"/>
                <a:cs typeface="Consolas"/>
                <a:sym typeface="Consolas"/>
              </a:rPr>
              <a:t>exports.showBooks = async (req, res) =&gt;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Consolas"/>
                <a:ea typeface="Consolas"/>
                <a:cs typeface="Consolas"/>
                <a:sym typeface="Consolas"/>
              </a:rPr>
              <a:t>  try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Consolas"/>
                <a:ea typeface="Consolas"/>
                <a:cs typeface="Consolas"/>
                <a:sym typeface="Consolas"/>
              </a:rPr>
              <a:t>    let bookList = await Book.retrieveAll(); // fetch all the list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Consolas"/>
                <a:ea typeface="Consolas"/>
                <a:cs typeface="Consolas"/>
                <a:sym typeface="Consolas"/>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Consolas"/>
                <a:ea typeface="Consolas"/>
                <a:cs typeface="Consolas"/>
                <a:sym typeface="Consolas"/>
              </a:rPr>
              <a:t>    console.log(bookList);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Consolas"/>
                <a:ea typeface="Consolas"/>
                <a:cs typeface="Consolas"/>
                <a:sym typeface="Consolas"/>
              </a:rPr>
              <a:t>    res.render("display-book", { bookList });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Consolas"/>
                <a:ea typeface="Consolas"/>
                <a:cs typeface="Consolas"/>
                <a:sym typeface="Consolas"/>
              </a:rPr>
              <a:t>  } catch (error)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Consolas"/>
                <a:ea typeface="Consolas"/>
                <a:cs typeface="Consolas"/>
                <a:sym typeface="Consolas"/>
              </a:rPr>
              <a:t>    console.error(error);</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Consolas"/>
                <a:ea typeface="Consolas"/>
                <a:cs typeface="Consolas"/>
                <a:sym typeface="Consolas"/>
              </a:rPr>
              <a:t>    res.send("Error reading database"); // Send error message if fetching fails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Consolas"/>
                <a:ea typeface="Consolas"/>
                <a:cs typeface="Consolas"/>
                <a:sym typeface="Consolas"/>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Consolas"/>
                <a:ea typeface="Consolas"/>
                <a:cs typeface="Consolas"/>
                <a:sym typeface="Consolas"/>
              </a:rPr>
              <a: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chemeClr val="dk1"/>
              </a:solidFill>
              <a:latin typeface="Consolas"/>
              <a:ea typeface="Consolas"/>
              <a:cs typeface="Consolas"/>
              <a:sym typeface="Consolas"/>
            </a:endParaRPr>
          </a:p>
        </p:txBody>
      </p:sp>
      <p:sp>
        <p:nvSpPr>
          <p:cNvPr id="369" name="Google Shape;369;p29"/>
          <p:cNvSpPr/>
          <p:nvPr/>
        </p:nvSpPr>
        <p:spPr>
          <a:xfrm>
            <a:off x="347870" y="2737886"/>
            <a:ext cx="4790971" cy="267236"/>
          </a:xfrm>
          <a:prstGeom prst="flowChartAlternateProcess">
            <a:avLst/>
          </a:prstGeom>
          <a:noFill/>
          <a:ln w="19050" cap="flat" cmpd="sng">
            <a:solidFill>
              <a:srgbClr val="6AA84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370" name="Google Shape;370;p29"/>
          <p:cNvCxnSpPr>
            <a:stCxn id="371" idx="1"/>
            <a:endCxn id="369" idx="3"/>
          </p:cNvCxnSpPr>
          <p:nvPr/>
        </p:nvCxnSpPr>
        <p:spPr>
          <a:xfrm rot="10800000">
            <a:off x="5138820" y="2871418"/>
            <a:ext cx="3365100" cy="30000"/>
          </a:xfrm>
          <a:prstGeom prst="straightConnector1">
            <a:avLst/>
          </a:prstGeom>
          <a:noFill/>
          <a:ln w="19050" cap="flat" cmpd="sng">
            <a:solidFill>
              <a:srgbClr val="6AA84F"/>
            </a:solidFill>
            <a:prstDash val="solid"/>
            <a:round/>
            <a:headEnd type="none" w="sm" len="sm"/>
            <a:tailEnd type="triangle" w="med" len="med"/>
          </a:ln>
        </p:spPr>
      </p:cxnSp>
      <p:sp>
        <p:nvSpPr>
          <p:cNvPr id="371" name="Google Shape;371;p29"/>
          <p:cNvSpPr txBox="1"/>
          <p:nvPr/>
        </p:nvSpPr>
        <p:spPr>
          <a:xfrm>
            <a:off x="8503920" y="2685989"/>
            <a:ext cx="3043598" cy="430857"/>
          </a:xfrm>
          <a:prstGeom prst="rect">
            <a:avLst/>
          </a:prstGeom>
          <a:solidFill>
            <a:srgbClr val="B6D7A8"/>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chemeClr val="dk1"/>
                </a:solidFill>
                <a:latin typeface="Arial"/>
                <a:ea typeface="Arial"/>
                <a:cs typeface="Arial"/>
                <a:sym typeface="Arial"/>
              </a:rPr>
              <a:t>Path to </a:t>
            </a:r>
            <a:r>
              <a:rPr lang="en-US" sz="1600" b="1" i="0" u="none" strike="noStrike" cap="none">
                <a:solidFill>
                  <a:schemeClr val="dk1"/>
                </a:solidFill>
                <a:latin typeface="Consolas"/>
                <a:ea typeface="Consolas"/>
                <a:cs typeface="Consolas"/>
                <a:sym typeface="Consolas"/>
              </a:rPr>
              <a:t>book-model.js</a:t>
            </a:r>
            <a:endParaRPr sz="1600" b="1" i="0" u="none" strike="noStrike" cap="none">
              <a:solidFill>
                <a:schemeClr val="dk1"/>
              </a:solidFill>
              <a:latin typeface="Consolas"/>
              <a:ea typeface="Consolas"/>
              <a:cs typeface="Consolas"/>
              <a:sym typeface="Consolas"/>
            </a:endParaRPr>
          </a:p>
        </p:txBody>
      </p:sp>
      <p:sp>
        <p:nvSpPr>
          <p:cNvPr id="372" name="Google Shape;372;p29"/>
          <p:cNvSpPr/>
          <p:nvPr/>
        </p:nvSpPr>
        <p:spPr>
          <a:xfrm>
            <a:off x="1129929" y="3959265"/>
            <a:ext cx="3645271" cy="347446"/>
          </a:xfrm>
          <a:prstGeom prst="flowChartAlternateProcess">
            <a:avLst/>
          </a:prstGeom>
          <a:noFill/>
          <a:ln w="19050"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373" name="Google Shape;373;p29"/>
          <p:cNvCxnSpPr>
            <a:stCxn id="374" idx="1"/>
            <a:endCxn id="372" idx="3"/>
          </p:cNvCxnSpPr>
          <p:nvPr/>
        </p:nvCxnSpPr>
        <p:spPr>
          <a:xfrm flipH="1">
            <a:off x="4775220" y="4116188"/>
            <a:ext cx="3728700" cy="16800"/>
          </a:xfrm>
          <a:prstGeom prst="straightConnector1">
            <a:avLst/>
          </a:prstGeom>
          <a:noFill/>
          <a:ln w="19050" cap="flat" cmpd="sng">
            <a:solidFill>
              <a:srgbClr val="0000FF"/>
            </a:solidFill>
            <a:prstDash val="solid"/>
            <a:round/>
            <a:headEnd type="none" w="sm" len="sm"/>
            <a:tailEnd type="triangle" w="med" len="med"/>
          </a:ln>
        </p:spPr>
      </p:cxnSp>
      <p:sp>
        <p:nvSpPr>
          <p:cNvPr id="374" name="Google Shape;374;p29"/>
          <p:cNvSpPr txBox="1"/>
          <p:nvPr/>
        </p:nvSpPr>
        <p:spPr>
          <a:xfrm>
            <a:off x="8503920" y="3531427"/>
            <a:ext cx="3369143" cy="1169521"/>
          </a:xfrm>
          <a:prstGeom prst="rect">
            <a:avLst/>
          </a:prstGeom>
          <a:solidFill>
            <a:srgbClr val="9FC5E8"/>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US" sz="1600" b="1" i="0" u="none" strike="noStrike" cap="none">
                <a:solidFill>
                  <a:schemeClr val="dk1"/>
                </a:solidFill>
                <a:latin typeface="Consolas"/>
                <a:ea typeface="Consolas"/>
                <a:cs typeface="Consolas"/>
                <a:sym typeface="Consolas"/>
              </a:rPr>
              <a:t>Book.retrieveAll()</a:t>
            </a:r>
            <a:r>
              <a:rPr lang="en-US" sz="1600" b="0" i="0" u="none" strike="noStrike" cap="none">
                <a:solidFill>
                  <a:schemeClr val="dk1"/>
                </a:solidFill>
                <a:latin typeface="Arial"/>
                <a:ea typeface="Arial"/>
                <a:cs typeface="Arial"/>
                <a:sym typeface="Arial"/>
              </a:rPr>
              <a:t> function will return an array of all the documents in the collection. </a:t>
            </a:r>
            <a:endParaRPr sz="1600" b="0"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Arial"/>
              <a:ea typeface="Arial"/>
              <a:cs typeface="Arial"/>
              <a:sym typeface="Arial"/>
            </a:endParaRPr>
          </a:p>
        </p:txBody>
      </p:sp>
      <p:sp>
        <p:nvSpPr>
          <p:cNvPr id="375" name="Google Shape;375;p29"/>
          <p:cNvSpPr/>
          <p:nvPr/>
        </p:nvSpPr>
        <p:spPr>
          <a:xfrm>
            <a:off x="704880" y="4669666"/>
            <a:ext cx="4229977" cy="267236"/>
          </a:xfrm>
          <a:prstGeom prst="flowChartAlternateProcess">
            <a:avLst/>
          </a:prstGeom>
          <a:noFill/>
          <a:ln w="1905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376" name="Google Shape;376;p29"/>
          <p:cNvCxnSpPr>
            <a:stCxn id="377" idx="1"/>
            <a:endCxn id="375" idx="3"/>
          </p:cNvCxnSpPr>
          <p:nvPr/>
        </p:nvCxnSpPr>
        <p:spPr>
          <a:xfrm rot="10800000">
            <a:off x="4934820" y="4803389"/>
            <a:ext cx="3569100" cy="445500"/>
          </a:xfrm>
          <a:prstGeom prst="straightConnector1">
            <a:avLst/>
          </a:prstGeom>
          <a:noFill/>
          <a:ln w="19050" cap="flat" cmpd="sng">
            <a:solidFill>
              <a:srgbClr val="FF9900"/>
            </a:solidFill>
            <a:prstDash val="solid"/>
            <a:round/>
            <a:headEnd type="none" w="sm" len="sm"/>
            <a:tailEnd type="triangle" w="med" len="med"/>
          </a:ln>
        </p:spPr>
      </p:cxnSp>
      <p:sp>
        <p:nvSpPr>
          <p:cNvPr id="377" name="Google Shape;377;p29"/>
          <p:cNvSpPr txBox="1"/>
          <p:nvPr/>
        </p:nvSpPr>
        <p:spPr>
          <a:xfrm>
            <a:off x="8503920" y="4787239"/>
            <a:ext cx="3369142" cy="923299"/>
          </a:xfrm>
          <a:prstGeom prst="rect">
            <a:avLst/>
          </a:prstGeom>
          <a:solidFill>
            <a:srgbClr val="F9CB9C"/>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The view </a:t>
            </a:r>
            <a:r>
              <a:rPr lang="en-US" sz="1600" b="1" i="0" u="none" strike="noStrike" cap="none">
                <a:solidFill>
                  <a:schemeClr val="dk1"/>
                </a:solidFill>
                <a:latin typeface="Consolas"/>
                <a:ea typeface="Consolas"/>
                <a:cs typeface="Consolas"/>
                <a:sym typeface="Consolas"/>
              </a:rPr>
              <a:t>display-book.ejs</a:t>
            </a:r>
            <a:r>
              <a:rPr lang="en-US" sz="1600" b="0" i="0" u="none" strike="noStrike" cap="none">
                <a:solidFill>
                  <a:srgbClr val="000000"/>
                </a:solidFill>
                <a:latin typeface="Arial"/>
                <a:ea typeface="Arial"/>
                <a:cs typeface="Arial"/>
                <a:sym typeface="Arial"/>
              </a:rPr>
              <a:t> is rendered with data retrieved from the database.</a:t>
            </a:r>
            <a:endParaRPr sz="1600" b="0" i="0" u="none" strike="noStrike" cap="none">
              <a:solidFill>
                <a:srgbClr val="000000"/>
              </a:solidFill>
              <a:latin typeface="Arial"/>
              <a:ea typeface="Arial"/>
              <a:cs typeface="Arial"/>
              <a:sym typeface="Arial"/>
            </a:endParaRPr>
          </a:p>
        </p:txBody>
      </p:sp>
      <p:sp>
        <p:nvSpPr>
          <p:cNvPr id="378" name="Google Shape;378;p29"/>
          <p:cNvSpPr txBox="1"/>
          <p:nvPr/>
        </p:nvSpPr>
        <p:spPr>
          <a:xfrm>
            <a:off x="240868" y="1423461"/>
            <a:ext cx="10119283"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chemeClr val="dk1"/>
                </a:solidFill>
                <a:latin typeface="Arial"/>
                <a:ea typeface="Arial"/>
                <a:cs typeface="Arial"/>
                <a:sym typeface="Arial"/>
              </a:rPr>
              <a:t>The controller contains all the logic of the application. Every database operation requires the model database schema.  Let’s look at the first function showBooks.</a:t>
            </a:r>
            <a:endParaRPr sz="1400" b="0" i="0" u="none" strike="noStrike" cap="none">
              <a:solidFill>
                <a:srgbClr val="000000"/>
              </a:solidFill>
              <a:latin typeface="Arial"/>
              <a:ea typeface="Arial"/>
              <a:cs typeface="Arial"/>
              <a:sym typeface="Arial"/>
            </a:endParaRPr>
          </a:p>
        </p:txBody>
      </p:sp>
      <p:sp>
        <p:nvSpPr>
          <p:cNvPr id="379" name="Google Shape;379;p29"/>
          <p:cNvSpPr txBox="1"/>
          <p:nvPr/>
        </p:nvSpPr>
        <p:spPr>
          <a:xfrm>
            <a:off x="3539581" y="6474321"/>
            <a:ext cx="1749000" cy="307800"/>
          </a:xfrm>
          <a:prstGeom prst="rect">
            <a:avLst/>
          </a:prstGeom>
          <a:noFill/>
          <a:ln>
            <a:noFill/>
          </a:ln>
        </p:spPr>
        <p:txBody>
          <a:bodyPr spcFirstLastPara="1" wrap="square" lIns="68575" tIns="68575" rIns="68575" bIns="68575"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sng" strike="noStrike" cap="none">
                <a:solidFill>
                  <a:srgbClr val="000000"/>
                </a:solidFill>
                <a:latin typeface="Consolas"/>
                <a:ea typeface="Consolas"/>
                <a:cs typeface="Consolas"/>
                <a:sym typeface="Consolas"/>
              </a:rPr>
              <a:t>book-controller.js</a:t>
            </a:r>
            <a:endParaRPr sz="1100" b="0" i="0" u="sng" strike="noStrike" cap="none">
              <a:solidFill>
                <a:srgbClr val="000000"/>
              </a:solidFill>
              <a:latin typeface="Consolas"/>
              <a:ea typeface="Consolas"/>
              <a:cs typeface="Consolas"/>
              <a:sym typeface="Consolas"/>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83"/>
        <p:cNvGrpSpPr/>
        <p:nvPr/>
      </p:nvGrpSpPr>
      <p:grpSpPr>
        <a:xfrm>
          <a:off x="0" y="0"/>
          <a:ext cx="0" cy="0"/>
          <a:chOff x="0" y="0"/>
          <a:chExt cx="0" cy="0"/>
        </a:xfrm>
      </p:grpSpPr>
      <p:sp>
        <p:nvSpPr>
          <p:cNvPr id="384" name="Google Shape;384;p30"/>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Clr>
                <a:srgbClr val="000000"/>
              </a:buClr>
              <a:buSzPts val="2400"/>
              <a:buFont typeface="Arial"/>
              <a:buNone/>
            </a:pPr>
            <a:r>
              <a:rPr lang="en-US" sz="2400" b="1" i="0" u="none" strike="noStrike" cap="none">
                <a:solidFill>
                  <a:srgbClr val="11175E"/>
                </a:solidFill>
                <a:latin typeface="Arial"/>
                <a:ea typeface="Arial"/>
                <a:cs typeface="Arial"/>
                <a:sym typeface="Arial"/>
              </a:rPr>
              <a:t>Example 2: </a:t>
            </a:r>
            <a:r>
              <a:rPr lang="en-US" sz="2400" b="1" i="0" u="none" strike="noStrike" cap="none">
                <a:solidFill>
                  <a:srgbClr val="11175E"/>
                </a:solidFill>
                <a:latin typeface="Consolas"/>
                <a:ea typeface="Consolas"/>
                <a:cs typeface="Consolas"/>
                <a:sym typeface="Consolas"/>
              </a:rPr>
              <a:t>localhost:8000/book-list</a:t>
            </a:r>
            <a:endParaRPr sz="2400" b="1" i="0" u="none" strike="noStrike" cap="none">
              <a:solidFill>
                <a:srgbClr val="11175E"/>
              </a:solidFill>
              <a:latin typeface="Consolas"/>
              <a:ea typeface="Consolas"/>
              <a:cs typeface="Consolas"/>
              <a:sym typeface="Consolas"/>
            </a:endParaRPr>
          </a:p>
        </p:txBody>
      </p:sp>
      <p:pic>
        <p:nvPicPr>
          <p:cNvPr id="385" name="Google Shape;385;p30"/>
          <p:cNvPicPr preferRelativeResize="0"/>
          <p:nvPr/>
        </p:nvPicPr>
        <p:blipFill rotWithShape="1">
          <a:blip r:embed="rId3">
            <a:alphaModFix/>
          </a:blip>
          <a:srcRect/>
          <a:stretch/>
        </p:blipFill>
        <p:spPr>
          <a:xfrm>
            <a:off x="371856" y="1993392"/>
            <a:ext cx="6266688" cy="4700016"/>
          </a:xfrm>
          <a:prstGeom prst="rect">
            <a:avLst/>
          </a:prstGeom>
          <a:noFill/>
          <a:ln>
            <a:noFill/>
          </a:ln>
        </p:spPr>
      </p:pic>
      <p:sp>
        <p:nvSpPr>
          <p:cNvPr id="386" name="Google Shape;386;p30"/>
          <p:cNvSpPr txBox="1"/>
          <p:nvPr/>
        </p:nvSpPr>
        <p:spPr>
          <a:xfrm>
            <a:off x="252984" y="1426464"/>
            <a:ext cx="11039856" cy="58473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chemeClr val="dk1"/>
                </a:solidFill>
                <a:latin typeface="Arial"/>
                <a:ea typeface="Arial"/>
                <a:cs typeface="Arial"/>
                <a:sym typeface="Arial"/>
              </a:rPr>
              <a:t>Let’s test this function in the browser. Start up your server using </a:t>
            </a:r>
            <a:r>
              <a:rPr lang="en-US" sz="1600" b="1" i="0" u="none" strike="noStrike" cap="none">
                <a:solidFill>
                  <a:schemeClr val="dk1"/>
                </a:solidFill>
                <a:latin typeface="Consolas"/>
                <a:ea typeface="Consolas"/>
                <a:cs typeface="Consolas"/>
                <a:sym typeface="Consolas"/>
              </a:rPr>
              <a:t>nodemon server.js</a:t>
            </a:r>
            <a:r>
              <a:rPr lang="en-US" sz="1600" b="0" i="0" u="none" strike="noStrike" cap="none">
                <a:solidFill>
                  <a:schemeClr val="dk1"/>
                </a:solidFill>
                <a:latin typeface="Arial"/>
                <a:ea typeface="Arial"/>
                <a:cs typeface="Arial"/>
                <a:sym typeface="Arial"/>
              </a:rPr>
              <a:t> in a terminal and go to </a:t>
            </a:r>
            <a:r>
              <a:rPr lang="en-US" sz="1600" b="1" i="0" u="none" strike="noStrike" cap="none">
                <a:solidFill>
                  <a:schemeClr val="dk1"/>
                </a:solidFill>
                <a:latin typeface="Consolas"/>
                <a:ea typeface="Consolas"/>
                <a:cs typeface="Consolas"/>
                <a:sym typeface="Consolas"/>
              </a:rPr>
              <a:t>localhost:8000/book-list</a:t>
            </a:r>
            <a:r>
              <a:rPr lang="en-US" sz="1600" b="0" i="0" u="none" strike="noStrike" cap="none">
                <a:solidFill>
                  <a:schemeClr val="dk1"/>
                </a:solidFill>
                <a:latin typeface="Arial"/>
                <a:ea typeface="Arial"/>
                <a:cs typeface="Arial"/>
                <a:sym typeface="Arial"/>
              </a:rPr>
              <a:t>. We will see the books listed. Let's look at the </a:t>
            </a:r>
            <a:r>
              <a:rPr lang="en-US" sz="1600" b="1" i="0" u="none" strike="noStrike" cap="none">
                <a:solidFill>
                  <a:schemeClr val="dk1"/>
                </a:solidFill>
                <a:latin typeface="Consolas"/>
                <a:ea typeface="Consolas"/>
                <a:cs typeface="Consolas"/>
                <a:sym typeface="Consolas"/>
              </a:rPr>
              <a:t>display-book.ejs</a:t>
            </a:r>
            <a:endParaRPr sz="1600" b="1" i="0" u="none" strike="noStrike" cap="none">
              <a:solidFill>
                <a:schemeClr val="dk1"/>
              </a:solidFill>
              <a:latin typeface="Consolas"/>
              <a:ea typeface="Consolas"/>
              <a:cs typeface="Consolas"/>
              <a:sym typeface="Consolas"/>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Shape 383">
          <a:extLst>
            <a:ext uri="{FF2B5EF4-FFF2-40B4-BE49-F238E27FC236}">
              <a16:creationId xmlns:a16="http://schemas.microsoft.com/office/drawing/2014/main" id="{7E0D76E5-67F8-421D-4E63-3549E747B56A}"/>
            </a:ext>
          </a:extLst>
        </p:cNvPr>
        <p:cNvGrpSpPr/>
        <p:nvPr/>
      </p:nvGrpSpPr>
      <p:grpSpPr>
        <a:xfrm>
          <a:off x="0" y="0"/>
          <a:ext cx="0" cy="0"/>
          <a:chOff x="0" y="0"/>
          <a:chExt cx="0" cy="0"/>
        </a:xfrm>
      </p:grpSpPr>
      <p:sp>
        <p:nvSpPr>
          <p:cNvPr id="384" name="Google Shape;384;p30">
            <a:extLst>
              <a:ext uri="{FF2B5EF4-FFF2-40B4-BE49-F238E27FC236}">
                <a16:creationId xmlns:a16="http://schemas.microsoft.com/office/drawing/2014/main" id="{BB14EA98-4FE3-75B6-7C72-8CF533913980}"/>
              </a:ext>
            </a:extLst>
          </p:cNvPr>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Clr>
                <a:srgbClr val="000000"/>
              </a:buClr>
              <a:buSzPts val="2400"/>
              <a:buFont typeface="Arial"/>
              <a:buNone/>
            </a:pPr>
            <a:r>
              <a:rPr lang="en-US" sz="2400" b="1" i="0" u="none" strike="noStrike" cap="none" dirty="0">
                <a:solidFill>
                  <a:srgbClr val="11175E"/>
                </a:solidFill>
                <a:latin typeface="Arial"/>
                <a:ea typeface="Arial"/>
                <a:cs typeface="Arial"/>
                <a:sym typeface="Arial"/>
              </a:rPr>
              <a:t>Schema Validation (out of scope)</a:t>
            </a:r>
            <a:endParaRPr sz="2400" b="1" i="0" u="none" strike="noStrike" cap="none" dirty="0">
              <a:solidFill>
                <a:srgbClr val="11175E"/>
              </a:solidFill>
              <a:latin typeface="Consolas"/>
              <a:ea typeface="Consolas"/>
              <a:cs typeface="Consolas"/>
              <a:sym typeface="Consolas"/>
            </a:endParaRPr>
          </a:p>
        </p:txBody>
      </p:sp>
      <p:sp>
        <p:nvSpPr>
          <p:cNvPr id="386" name="Google Shape;386;p30">
            <a:extLst>
              <a:ext uri="{FF2B5EF4-FFF2-40B4-BE49-F238E27FC236}">
                <a16:creationId xmlns:a16="http://schemas.microsoft.com/office/drawing/2014/main" id="{06E67BA9-7997-924A-26CE-B3ACA9314650}"/>
              </a:ext>
            </a:extLst>
          </p:cNvPr>
          <p:cNvSpPr txBox="1"/>
          <p:nvPr/>
        </p:nvSpPr>
        <p:spPr>
          <a:xfrm>
            <a:off x="252984" y="1426464"/>
            <a:ext cx="11039856" cy="280072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dirty="0">
                <a:solidFill>
                  <a:schemeClr val="dk1"/>
                </a:solidFill>
                <a:latin typeface="Arial"/>
                <a:ea typeface="Arial"/>
                <a:cs typeface="Arial"/>
                <a:sym typeface="Arial"/>
              </a:rPr>
              <a:t>Mongoose validators are designed to run when you create or save a document (.save(), .create()), or when performing specific update operations </a:t>
            </a:r>
          </a:p>
          <a:p>
            <a:pPr marL="0" marR="0" lvl="0" indent="0" algn="l" rtl="0">
              <a:lnSpc>
                <a:spcPct val="100000"/>
              </a:lnSpc>
              <a:spcBef>
                <a:spcPts val="0"/>
              </a:spcBef>
              <a:spcAft>
                <a:spcPts val="0"/>
              </a:spcAft>
              <a:buClr>
                <a:srgbClr val="000000"/>
              </a:buClr>
              <a:buSzPts val="1600"/>
              <a:buFont typeface="Arial"/>
              <a:buNone/>
            </a:pPr>
            <a:r>
              <a:rPr lang="en-US" sz="1600" dirty="0">
                <a:solidFill>
                  <a:schemeClr val="dk1"/>
                </a:solidFill>
              </a:rPr>
              <a:t>	</a:t>
            </a:r>
            <a:r>
              <a:rPr lang="en-US" sz="1600" b="0" i="0" u="none" strike="noStrike" cap="none" dirty="0">
                <a:solidFill>
                  <a:schemeClr val="dk1"/>
                </a:solidFill>
                <a:latin typeface="Arial"/>
                <a:ea typeface="Arial"/>
                <a:cs typeface="Arial"/>
                <a:sym typeface="Arial"/>
              </a:rPr>
              <a:t>using the </a:t>
            </a:r>
            <a:r>
              <a:rPr lang="en-US" sz="1600" b="0" i="0" u="none" strike="noStrike" cap="none" dirty="0" err="1">
                <a:solidFill>
                  <a:schemeClr val="dk1"/>
                </a:solidFill>
                <a:latin typeface="Consolas" panose="020B0609020204030204" pitchFamily="49" charset="0"/>
                <a:cs typeface="Consolas" panose="020B0609020204030204" pitchFamily="49" charset="0"/>
                <a:sym typeface="Arial"/>
              </a:rPr>
              <a:t>runValidators</a:t>
            </a:r>
            <a:r>
              <a:rPr lang="en-US" sz="1600" b="0" i="0" u="none" strike="noStrike" cap="none" dirty="0">
                <a:solidFill>
                  <a:schemeClr val="dk1"/>
                </a:solidFill>
                <a:latin typeface="Consolas" panose="020B0609020204030204" pitchFamily="49" charset="0"/>
                <a:cs typeface="Consolas" panose="020B0609020204030204" pitchFamily="49" charset="0"/>
                <a:sym typeface="Arial"/>
              </a:rPr>
              <a:t>: true </a:t>
            </a:r>
            <a:r>
              <a:rPr lang="en-US" sz="1600" b="0" i="0" u="none" strike="noStrike" cap="none" dirty="0">
                <a:solidFill>
                  <a:schemeClr val="dk1"/>
                </a:solidFill>
                <a:latin typeface="Arial"/>
                <a:ea typeface="Arial"/>
                <a:cs typeface="Arial"/>
                <a:sym typeface="Arial"/>
              </a:rPr>
              <a:t>option (e.g., </a:t>
            </a:r>
            <a:r>
              <a:rPr lang="en-US" sz="1600" b="0" i="0" u="none" strike="noStrike" cap="none" dirty="0" err="1">
                <a:solidFill>
                  <a:schemeClr val="dk1"/>
                </a:solidFill>
                <a:latin typeface="Arial"/>
                <a:ea typeface="Arial"/>
                <a:cs typeface="Arial"/>
                <a:sym typeface="Arial"/>
              </a:rPr>
              <a:t>updateOne</a:t>
            </a:r>
            <a:r>
              <a:rPr lang="en-US" sz="1600" b="0" i="0" u="none" strike="noStrike" cap="none" dirty="0">
                <a:solidFill>
                  <a:schemeClr val="dk1"/>
                </a:solidFill>
                <a:latin typeface="Arial"/>
                <a:ea typeface="Arial"/>
                <a:cs typeface="Arial"/>
                <a:sym typeface="Arial"/>
              </a:rPr>
              <a:t>, </a:t>
            </a:r>
            <a:r>
              <a:rPr lang="en-US" sz="1600" b="0" i="0" u="none" strike="noStrike" cap="none" dirty="0" err="1">
                <a:solidFill>
                  <a:schemeClr val="dk1"/>
                </a:solidFill>
                <a:latin typeface="Arial"/>
                <a:ea typeface="Arial"/>
                <a:cs typeface="Arial"/>
                <a:sym typeface="Arial"/>
              </a:rPr>
              <a:t>findOneAndUpdate</a:t>
            </a:r>
            <a:r>
              <a:rPr lang="en-US" sz="1600" b="0" i="0" u="none" strike="noStrike" cap="none" dirty="0">
                <a:solidFill>
                  <a:schemeClr val="dk1"/>
                </a:solidFill>
                <a:latin typeface="Arial"/>
                <a:ea typeface="Arial"/>
                <a:cs typeface="Arial"/>
                <a:sym typeface="Arial"/>
              </a:rPr>
              <a:t>). </a:t>
            </a:r>
          </a:p>
          <a:p>
            <a:pPr marL="0" marR="0" lvl="0" indent="0" algn="l" rtl="0">
              <a:lnSpc>
                <a:spcPct val="100000"/>
              </a:lnSpc>
              <a:spcBef>
                <a:spcPts val="0"/>
              </a:spcBef>
              <a:spcAft>
                <a:spcPts val="0"/>
              </a:spcAft>
              <a:buClr>
                <a:srgbClr val="000000"/>
              </a:buClr>
              <a:buSzPts val="1600"/>
              <a:buFont typeface="Arial"/>
              <a:buNone/>
            </a:pPr>
            <a:endParaRPr lang="en-US" sz="1600" b="0" i="0" u="none" strike="noStrike" cap="none" dirty="0">
              <a:solidFill>
                <a:schemeClr val="dk1"/>
              </a:solidFill>
              <a:latin typeface="Arial"/>
              <a:ea typeface="Arial"/>
              <a:cs typeface="Arial"/>
              <a:sym typeface="Arial"/>
            </a:endParaRPr>
          </a:p>
          <a:p>
            <a:pPr lvl="0">
              <a:buSzPts val="1600"/>
            </a:pPr>
            <a:r>
              <a:rPr lang="en-US" sz="1600" dirty="0">
                <a:solidFill>
                  <a:schemeClr val="dk1"/>
                </a:solidFill>
              </a:rPr>
              <a:t>	</a:t>
            </a:r>
            <a:r>
              <a:rPr lang="en-US" sz="1600" dirty="0">
                <a:solidFill>
                  <a:schemeClr val="dk1"/>
                </a:solidFill>
                <a:latin typeface="Consolas" panose="020B0609020204030204" pitchFamily="49" charset="0"/>
                <a:cs typeface="Consolas" panose="020B0609020204030204" pitchFamily="49" charset="0"/>
              </a:rPr>
              <a:t>await </a:t>
            </a:r>
            <a:r>
              <a:rPr lang="en-US" sz="1600" dirty="0" err="1">
                <a:solidFill>
                  <a:schemeClr val="dk1"/>
                </a:solidFill>
                <a:latin typeface="Consolas" panose="020B0609020204030204" pitchFamily="49" charset="0"/>
                <a:cs typeface="Consolas" panose="020B0609020204030204" pitchFamily="49" charset="0"/>
              </a:rPr>
              <a:t>User.updateOne</a:t>
            </a:r>
            <a:r>
              <a:rPr lang="en-US" sz="1600" dirty="0">
                <a:solidFill>
                  <a:schemeClr val="dk1"/>
                </a:solidFill>
                <a:latin typeface="Consolas" panose="020B0609020204030204" pitchFamily="49" charset="0"/>
                <a:cs typeface="Consolas" panose="020B0609020204030204" pitchFamily="49" charset="0"/>
              </a:rPr>
              <a:t>({ _id }, { age: 10 }, { </a:t>
            </a:r>
            <a:r>
              <a:rPr lang="en-US" sz="1600" dirty="0" err="1">
                <a:solidFill>
                  <a:schemeClr val="dk1"/>
                </a:solidFill>
                <a:latin typeface="Consolas" panose="020B0609020204030204" pitchFamily="49" charset="0"/>
                <a:cs typeface="Consolas" panose="020B0609020204030204" pitchFamily="49" charset="0"/>
              </a:rPr>
              <a:t>runValidators</a:t>
            </a:r>
            <a:r>
              <a:rPr lang="en-US" sz="1600" dirty="0">
                <a:solidFill>
                  <a:schemeClr val="dk1"/>
                </a:solidFill>
                <a:latin typeface="Consolas" panose="020B0609020204030204" pitchFamily="49" charset="0"/>
                <a:cs typeface="Consolas" panose="020B0609020204030204" pitchFamily="49" charset="0"/>
              </a:rPr>
              <a:t>: true });</a:t>
            </a:r>
          </a:p>
          <a:p>
            <a:pPr marL="0" marR="0" lvl="0" indent="0" algn="l" rtl="0">
              <a:lnSpc>
                <a:spcPct val="100000"/>
              </a:lnSpc>
              <a:spcBef>
                <a:spcPts val="0"/>
              </a:spcBef>
              <a:spcAft>
                <a:spcPts val="0"/>
              </a:spcAft>
              <a:buClr>
                <a:srgbClr val="000000"/>
              </a:buClr>
              <a:buSzPts val="1600"/>
              <a:buFont typeface="Arial"/>
              <a:buNone/>
            </a:pPr>
            <a:endParaRPr lang="en-US" sz="16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endParaRPr lang="en-US" sz="1600" dirty="0">
              <a:solidFill>
                <a:schemeClr val="dk1"/>
              </a:solidFill>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dirty="0">
                <a:solidFill>
                  <a:schemeClr val="dk1"/>
                </a:solidFill>
                <a:latin typeface="Arial"/>
                <a:ea typeface="Arial"/>
                <a:cs typeface="Arial"/>
                <a:sym typeface="Arial"/>
              </a:rPr>
              <a:t>They are not designed to run automatically with </a:t>
            </a:r>
            <a:r>
              <a:rPr lang="en-US" sz="1600" b="0" i="0" u="none" strike="noStrike" cap="none" dirty="0" err="1">
                <a:solidFill>
                  <a:schemeClr val="dk1"/>
                </a:solidFill>
                <a:latin typeface="Arial"/>
                <a:ea typeface="Arial"/>
                <a:cs typeface="Arial"/>
                <a:sym typeface="Arial"/>
              </a:rPr>
              <a:t>Model.find</a:t>
            </a:r>
            <a:r>
              <a:rPr lang="en-US" sz="1600" b="0" i="0" u="none" strike="noStrike" cap="none" dirty="0">
                <a:solidFill>
                  <a:schemeClr val="dk1"/>
                </a:solidFill>
                <a:latin typeface="Arial"/>
                <a:ea typeface="Arial"/>
                <a:cs typeface="Arial"/>
                <a:sym typeface="Arial"/>
              </a:rPr>
              <a:t>(). </a:t>
            </a: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dirty="0">
                <a:solidFill>
                  <a:schemeClr val="dk1"/>
                </a:solidFill>
                <a:latin typeface="Arial"/>
                <a:ea typeface="Arial"/>
                <a:cs typeface="Arial"/>
                <a:sym typeface="Arial"/>
              </a:rPr>
              <a:t>The .find() method is a query operation used to retrieve existing documents from the database, not to validate them against the schema's rules. Documents that already exist in your database are presumed to be valid. </a:t>
            </a:r>
          </a:p>
          <a:p>
            <a:pPr marL="0" marR="0" lvl="0" indent="0" algn="l" rtl="0">
              <a:lnSpc>
                <a:spcPct val="100000"/>
              </a:lnSpc>
              <a:spcBef>
                <a:spcPts val="0"/>
              </a:spcBef>
              <a:spcAft>
                <a:spcPts val="0"/>
              </a:spcAft>
              <a:buClr>
                <a:srgbClr val="000000"/>
              </a:buClr>
              <a:buSzPts val="1600"/>
              <a:buFont typeface="Arial"/>
              <a:buNone/>
            </a:pPr>
            <a:endParaRPr lang="en-US" sz="16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20082344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sp>
        <p:nvSpPr>
          <p:cNvPr id="391" name="Google Shape;391;p31"/>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Clr>
                <a:srgbClr val="000000"/>
              </a:buClr>
              <a:buSzPts val="2400"/>
              <a:buFont typeface="Arial"/>
              <a:buNone/>
            </a:pPr>
            <a:r>
              <a:rPr lang="en-US" sz="2400" b="1" i="0" u="none" strike="noStrike" cap="none">
                <a:solidFill>
                  <a:srgbClr val="11175E"/>
                </a:solidFill>
                <a:latin typeface="Arial"/>
                <a:ea typeface="Arial"/>
                <a:cs typeface="Arial"/>
                <a:sym typeface="Arial"/>
              </a:rPr>
              <a:t>Example 2: </a:t>
            </a:r>
            <a:r>
              <a:rPr lang="en-US" sz="2400" b="1" i="0" u="none" strike="noStrike" cap="none">
                <a:solidFill>
                  <a:srgbClr val="11175E"/>
                </a:solidFill>
                <a:latin typeface="Consolas"/>
                <a:ea typeface="Consolas"/>
                <a:cs typeface="Consolas"/>
                <a:sym typeface="Consolas"/>
              </a:rPr>
              <a:t>display-book.ejs</a:t>
            </a:r>
            <a:endParaRPr sz="2400" b="1" i="0" u="none" strike="noStrike" cap="none">
              <a:solidFill>
                <a:srgbClr val="11175E"/>
              </a:solidFill>
              <a:latin typeface="Consolas"/>
              <a:ea typeface="Consolas"/>
              <a:cs typeface="Consolas"/>
              <a:sym typeface="Consolas"/>
            </a:endParaRPr>
          </a:p>
        </p:txBody>
      </p:sp>
      <p:sp>
        <p:nvSpPr>
          <p:cNvPr id="392" name="Google Shape;392;p31"/>
          <p:cNvSpPr txBox="1"/>
          <p:nvPr/>
        </p:nvSpPr>
        <p:spPr>
          <a:xfrm>
            <a:off x="381139" y="2072230"/>
            <a:ext cx="7950061" cy="4130280"/>
          </a:xfrm>
          <a:prstGeom prst="rect">
            <a:avLst/>
          </a:prstGeom>
          <a:noFill/>
          <a:ln w="9525" cap="flat" cmpd="sng">
            <a:solidFill>
              <a:schemeClr val="accent1"/>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Consolas"/>
                <a:ea typeface="Consolas"/>
                <a:cs typeface="Consolas"/>
                <a:sym typeface="Consolas"/>
              </a:rPr>
              <a:t>  &lt;!-- EJS conditional block: Check if there are any book list --&gt;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Consolas"/>
                <a:ea typeface="Consolas"/>
                <a:cs typeface="Consolas"/>
                <a:sym typeface="Consolas"/>
              </a:rPr>
              <a:t>  &lt;% if (bookList.length === 0) { %&gt;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Consolas"/>
                <a:ea typeface="Consolas"/>
                <a:cs typeface="Consolas"/>
                <a:sym typeface="Consolas"/>
              </a:rPr>
              <a:t>    &lt;p&gt;No books yet.&lt;/p&gt; &lt;!-- Message when there is no books --&gt;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Consolas"/>
                <a:ea typeface="Consolas"/>
                <a:cs typeface="Consolas"/>
                <a:sym typeface="Consolas"/>
              </a:rPr>
              <a:t>  &lt;% } else { %&gt;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Consolas"/>
                <a:ea typeface="Consolas"/>
                <a:cs typeface="Consolas"/>
                <a:sym typeface="Consolas"/>
              </a:rPr>
              <a:t>    &lt;h2&gt;Node.js Book List&lt;/h2&gt;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Consolas"/>
                <a:ea typeface="Consolas"/>
                <a:cs typeface="Consolas"/>
                <a:sym typeface="Consolas"/>
              </a:rPr>
              <a:t>    &lt;!-- EJS loop to render each book --&gt;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Consolas"/>
                <a:ea typeface="Consolas"/>
                <a:cs typeface="Consolas"/>
                <a:sym typeface="Consolas"/>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Consolas"/>
                <a:ea typeface="Consolas"/>
                <a:cs typeface="Consolas"/>
                <a:sym typeface="Consolas"/>
              </a:rPr>
              <a:t>    &lt;% bookList.forEach(book =&gt; { %&gt;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Consolas"/>
                <a:ea typeface="Consolas"/>
                <a:cs typeface="Consolas"/>
                <a:sym typeface="Consolas"/>
              </a:rPr>
              <a:t>        </a:t>
            </a:r>
            <a:br>
              <a:rPr lang="en-US" sz="1400" b="0" i="0" u="none" strike="noStrike" cap="none">
                <a:solidFill>
                  <a:srgbClr val="000000"/>
                </a:solidFill>
                <a:latin typeface="Consolas"/>
                <a:ea typeface="Consolas"/>
                <a:cs typeface="Consolas"/>
                <a:sym typeface="Consolas"/>
              </a:rPr>
            </a:br>
            <a:r>
              <a:rPr lang="en-US" sz="1400" b="0" i="0" u="none" strike="noStrike" cap="none">
                <a:solidFill>
                  <a:srgbClr val="000000"/>
                </a:solidFill>
                <a:latin typeface="Consolas"/>
                <a:ea typeface="Consolas"/>
                <a:cs typeface="Consolas"/>
                <a:sym typeface="Consolas"/>
              </a:rPr>
              <a:t>       &lt;p&gt;&lt;strong&gt;Title: &lt;%= book.title  %&gt; &lt;/strong&gt;&lt;/p&gt;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Consolas"/>
                <a:ea typeface="Consolas"/>
                <a:cs typeface="Consolas"/>
                <a:sym typeface="Consolas"/>
              </a:rPr>
              <a:t>                   ISBN: &lt;%= book.isbn   %&gt; &lt;br&gt;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Consolas"/>
                <a:ea typeface="Consolas"/>
                <a:cs typeface="Consolas"/>
                <a:sym typeface="Consolas"/>
              </a:rPr>
              <a:t>                 Rating: &lt;%= book.rating %&gt; &lt;br&gt;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Consolas"/>
                <a:ea typeface="Consolas"/>
                <a:cs typeface="Consolas"/>
                <a:sym typeface="Consolas"/>
              </a:rPr>
              <a:t>                  Price: &lt;%= book.price  %&gt;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Consolas"/>
                <a:ea typeface="Consolas"/>
                <a:cs typeface="Consolas"/>
                <a:sym typeface="Consolas"/>
              </a:rPr>
              <a:t>      </a:t>
            </a:r>
            <a:br>
              <a:rPr lang="en-US" sz="1400" b="0" i="0" u="none" strike="noStrike" cap="none">
                <a:solidFill>
                  <a:srgbClr val="000000"/>
                </a:solidFill>
                <a:latin typeface="Consolas"/>
                <a:ea typeface="Consolas"/>
                <a:cs typeface="Consolas"/>
                <a:sym typeface="Consolas"/>
              </a:rPr>
            </a:br>
            <a:r>
              <a:rPr lang="en-US" sz="1400" b="0" i="0" u="none" strike="noStrike" cap="none">
                <a:solidFill>
                  <a:srgbClr val="000000"/>
                </a:solidFill>
                <a:latin typeface="Consolas"/>
                <a:ea typeface="Consolas"/>
                <a:cs typeface="Consolas"/>
                <a:sym typeface="Consolas"/>
              </a:rPr>
              <a:t>      &lt;hr&gt;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Consolas"/>
                <a:ea typeface="Consolas"/>
                <a:cs typeface="Consolas"/>
                <a:sym typeface="Consolas"/>
              </a:rPr>
              <a:t>    &lt;% }); %&gt;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Consolas"/>
                <a:ea typeface="Consolas"/>
                <a:cs typeface="Consolas"/>
                <a:sym typeface="Consolas"/>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Consolas"/>
                <a:ea typeface="Consolas"/>
                <a:cs typeface="Consolas"/>
                <a:sym typeface="Consolas"/>
              </a:rPr>
              <a:t>  &lt;% } %&gt;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chemeClr val="dk1"/>
              </a:solidFill>
              <a:latin typeface="Consolas"/>
              <a:ea typeface="Consolas"/>
              <a:cs typeface="Consolas"/>
              <a:sym typeface="Consolas"/>
            </a:endParaRPr>
          </a:p>
        </p:txBody>
      </p:sp>
      <p:sp>
        <p:nvSpPr>
          <p:cNvPr id="393" name="Google Shape;393;p31"/>
          <p:cNvSpPr/>
          <p:nvPr/>
        </p:nvSpPr>
        <p:spPr>
          <a:xfrm>
            <a:off x="617584" y="2379223"/>
            <a:ext cx="3584447" cy="235373"/>
          </a:xfrm>
          <a:prstGeom prst="flowChartAlternateProcess">
            <a:avLst/>
          </a:prstGeom>
          <a:noFill/>
          <a:ln w="19050" cap="flat" cmpd="sng">
            <a:solidFill>
              <a:srgbClr val="6AA84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394" name="Google Shape;394;p31"/>
          <p:cNvCxnSpPr>
            <a:stCxn id="395" idx="1"/>
            <a:endCxn id="393" idx="3"/>
          </p:cNvCxnSpPr>
          <p:nvPr/>
        </p:nvCxnSpPr>
        <p:spPr>
          <a:xfrm flipH="1">
            <a:off x="4202082" y="2470038"/>
            <a:ext cx="4332600" cy="27000"/>
          </a:xfrm>
          <a:prstGeom prst="straightConnector1">
            <a:avLst/>
          </a:prstGeom>
          <a:noFill/>
          <a:ln w="19050" cap="flat" cmpd="sng">
            <a:solidFill>
              <a:srgbClr val="6AA84F"/>
            </a:solidFill>
            <a:prstDash val="solid"/>
            <a:round/>
            <a:headEnd type="none" w="sm" len="sm"/>
            <a:tailEnd type="triangle" w="med" len="med"/>
          </a:ln>
        </p:spPr>
      </p:cxnSp>
      <p:sp>
        <p:nvSpPr>
          <p:cNvPr id="395" name="Google Shape;395;p31"/>
          <p:cNvSpPr txBox="1"/>
          <p:nvPr/>
        </p:nvSpPr>
        <p:spPr>
          <a:xfrm>
            <a:off x="8534682" y="2131499"/>
            <a:ext cx="3338380" cy="677078"/>
          </a:xfrm>
          <a:prstGeom prst="rect">
            <a:avLst/>
          </a:prstGeom>
          <a:solidFill>
            <a:srgbClr val="B6D7A8"/>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chemeClr val="dk1"/>
                </a:solidFill>
                <a:latin typeface="Arial"/>
                <a:ea typeface="Arial"/>
                <a:cs typeface="Arial"/>
                <a:sym typeface="Arial"/>
              </a:rPr>
              <a:t>Check if the input </a:t>
            </a:r>
            <a:r>
              <a:rPr lang="en-US" sz="1600" b="1" i="0" u="none" strike="noStrike" cap="none">
                <a:solidFill>
                  <a:schemeClr val="dk1"/>
                </a:solidFill>
                <a:latin typeface="Consolas"/>
                <a:ea typeface="Consolas"/>
                <a:cs typeface="Consolas"/>
                <a:sym typeface="Consolas"/>
              </a:rPr>
              <a:t>bookList</a:t>
            </a:r>
            <a:r>
              <a:rPr lang="en-US" sz="1600" b="0" i="0" u="none" strike="noStrike" cap="none">
                <a:solidFill>
                  <a:schemeClr val="dk1"/>
                </a:solidFill>
                <a:latin typeface="Arial"/>
                <a:ea typeface="Arial"/>
                <a:cs typeface="Arial"/>
                <a:sym typeface="Arial"/>
              </a:rPr>
              <a:t> is not empty</a:t>
            </a:r>
            <a:endParaRPr sz="1600" b="0" i="0" u="none" strike="noStrike" cap="none">
              <a:solidFill>
                <a:srgbClr val="000000"/>
              </a:solidFill>
              <a:latin typeface="Arial"/>
              <a:ea typeface="Arial"/>
              <a:cs typeface="Arial"/>
              <a:sym typeface="Arial"/>
            </a:endParaRPr>
          </a:p>
        </p:txBody>
      </p:sp>
      <p:sp>
        <p:nvSpPr>
          <p:cNvPr id="396" name="Google Shape;396;p31"/>
          <p:cNvSpPr/>
          <p:nvPr/>
        </p:nvSpPr>
        <p:spPr>
          <a:xfrm>
            <a:off x="687533" y="3611389"/>
            <a:ext cx="3361953" cy="313617"/>
          </a:xfrm>
          <a:prstGeom prst="flowChartAlternateProcess">
            <a:avLst/>
          </a:prstGeom>
          <a:noFill/>
          <a:ln w="19050"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397" name="Google Shape;397;p31"/>
          <p:cNvCxnSpPr>
            <a:stCxn id="398" idx="1"/>
            <a:endCxn id="396" idx="3"/>
          </p:cNvCxnSpPr>
          <p:nvPr/>
        </p:nvCxnSpPr>
        <p:spPr>
          <a:xfrm flipH="1">
            <a:off x="4049382" y="3754814"/>
            <a:ext cx="4485300" cy="13500"/>
          </a:xfrm>
          <a:prstGeom prst="straightConnector1">
            <a:avLst/>
          </a:prstGeom>
          <a:noFill/>
          <a:ln w="19050" cap="flat" cmpd="sng">
            <a:solidFill>
              <a:srgbClr val="0000FF"/>
            </a:solidFill>
            <a:prstDash val="solid"/>
            <a:round/>
            <a:headEnd type="none" w="sm" len="sm"/>
            <a:tailEnd type="triangle" w="med" len="med"/>
          </a:ln>
        </p:spPr>
      </p:cxnSp>
      <p:sp>
        <p:nvSpPr>
          <p:cNvPr id="398" name="Google Shape;398;p31"/>
          <p:cNvSpPr txBox="1"/>
          <p:nvPr/>
        </p:nvSpPr>
        <p:spPr>
          <a:xfrm>
            <a:off x="8534682" y="3293165"/>
            <a:ext cx="3306941" cy="923299"/>
          </a:xfrm>
          <a:prstGeom prst="rect">
            <a:avLst/>
          </a:prstGeom>
          <a:solidFill>
            <a:srgbClr val="9FC5E8"/>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US" sz="1600" b="1" i="0" u="none" strike="noStrike" cap="none">
                <a:solidFill>
                  <a:schemeClr val="dk1"/>
                </a:solidFill>
                <a:latin typeface="Consolas"/>
                <a:ea typeface="Consolas"/>
                <a:cs typeface="Consolas"/>
                <a:sym typeface="Consolas"/>
              </a:rPr>
              <a:t>forEach</a:t>
            </a:r>
            <a:r>
              <a:rPr lang="en-US" sz="1600" b="0" i="0" u="none" strike="noStrike" cap="none">
                <a:solidFill>
                  <a:schemeClr val="dk1"/>
                </a:solidFill>
                <a:latin typeface="Arial"/>
                <a:ea typeface="Arial"/>
                <a:cs typeface="Arial"/>
                <a:sym typeface="Arial"/>
              </a:rPr>
              <a:t> loop to walk through the list of documents (</a:t>
            </a:r>
            <a:r>
              <a:rPr lang="en-US" sz="1600" b="1" i="0" u="none" strike="noStrike" cap="none">
                <a:solidFill>
                  <a:schemeClr val="dk1"/>
                </a:solidFill>
                <a:latin typeface="Consolas"/>
                <a:ea typeface="Consolas"/>
                <a:cs typeface="Consolas"/>
                <a:sym typeface="Consolas"/>
              </a:rPr>
              <a:t>bookList</a:t>
            </a:r>
            <a:r>
              <a:rPr lang="en-US" sz="1600" b="0" i="0" u="none" strike="noStrike" cap="none">
                <a:solidFill>
                  <a:schemeClr val="dk1"/>
                </a:solidFill>
                <a:latin typeface="Arial"/>
                <a:ea typeface="Arial"/>
                <a:cs typeface="Arial"/>
                <a:sym typeface="Arial"/>
              </a:rPr>
              <a:t>)</a:t>
            </a:r>
            <a:endParaRPr sz="1600" b="0"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Arial"/>
              <a:ea typeface="Arial"/>
              <a:cs typeface="Arial"/>
              <a:sym typeface="Arial"/>
            </a:endParaRPr>
          </a:p>
        </p:txBody>
      </p:sp>
      <p:sp>
        <p:nvSpPr>
          <p:cNvPr id="399" name="Google Shape;399;p31"/>
          <p:cNvSpPr/>
          <p:nvPr/>
        </p:nvSpPr>
        <p:spPr>
          <a:xfrm>
            <a:off x="2838053" y="4068432"/>
            <a:ext cx="1937147" cy="864829"/>
          </a:xfrm>
          <a:prstGeom prst="flowChartAlternateProcess">
            <a:avLst/>
          </a:prstGeom>
          <a:noFill/>
          <a:ln w="1905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400" name="Google Shape;400;p31"/>
          <p:cNvCxnSpPr>
            <a:stCxn id="401" idx="1"/>
            <a:endCxn id="399" idx="3"/>
          </p:cNvCxnSpPr>
          <p:nvPr/>
        </p:nvCxnSpPr>
        <p:spPr>
          <a:xfrm rot="10800000">
            <a:off x="4775220" y="4500878"/>
            <a:ext cx="3728700" cy="396300"/>
          </a:xfrm>
          <a:prstGeom prst="straightConnector1">
            <a:avLst/>
          </a:prstGeom>
          <a:noFill/>
          <a:ln w="19050" cap="flat" cmpd="sng">
            <a:solidFill>
              <a:srgbClr val="FF9900"/>
            </a:solidFill>
            <a:prstDash val="solid"/>
            <a:round/>
            <a:headEnd type="none" w="sm" len="sm"/>
            <a:tailEnd type="triangle" w="med" len="med"/>
          </a:ln>
        </p:spPr>
      </p:cxnSp>
      <p:sp>
        <p:nvSpPr>
          <p:cNvPr id="401" name="Google Shape;401;p31"/>
          <p:cNvSpPr txBox="1"/>
          <p:nvPr/>
        </p:nvSpPr>
        <p:spPr>
          <a:xfrm>
            <a:off x="8503920" y="4558639"/>
            <a:ext cx="3306941" cy="677078"/>
          </a:xfrm>
          <a:prstGeom prst="rect">
            <a:avLst/>
          </a:prstGeom>
          <a:solidFill>
            <a:srgbClr val="F9CB9C"/>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Accessing the attributes of the document. </a:t>
            </a:r>
            <a:endParaRPr sz="1600" b="0" i="0" u="none" strike="noStrike" cap="none">
              <a:solidFill>
                <a:srgbClr val="000000"/>
              </a:solidFill>
              <a:latin typeface="Arial"/>
              <a:ea typeface="Arial"/>
              <a:cs typeface="Arial"/>
              <a:sym typeface="Arial"/>
            </a:endParaRPr>
          </a:p>
        </p:txBody>
      </p:sp>
      <p:sp>
        <p:nvSpPr>
          <p:cNvPr id="402" name="Google Shape;402;p31"/>
          <p:cNvSpPr txBox="1"/>
          <p:nvPr/>
        </p:nvSpPr>
        <p:spPr>
          <a:xfrm>
            <a:off x="258937" y="1407999"/>
            <a:ext cx="10457831" cy="58473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solidFill>
                  <a:schemeClr val="dk1"/>
                </a:solidFill>
                <a:latin typeface="Consolas"/>
                <a:ea typeface="Consolas"/>
                <a:cs typeface="Consolas"/>
                <a:sym typeface="Consolas"/>
              </a:rPr>
              <a:t>display-book.ejs </a:t>
            </a:r>
            <a:r>
              <a:rPr lang="en-US" sz="1600" b="0" i="0" u="none" strike="noStrike" cap="none">
                <a:solidFill>
                  <a:schemeClr val="dk1"/>
                </a:solidFill>
                <a:latin typeface="Arial"/>
                <a:ea typeface="Arial"/>
                <a:cs typeface="Arial"/>
                <a:sym typeface="Arial"/>
              </a:rPr>
              <a:t>contains an </a:t>
            </a:r>
            <a:r>
              <a:rPr lang="en-US" sz="1600" b="1" i="0" u="none" strike="noStrike" cap="none">
                <a:solidFill>
                  <a:schemeClr val="dk1"/>
                </a:solidFill>
                <a:latin typeface="Consolas"/>
                <a:ea typeface="Consolas"/>
                <a:cs typeface="Consolas"/>
                <a:sym typeface="Consolas"/>
              </a:rPr>
              <a:t>html</a:t>
            </a:r>
            <a:r>
              <a:rPr lang="en-US" sz="1600" b="0" i="0" u="none" strike="noStrike" cap="none">
                <a:solidFill>
                  <a:schemeClr val="dk1"/>
                </a:solidFill>
                <a:latin typeface="Arial"/>
                <a:ea typeface="Arial"/>
                <a:cs typeface="Arial"/>
                <a:sym typeface="Arial"/>
              </a:rPr>
              <a:t> block with </a:t>
            </a:r>
            <a:r>
              <a:rPr lang="en-US" sz="1600" b="1" i="0" u="none" strike="noStrike" cap="none">
                <a:solidFill>
                  <a:schemeClr val="dk1"/>
                </a:solidFill>
                <a:latin typeface="Consolas"/>
                <a:ea typeface="Consolas"/>
                <a:cs typeface="Consolas"/>
                <a:sym typeface="Consolas"/>
              </a:rPr>
              <a:t>ejs</a:t>
            </a:r>
            <a:r>
              <a:rPr lang="en-US" sz="1600" b="0" i="0" u="none" strike="noStrike" cap="none">
                <a:solidFill>
                  <a:schemeClr val="dk1"/>
                </a:solidFill>
                <a:latin typeface="Arial"/>
                <a:ea typeface="Arial"/>
                <a:cs typeface="Arial"/>
                <a:sym typeface="Arial"/>
              </a:rPr>
              <a:t> block that loops through the given </a:t>
            </a:r>
            <a:r>
              <a:rPr lang="en-US" sz="1600" b="1" i="0" u="none" strike="noStrike" cap="none">
                <a:solidFill>
                  <a:schemeClr val="dk1"/>
                </a:solidFill>
                <a:latin typeface="Consolas"/>
                <a:ea typeface="Consolas"/>
                <a:cs typeface="Consolas"/>
                <a:sym typeface="Consolas"/>
              </a:rPr>
              <a:t>bookList</a:t>
            </a:r>
            <a:r>
              <a:rPr lang="en-US" sz="1600" b="0" i="0" u="none" strike="noStrike" cap="none">
                <a:solidFill>
                  <a:schemeClr val="dk1"/>
                </a:solidFill>
                <a:latin typeface="Arial"/>
                <a:ea typeface="Arial"/>
                <a:cs typeface="Arial"/>
                <a:sym typeface="Arial"/>
              </a:rPr>
              <a:t> array and display all the attributes of the documents.</a:t>
            </a:r>
            <a:endParaRPr sz="1400" b="0" i="0" u="none" strike="noStrike" cap="none">
              <a:solidFill>
                <a:srgbClr val="000000"/>
              </a:solidFill>
              <a:latin typeface="Arial"/>
              <a:ea typeface="Arial"/>
              <a:cs typeface="Arial"/>
              <a:sym typeface="Arial"/>
            </a:endParaRPr>
          </a:p>
        </p:txBody>
      </p:sp>
      <p:sp>
        <p:nvSpPr>
          <p:cNvPr id="403" name="Google Shape;403;p31"/>
          <p:cNvSpPr txBox="1"/>
          <p:nvPr/>
        </p:nvSpPr>
        <p:spPr>
          <a:xfrm>
            <a:off x="3572056" y="6177376"/>
            <a:ext cx="1749000" cy="307800"/>
          </a:xfrm>
          <a:prstGeom prst="rect">
            <a:avLst/>
          </a:prstGeom>
          <a:noFill/>
          <a:ln>
            <a:noFill/>
          </a:ln>
        </p:spPr>
        <p:txBody>
          <a:bodyPr spcFirstLastPara="1" wrap="square" lIns="68575" tIns="68575" rIns="68575" bIns="68575"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sng" strike="noStrike" cap="none">
                <a:solidFill>
                  <a:srgbClr val="000000"/>
                </a:solidFill>
                <a:latin typeface="Consolas"/>
                <a:ea typeface="Consolas"/>
                <a:cs typeface="Consolas"/>
                <a:sym typeface="Consolas"/>
              </a:rPr>
              <a:t>display-book.js</a:t>
            </a:r>
            <a:endParaRPr sz="1100" b="0" i="0" u="sng" strike="noStrike" cap="none">
              <a:solidFill>
                <a:srgbClr val="000000"/>
              </a:solidFill>
              <a:latin typeface="Consolas"/>
              <a:ea typeface="Consolas"/>
              <a:cs typeface="Consolas"/>
              <a:sym typeface="Consolas"/>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8" name="Google Shape;408;p32"/>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Clr>
                <a:srgbClr val="000000"/>
              </a:buClr>
              <a:buSzPts val="2400"/>
              <a:buFont typeface="Arial"/>
              <a:buNone/>
            </a:pPr>
            <a:r>
              <a:rPr lang="en-US" sz="2400" b="1" i="0" u="none" strike="noStrike" cap="none">
                <a:solidFill>
                  <a:srgbClr val="11175E"/>
                </a:solidFill>
                <a:latin typeface="Arial"/>
                <a:ea typeface="Arial"/>
                <a:cs typeface="Arial"/>
                <a:sym typeface="Arial"/>
              </a:rPr>
              <a:t>Finding a Book by ISBN</a:t>
            </a:r>
            <a:endParaRPr sz="2400" b="1" i="0" u="none" strike="noStrike" cap="none">
              <a:solidFill>
                <a:srgbClr val="11175E"/>
              </a:solidFill>
              <a:latin typeface="Arial"/>
              <a:ea typeface="Arial"/>
              <a:cs typeface="Arial"/>
              <a:sym typeface="Arial"/>
            </a:endParaRPr>
          </a:p>
        </p:txBody>
      </p:sp>
      <p:sp>
        <p:nvSpPr>
          <p:cNvPr id="409" name="Google Shape;409;p32"/>
          <p:cNvSpPr txBox="1"/>
          <p:nvPr/>
        </p:nvSpPr>
        <p:spPr>
          <a:xfrm>
            <a:off x="231724" y="1375766"/>
            <a:ext cx="10997108" cy="807618"/>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600" b="0" i="0" u="none" strike="noStrike" cap="none">
                <a:solidFill>
                  <a:schemeClr val="dk1"/>
                </a:solidFill>
                <a:latin typeface="Arial"/>
                <a:ea typeface="Arial"/>
                <a:cs typeface="Arial"/>
                <a:sym typeface="Arial"/>
              </a:rPr>
              <a:t>Let’s add a method in </a:t>
            </a:r>
            <a:r>
              <a:rPr lang="en-US" sz="1600" b="1" i="0" u="none" strike="noStrike" cap="none">
                <a:solidFill>
                  <a:schemeClr val="dk1"/>
                </a:solidFill>
                <a:latin typeface="Consolas"/>
                <a:ea typeface="Consolas"/>
                <a:cs typeface="Consolas"/>
                <a:sym typeface="Consolas"/>
              </a:rPr>
              <a:t>book-model.js</a:t>
            </a:r>
            <a:r>
              <a:rPr lang="en-US" sz="1600" b="0" i="0" u="none" strike="noStrike" cap="none">
                <a:solidFill>
                  <a:schemeClr val="dk1"/>
                </a:solidFill>
                <a:latin typeface="Arial"/>
                <a:ea typeface="Arial"/>
                <a:cs typeface="Arial"/>
                <a:sym typeface="Arial"/>
              </a:rPr>
              <a:t> to find a book using the </a:t>
            </a:r>
            <a:r>
              <a:rPr lang="en-US" sz="1600" b="1" i="0" u="none" strike="noStrike" cap="none">
                <a:solidFill>
                  <a:schemeClr val="dk1"/>
                </a:solidFill>
                <a:latin typeface="Consolas"/>
                <a:ea typeface="Consolas"/>
                <a:cs typeface="Consolas"/>
                <a:sym typeface="Consolas"/>
              </a:rPr>
              <a:t>ISBN</a:t>
            </a:r>
            <a:r>
              <a:rPr lang="en-US" sz="1600" b="0" i="0" u="none" strike="noStrike" cap="none">
                <a:solidFill>
                  <a:schemeClr val="dk1"/>
                </a:solidFill>
                <a:latin typeface="Arial"/>
                <a:ea typeface="Arial"/>
                <a:cs typeface="Arial"/>
                <a:sym typeface="Arial"/>
              </a:rPr>
              <a:t>.. </a:t>
            </a:r>
            <a:endParaRPr sz="1600" b="0" i="0" u="none" strike="noStrike" cap="none">
              <a:solidFill>
                <a:schemeClr val="dk1"/>
              </a:solidFill>
              <a:latin typeface="Arial"/>
              <a:ea typeface="Arial"/>
              <a:cs typeface="Arial"/>
              <a:sym typeface="Arial"/>
            </a:endParaRPr>
          </a:p>
        </p:txBody>
      </p:sp>
      <p:sp>
        <p:nvSpPr>
          <p:cNvPr id="410" name="Google Shape;410;p32"/>
          <p:cNvSpPr txBox="1"/>
          <p:nvPr/>
        </p:nvSpPr>
        <p:spPr>
          <a:xfrm>
            <a:off x="3435673" y="2044798"/>
            <a:ext cx="4885500" cy="2305500"/>
          </a:xfrm>
          <a:prstGeom prst="rect">
            <a:avLst/>
          </a:prstGeom>
          <a:noFill/>
          <a:ln w="9525" cap="flat" cmpd="sng">
            <a:solidFill>
              <a:schemeClr val="accent1"/>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a:t>
            </a:r>
            <a:endParaRPr sz="18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Consolas"/>
                <a:ea typeface="Consolas"/>
                <a:cs typeface="Consolas"/>
                <a:sym typeface="Consolas"/>
              </a:rPr>
              <a:t>exports.findByIsbn = function(isbn)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Consolas"/>
                <a:ea typeface="Consolas"/>
                <a:cs typeface="Consolas"/>
                <a:sym typeface="Consolas"/>
              </a:rPr>
              <a:t>  return Book.findOne({ isbn:isbn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Consolas"/>
                <a:ea typeface="Consolas"/>
                <a:cs typeface="Consolas"/>
                <a:sym typeface="Consolas"/>
              </a:rPr>
              <a: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br>
              <a:rPr lang="en-US" sz="1400" b="0" i="0" u="none" strike="noStrike" cap="none">
                <a:solidFill>
                  <a:srgbClr val="000000"/>
                </a:solidFill>
                <a:latin typeface="Arial"/>
                <a:ea typeface="Arial"/>
                <a:cs typeface="Arial"/>
                <a:sym typeface="Arial"/>
              </a:rPr>
            </a:b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br>
              <a:rPr lang="en-US" sz="1400" b="0" i="0" u="none" strike="noStrike" cap="none">
                <a:solidFill>
                  <a:srgbClr val="000000"/>
                </a:solidFill>
                <a:latin typeface="Consolas"/>
                <a:ea typeface="Consolas"/>
                <a:cs typeface="Consolas"/>
                <a:sym typeface="Consolas"/>
              </a:rPr>
            </a:br>
            <a:endParaRPr sz="1400" b="0" i="0" u="none" strike="noStrike" cap="none">
              <a:solidFill>
                <a:srgbClr val="000000"/>
              </a:solidFill>
              <a:latin typeface="Arial"/>
              <a:ea typeface="Arial"/>
              <a:cs typeface="Arial"/>
              <a:sym typeface="Arial"/>
            </a:endParaRPr>
          </a:p>
        </p:txBody>
      </p:sp>
      <p:sp>
        <p:nvSpPr>
          <p:cNvPr id="411" name="Google Shape;411;p32"/>
          <p:cNvSpPr/>
          <p:nvPr/>
        </p:nvSpPr>
        <p:spPr>
          <a:xfrm>
            <a:off x="4283746" y="2556216"/>
            <a:ext cx="1050254" cy="331379"/>
          </a:xfrm>
          <a:prstGeom prst="flowChartAlternateProcess">
            <a:avLst/>
          </a:prstGeom>
          <a:noFill/>
          <a:ln w="19050" cap="flat" cmpd="sng">
            <a:solidFill>
              <a:srgbClr val="6AA84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412" name="Google Shape;412;p32"/>
          <p:cNvCxnSpPr>
            <a:stCxn id="413" idx="1"/>
            <a:endCxn id="411" idx="0"/>
          </p:cNvCxnSpPr>
          <p:nvPr/>
        </p:nvCxnSpPr>
        <p:spPr>
          <a:xfrm flipH="1">
            <a:off x="4808880" y="2336928"/>
            <a:ext cx="4289400" cy="219300"/>
          </a:xfrm>
          <a:prstGeom prst="bentConnector2">
            <a:avLst/>
          </a:prstGeom>
          <a:noFill/>
          <a:ln w="19050" cap="flat" cmpd="sng">
            <a:solidFill>
              <a:srgbClr val="6AA84F"/>
            </a:solidFill>
            <a:prstDash val="solid"/>
            <a:round/>
            <a:headEnd type="none" w="sm" len="sm"/>
            <a:tailEnd type="triangle" w="med" len="med"/>
          </a:ln>
        </p:spPr>
      </p:cxnSp>
      <p:sp>
        <p:nvSpPr>
          <p:cNvPr id="413" name="Google Shape;413;p32"/>
          <p:cNvSpPr txBox="1"/>
          <p:nvPr/>
        </p:nvSpPr>
        <p:spPr>
          <a:xfrm>
            <a:off x="9098280" y="1752078"/>
            <a:ext cx="2223000" cy="1169700"/>
          </a:xfrm>
          <a:prstGeom prst="rect">
            <a:avLst/>
          </a:prstGeom>
          <a:solidFill>
            <a:srgbClr val="B6D7A8"/>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chemeClr val="dk1"/>
                </a:solidFill>
                <a:latin typeface="Arial"/>
                <a:ea typeface="Arial"/>
                <a:cs typeface="Arial"/>
                <a:sym typeface="Arial"/>
              </a:rPr>
              <a:t>We create a method call </a:t>
            </a:r>
            <a:r>
              <a:rPr lang="en-US" sz="1600" b="1" i="0" u="none" strike="noStrike" cap="none">
                <a:solidFill>
                  <a:schemeClr val="dk1"/>
                </a:solidFill>
                <a:latin typeface="Consolas"/>
                <a:ea typeface="Consolas"/>
                <a:cs typeface="Consolas"/>
                <a:sym typeface="Consolas"/>
              </a:rPr>
              <a:t>findByIsbn()</a:t>
            </a:r>
            <a:r>
              <a:rPr lang="en-US" sz="1600" b="0" i="0" u="none" strike="noStrike" cap="none">
                <a:solidFill>
                  <a:schemeClr val="dk1"/>
                </a:solidFill>
                <a:latin typeface="Arial"/>
                <a:ea typeface="Arial"/>
                <a:cs typeface="Arial"/>
                <a:sym typeface="Arial"/>
              </a:rPr>
              <a:t> to find a book by its </a:t>
            </a:r>
            <a:r>
              <a:rPr lang="en-US" sz="1600" b="1" i="0" u="none" strike="noStrike" cap="none">
                <a:solidFill>
                  <a:schemeClr val="dk1"/>
                </a:solidFill>
                <a:latin typeface="Consolas"/>
                <a:ea typeface="Consolas"/>
                <a:cs typeface="Consolas"/>
                <a:sym typeface="Consolas"/>
              </a:rPr>
              <a:t>isbn</a:t>
            </a:r>
            <a:r>
              <a:rPr lang="en-US" sz="1600" b="0" i="0" u="none" strike="noStrike" cap="none">
                <a:solidFill>
                  <a:schemeClr val="dk1"/>
                </a:solidFill>
                <a:latin typeface="Arial"/>
                <a:ea typeface="Arial"/>
                <a:cs typeface="Arial"/>
                <a:sym typeface="Arial"/>
              </a:rPr>
              <a:t> number. </a:t>
            </a:r>
            <a:endParaRPr sz="1600" b="0" i="0" u="none" strike="noStrike" cap="none">
              <a:solidFill>
                <a:srgbClr val="000000"/>
              </a:solidFill>
              <a:latin typeface="Arial"/>
              <a:ea typeface="Arial"/>
              <a:cs typeface="Arial"/>
              <a:sym typeface="Arial"/>
            </a:endParaRPr>
          </a:p>
        </p:txBody>
      </p:sp>
      <p:sp>
        <p:nvSpPr>
          <p:cNvPr id="414" name="Google Shape;414;p32"/>
          <p:cNvSpPr/>
          <p:nvPr/>
        </p:nvSpPr>
        <p:spPr>
          <a:xfrm>
            <a:off x="4392605" y="3013665"/>
            <a:ext cx="1185900" cy="338521"/>
          </a:xfrm>
          <a:prstGeom prst="flowChartAlternateProcess">
            <a:avLst/>
          </a:prstGeom>
          <a:noFill/>
          <a:ln w="19050"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415" name="Google Shape;415;p32"/>
          <p:cNvCxnSpPr>
            <a:stCxn id="416" idx="3"/>
            <a:endCxn id="414" idx="2"/>
          </p:cNvCxnSpPr>
          <p:nvPr/>
        </p:nvCxnSpPr>
        <p:spPr>
          <a:xfrm rot="10800000" flipH="1">
            <a:off x="3034479" y="3352182"/>
            <a:ext cx="1951200" cy="676500"/>
          </a:xfrm>
          <a:prstGeom prst="bentConnector2">
            <a:avLst/>
          </a:prstGeom>
          <a:noFill/>
          <a:ln w="19050" cap="flat" cmpd="sng">
            <a:solidFill>
              <a:srgbClr val="0000FF"/>
            </a:solidFill>
            <a:prstDash val="solid"/>
            <a:round/>
            <a:headEnd type="none" w="sm" len="sm"/>
            <a:tailEnd type="triangle" w="med" len="med"/>
          </a:ln>
        </p:spPr>
      </p:cxnSp>
      <p:sp>
        <p:nvSpPr>
          <p:cNvPr id="416" name="Google Shape;416;p32"/>
          <p:cNvSpPr txBox="1"/>
          <p:nvPr/>
        </p:nvSpPr>
        <p:spPr>
          <a:xfrm>
            <a:off x="811479" y="3197532"/>
            <a:ext cx="2223000" cy="1662300"/>
          </a:xfrm>
          <a:prstGeom prst="rect">
            <a:avLst/>
          </a:prstGeom>
          <a:solidFill>
            <a:srgbClr val="9FC5E8"/>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US" sz="1600" b="1" i="0" u="none" strike="noStrike" cap="none">
                <a:solidFill>
                  <a:schemeClr val="dk1"/>
                </a:solidFill>
                <a:latin typeface="Consolas"/>
                <a:ea typeface="Consolas"/>
                <a:cs typeface="Consolas"/>
                <a:sym typeface="Consolas"/>
              </a:rPr>
              <a:t>Book.findOne()</a:t>
            </a:r>
            <a:r>
              <a:rPr lang="en-US" sz="1600" b="0" i="0" u="none" strike="noStrike" cap="none">
                <a:solidFill>
                  <a:schemeClr val="dk1"/>
                </a:solidFill>
                <a:latin typeface="Arial"/>
                <a:ea typeface="Arial"/>
                <a:cs typeface="Arial"/>
                <a:sym typeface="Arial"/>
              </a:rPr>
              <a:t> is the actual syntax to retrieve one document and the filter is the </a:t>
            </a:r>
            <a:r>
              <a:rPr lang="en-US" sz="1600" b="1" i="0" u="none" strike="noStrike" cap="none">
                <a:solidFill>
                  <a:schemeClr val="dk1"/>
                </a:solidFill>
                <a:latin typeface="Consolas"/>
                <a:ea typeface="Consolas"/>
                <a:cs typeface="Consolas"/>
                <a:sym typeface="Consolas"/>
              </a:rPr>
              <a:t>isbn</a:t>
            </a:r>
            <a:r>
              <a:rPr lang="en-US" sz="1600" b="0" i="0" u="none" strike="noStrike" cap="none">
                <a:solidFill>
                  <a:schemeClr val="dk1"/>
                </a:solidFill>
                <a:latin typeface="Arial"/>
                <a:ea typeface="Arial"/>
                <a:cs typeface="Arial"/>
                <a:sym typeface="Arial"/>
              </a:rPr>
              <a:t> number</a:t>
            </a:r>
            <a:endParaRPr sz="1600" b="0"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Arial"/>
              <a:ea typeface="Arial"/>
              <a:cs typeface="Arial"/>
              <a:sym typeface="Arial"/>
            </a:endParaRPr>
          </a:p>
        </p:txBody>
      </p:sp>
      <p:sp>
        <p:nvSpPr>
          <p:cNvPr id="417" name="Google Shape;417;p32"/>
          <p:cNvSpPr/>
          <p:nvPr/>
        </p:nvSpPr>
        <p:spPr>
          <a:xfrm>
            <a:off x="5817679" y="3017937"/>
            <a:ext cx="1018550" cy="338521"/>
          </a:xfrm>
          <a:prstGeom prst="flowChartAlternateProcess">
            <a:avLst/>
          </a:prstGeom>
          <a:noFill/>
          <a:ln w="19050" cap="flat" cmpd="sng">
            <a:solidFill>
              <a:srgbClr val="CC99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418" name="Google Shape;418;p32"/>
          <p:cNvCxnSpPr>
            <a:stCxn id="419" idx="1"/>
            <a:endCxn id="417" idx="2"/>
          </p:cNvCxnSpPr>
          <p:nvPr/>
        </p:nvCxnSpPr>
        <p:spPr>
          <a:xfrm rot="10800000">
            <a:off x="6326880" y="3356382"/>
            <a:ext cx="2771400" cy="672300"/>
          </a:xfrm>
          <a:prstGeom prst="bentConnector2">
            <a:avLst/>
          </a:prstGeom>
          <a:noFill/>
          <a:ln w="19050" cap="flat" cmpd="sng">
            <a:solidFill>
              <a:srgbClr val="CC99FF"/>
            </a:solidFill>
            <a:prstDash val="solid"/>
            <a:round/>
            <a:headEnd type="none" w="sm" len="sm"/>
            <a:tailEnd type="triangle" w="med" len="med"/>
          </a:ln>
        </p:spPr>
      </p:cxnSp>
      <p:sp>
        <p:nvSpPr>
          <p:cNvPr id="419" name="Google Shape;419;p32"/>
          <p:cNvSpPr txBox="1"/>
          <p:nvPr/>
        </p:nvSpPr>
        <p:spPr>
          <a:xfrm>
            <a:off x="9098280" y="3567032"/>
            <a:ext cx="2223000" cy="923299"/>
          </a:xfrm>
          <a:prstGeom prst="rect">
            <a:avLst/>
          </a:prstGeom>
          <a:solidFill>
            <a:srgbClr val="CC99FF"/>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We will be taking </a:t>
            </a:r>
            <a:r>
              <a:rPr lang="en-US" sz="1600" b="1" i="0" u="none" strike="noStrike" cap="none">
                <a:solidFill>
                  <a:schemeClr val="dk1"/>
                </a:solidFill>
                <a:latin typeface="Consolas"/>
                <a:ea typeface="Consolas"/>
                <a:cs typeface="Consolas"/>
                <a:sym typeface="Consolas"/>
              </a:rPr>
              <a:t>isbn</a:t>
            </a:r>
            <a:r>
              <a:rPr lang="en-US" sz="1600" b="0" i="0" u="none" strike="noStrike" cap="none">
                <a:solidFill>
                  <a:srgbClr val="000000"/>
                </a:solidFill>
                <a:latin typeface="Arial"/>
                <a:ea typeface="Arial"/>
                <a:cs typeface="Arial"/>
                <a:sym typeface="Arial"/>
              </a:rPr>
              <a:t> number as the input parameter</a:t>
            </a:r>
            <a:endParaRPr sz="1600" b="0" i="0" u="none" strike="noStrike" cap="none">
              <a:solidFill>
                <a:srgbClr val="000000"/>
              </a:solidFill>
              <a:latin typeface="Arial"/>
              <a:ea typeface="Arial"/>
              <a:cs typeface="Arial"/>
              <a:sym typeface="Arial"/>
            </a:endParaRPr>
          </a:p>
        </p:txBody>
      </p:sp>
      <p:sp>
        <p:nvSpPr>
          <p:cNvPr id="420" name="Google Shape;420;p32"/>
          <p:cNvSpPr txBox="1"/>
          <p:nvPr/>
        </p:nvSpPr>
        <p:spPr>
          <a:xfrm>
            <a:off x="8653670" y="6049825"/>
            <a:ext cx="3254476" cy="307777"/>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1400"/>
              <a:buFont typeface="Arial"/>
              <a:buNone/>
            </a:pPr>
            <a:r>
              <a:rPr lang="en-US" sz="1400" b="0" i="0" u="sng" strike="noStrike" cap="none">
                <a:solidFill>
                  <a:srgbClr val="0070C0"/>
                </a:solidFill>
                <a:latin typeface="Arial"/>
                <a:ea typeface="Arial"/>
                <a:cs typeface="Arial"/>
                <a:sym typeface="Arial"/>
                <a:hlinkClick r:id="rId3">
                  <a:extLst>
                    <a:ext uri="{A12FA001-AC4F-418D-AE19-62706E023703}">
                      <ahyp:hlinkClr xmlns:ahyp="http://schemas.microsoft.com/office/drawing/2018/hyperlinkcolor" val="tx"/>
                    </a:ext>
                  </a:extLst>
                </a:hlinkClick>
              </a:rPr>
              <a:t>Read more  about  </a:t>
            </a:r>
            <a:r>
              <a:rPr lang="en-US" sz="1400" b="1" i="0" u="sng" strike="noStrike" cap="none">
                <a:solidFill>
                  <a:srgbClr val="0070C0"/>
                </a:solidFill>
                <a:latin typeface="Consolas"/>
                <a:ea typeface="Consolas"/>
                <a:cs typeface="Consolas"/>
                <a:sym typeface="Consolas"/>
                <a:hlinkClick r:id="rId3">
                  <a:extLst>
                    <a:ext uri="{A12FA001-AC4F-418D-AE19-62706E023703}">
                      <ahyp:hlinkClr xmlns:ahyp="http://schemas.microsoft.com/office/drawing/2018/hyperlinkcolor" val="tx"/>
                    </a:ext>
                  </a:extLst>
                </a:hlinkClick>
              </a:rPr>
              <a:t>Model.findOne()</a:t>
            </a:r>
            <a:endParaRPr sz="1400" b="1" i="0" u="none" strike="noStrike" cap="none">
              <a:solidFill>
                <a:srgbClr val="0070C0"/>
              </a:solidFill>
              <a:latin typeface="Consolas"/>
              <a:ea typeface="Consolas"/>
              <a:cs typeface="Consolas"/>
              <a:sym typeface="Consolas"/>
            </a:endParaRPr>
          </a:p>
        </p:txBody>
      </p:sp>
      <p:sp>
        <p:nvSpPr>
          <p:cNvPr id="421" name="Google Shape;421;p32"/>
          <p:cNvSpPr txBox="1"/>
          <p:nvPr/>
        </p:nvSpPr>
        <p:spPr>
          <a:xfrm>
            <a:off x="5003856" y="4485192"/>
            <a:ext cx="1749000" cy="307800"/>
          </a:xfrm>
          <a:prstGeom prst="rect">
            <a:avLst/>
          </a:prstGeom>
          <a:noFill/>
          <a:ln>
            <a:noFill/>
          </a:ln>
        </p:spPr>
        <p:txBody>
          <a:bodyPr spcFirstLastPara="1" wrap="square" lIns="68575" tIns="68575" rIns="68575" bIns="68575"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sng" strike="noStrike" cap="none">
                <a:solidFill>
                  <a:srgbClr val="000000"/>
                </a:solidFill>
                <a:latin typeface="Consolas"/>
                <a:ea typeface="Consolas"/>
                <a:cs typeface="Consolas"/>
                <a:sym typeface="Consolas"/>
              </a:rPr>
              <a:t>book-model.js</a:t>
            </a:r>
            <a:endParaRPr sz="1100" b="0" i="0" u="sng" strike="noStrike" cap="none">
              <a:solidFill>
                <a:srgbClr val="000000"/>
              </a:solidFill>
              <a:latin typeface="Consolas"/>
              <a:ea typeface="Consolas"/>
              <a:cs typeface="Consolas"/>
              <a:sym typeface="Consolas"/>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25"/>
        <p:cNvGrpSpPr/>
        <p:nvPr/>
      </p:nvGrpSpPr>
      <p:grpSpPr>
        <a:xfrm>
          <a:off x="0" y="0"/>
          <a:ext cx="0" cy="0"/>
          <a:chOff x="0" y="0"/>
          <a:chExt cx="0" cy="0"/>
        </a:xfrm>
      </p:grpSpPr>
      <p:sp>
        <p:nvSpPr>
          <p:cNvPr id="426" name="Google Shape;426;p33"/>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None/>
            </a:pPr>
            <a:r>
              <a:rPr lang="en-US" sz="2400" b="1" i="0" u="none" strike="noStrike" cap="none">
                <a:solidFill>
                  <a:srgbClr val="11175E"/>
                </a:solidFill>
                <a:latin typeface="Arial"/>
                <a:ea typeface="Arial"/>
                <a:cs typeface="Arial"/>
                <a:sym typeface="Arial"/>
              </a:rPr>
              <a:t>Exercise 1: </a:t>
            </a:r>
            <a:r>
              <a:rPr lang="en-US" sz="2400" b="1" i="0" u="none" strike="noStrike" cap="none">
                <a:solidFill>
                  <a:srgbClr val="11175E"/>
                </a:solidFill>
                <a:latin typeface="Consolas"/>
                <a:ea typeface="Consolas"/>
                <a:cs typeface="Consolas"/>
                <a:sym typeface="Consolas"/>
              </a:rPr>
              <a:t>findOne() </a:t>
            </a:r>
            <a:r>
              <a:rPr lang="en-US" sz="2400" b="1" i="0" u="none" strike="noStrike" cap="none">
                <a:solidFill>
                  <a:srgbClr val="11175E"/>
                </a:solidFill>
                <a:latin typeface="Arial"/>
                <a:ea typeface="Arial"/>
                <a:cs typeface="Arial"/>
                <a:sym typeface="Arial"/>
              </a:rPr>
              <a:t>with condition</a:t>
            </a:r>
            <a:endParaRPr sz="2400" b="1" i="0" u="none" strike="noStrike" cap="none">
              <a:solidFill>
                <a:srgbClr val="11175E"/>
              </a:solidFill>
              <a:latin typeface="Arial"/>
              <a:ea typeface="Arial"/>
              <a:cs typeface="Arial"/>
              <a:sym typeface="Arial"/>
            </a:endParaRPr>
          </a:p>
        </p:txBody>
      </p:sp>
      <p:grpSp>
        <p:nvGrpSpPr>
          <p:cNvPr id="427" name="Google Shape;427;p33"/>
          <p:cNvGrpSpPr/>
          <p:nvPr/>
        </p:nvGrpSpPr>
        <p:grpSpPr>
          <a:xfrm>
            <a:off x="343243" y="2685289"/>
            <a:ext cx="11431426" cy="4005767"/>
            <a:chOff x="100584" y="2520789"/>
            <a:chExt cx="11824998" cy="4143678"/>
          </a:xfrm>
        </p:grpSpPr>
        <p:pic>
          <p:nvPicPr>
            <p:cNvPr id="428" name="Google Shape;428;p33"/>
            <p:cNvPicPr preferRelativeResize="0"/>
            <p:nvPr/>
          </p:nvPicPr>
          <p:blipFill rotWithShape="1">
            <a:blip r:embed="rId3">
              <a:alphaModFix/>
            </a:blip>
            <a:srcRect/>
            <a:stretch/>
          </p:blipFill>
          <p:spPr>
            <a:xfrm>
              <a:off x="185098" y="3110786"/>
              <a:ext cx="3162263" cy="430403"/>
            </a:xfrm>
            <a:prstGeom prst="rect">
              <a:avLst/>
            </a:prstGeom>
            <a:noFill/>
            <a:ln>
              <a:noFill/>
            </a:ln>
          </p:spPr>
        </p:pic>
        <p:pic>
          <p:nvPicPr>
            <p:cNvPr id="429" name="Google Shape;429;p33"/>
            <p:cNvPicPr preferRelativeResize="0"/>
            <p:nvPr/>
          </p:nvPicPr>
          <p:blipFill rotWithShape="1">
            <a:blip r:embed="rId4">
              <a:alphaModFix/>
            </a:blip>
            <a:srcRect/>
            <a:stretch/>
          </p:blipFill>
          <p:spPr>
            <a:xfrm>
              <a:off x="231724" y="4194598"/>
              <a:ext cx="4358906" cy="1510626"/>
            </a:xfrm>
            <a:prstGeom prst="rect">
              <a:avLst/>
            </a:prstGeom>
            <a:noFill/>
            <a:ln>
              <a:noFill/>
            </a:ln>
          </p:spPr>
        </p:pic>
        <p:pic>
          <p:nvPicPr>
            <p:cNvPr id="430" name="Google Shape;430;p33"/>
            <p:cNvPicPr preferRelativeResize="0"/>
            <p:nvPr/>
          </p:nvPicPr>
          <p:blipFill rotWithShape="1">
            <a:blip r:embed="rId5">
              <a:alphaModFix/>
            </a:blip>
            <a:srcRect/>
            <a:stretch/>
          </p:blipFill>
          <p:spPr>
            <a:xfrm>
              <a:off x="4936798" y="3085984"/>
              <a:ext cx="3162263" cy="361232"/>
            </a:xfrm>
            <a:prstGeom prst="rect">
              <a:avLst/>
            </a:prstGeom>
            <a:noFill/>
            <a:ln>
              <a:noFill/>
            </a:ln>
          </p:spPr>
        </p:pic>
        <p:pic>
          <p:nvPicPr>
            <p:cNvPr id="431" name="Google Shape;431;p33"/>
            <p:cNvPicPr preferRelativeResize="0"/>
            <p:nvPr/>
          </p:nvPicPr>
          <p:blipFill rotWithShape="1">
            <a:blip r:embed="rId6">
              <a:alphaModFix/>
            </a:blip>
            <a:srcRect/>
            <a:stretch/>
          </p:blipFill>
          <p:spPr>
            <a:xfrm>
              <a:off x="4936797" y="4194599"/>
              <a:ext cx="3047357" cy="1102622"/>
            </a:xfrm>
            <a:prstGeom prst="rect">
              <a:avLst/>
            </a:prstGeom>
            <a:noFill/>
            <a:ln>
              <a:noFill/>
            </a:ln>
          </p:spPr>
        </p:pic>
        <p:pic>
          <p:nvPicPr>
            <p:cNvPr id="432" name="Google Shape;432;p33"/>
            <p:cNvPicPr preferRelativeResize="0"/>
            <p:nvPr/>
          </p:nvPicPr>
          <p:blipFill rotWithShape="1">
            <a:blip r:embed="rId7">
              <a:alphaModFix/>
            </a:blip>
            <a:srcRect/>
            <a:stretch/>
          </p:blipFill>
          <p:spPr>
            <a:xfrm>
              <a:off x="8494667" y="3100399"/>
              <a:ext cx="3162263" cy="426373"/>
            </a:xfrm>
            <a:prstGeom prst="rect">
              <a:avLst/>
            </a:prstGeom>
            <a:noFill/>
            <a:ln>
              <a:noFill/>
            </a:ln>
          </p:spPr>
        </p:pic>
        <p:pic>
          <p:nvPicPr>
            <p:cNvPr id="433" name="Google Shape;433;p33"/>
            <p:cNvPicPr preferRelativeResize="0"/>
            <p:nvPr/>
          </p:nvPicPr>
          <p:blipFill rotWithShape="1">
            <a:blip r:embed="rId7">
              <a:alphaModFix/>
            </a:blip>
            <a:srcRect/>
            <a:stretch/>
          </p:blipFill>
          <p:spPr>
            <a:xfrm>
              <a:off x="8494667" y="4194598"/>
              <a:ext cx="3162263" cy="426373"/>
            </a:xfrm>
            <a:prstGeom prst="rect">
              <a:avLst/>
            </a:prstGeom>
            <a:noFill/>
            <a:ln w="9525" cap="flat" cmpd="sng">
              <a:solidFill>
                <a:schemeClr val="accent1"/>
              </a:solidFill>
              <a:prstDash val="solid"/>
              <a:round/>
              <a:headEnd type="none" w="sm" len="sm"/>
              <a:tailEnd type="none" w="sm" len="sm"/>
            </a:ln>
          </p:spPr>
        </p:pic>
        <p:sp>
          <p:nvSpPr>
            <p:cNvPr id="434" name="Google Shape;434;p33"/>
            <p:cNvSpPr txBox="1"/>
            <p:nvPr/>
          </p:nvSpPr>
          <p:spPr>
            <a:xfrm>
              <a:off x="1432434" y="2520789"/>
              <a:ext cx="1914926" cy="40704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000000"/>
                  </a:solidFill>
                  <a:latin typeface="Arial"/>
                  <a:ea typeface="Arial"/>
                  <a:cs typeface="Arial"/>
                  <a:sym typeface="Arial"/>
                </a:rPr>
                <a:t>Condition 1</a:t>
              </a:r>
              <a:endParaRPr sz="2000" b="1" i="0" u="none" strike="noStrike" cap="none">
                <a:solidFill>
                  <a:srgbClr val="000000"/>
                </a:solidFill>
                <a:latin typeface="Arial"/>
                <a:ea typeface="Arial"/>
                <a:cs typeface="Arial"/>
                <a:sym typeface="Arial"/>
              </a:endParaRPr>
            </a:p>
          </p:txBody>
        </p:sp>
        <p:sp>
          <p:nvSpPr>
            <p:cNvPr id="435" name="Google Shape;435;p33"/>
            <p:cNvSpPr/>
            <p:nvPr/>
          </p:nvSpPr>
          <p:spPr>
            <a:xfrm>
              <a:off x="100584" y="2857487"/>
              <a:ext cx="4490046" cy="2948953"/>
            </a:xfrm>
            <a:prstGeom prst="rect">
              <a:avLst/>
            </a:prstGeom>
            <a:no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436" name="Google Shape;436;p33"/>
            <p:cNvSpPr/>
            <p:nvPr/>
          </p:nvSpPr>
          <p:spPr>
            <a:xfrm>
              <a:off x="1420925" y="3619101"/>
              <a:ext cx="679829" cy="489809"/>
            </a:xfrm>
            <a:prstGeom prst="downArrow">
              <a:avLst>
                <a:gd name="adj1" fmla="val 50000"/>
                <a:gd name="adj2" fmla="val 50000"/>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437" name="Google Shape;437;p33"/>
            <p:cNvSpPr txBox="1"/>
            <p:nvPr/>
          </p:nvSpPr>
          <p:spPr>
            <a:xfrm>
              <a:off x="100584" y="5925312"/>
              <a:ext cx="4599432" cy="5411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When user keys in an </a:t>
              </a:r>
              <a:r>
                <a:rPr lang="en-US" sz="1400" b="1" i="0" u="none" strike="noStrike" cap="none">
                  <a:solidFill>
                    <a:srgbClr val="000000"/>
                  </a:solidFill>
                  <a:latin typeface="Arial"/>
                  <a:ea typeface="Arial"/>
                  <a:cs typeface="Arial"/>
                  <a:sym typeface="Arial"/>
                </a:rPr>
                <a:t>ISBN</a:t>
              </a:r>
              <a:r>
                <a:rPr lang="en-US" sz="1400" b="0" i="0" u="none" strike="noStrike" cap="none">
                  <a:solidFill>
                    <a:srgbClr val="000000"/>
                  </a:solidFill>
                  <a:latin typeface="Arial"/>
                  <a:ea typeface="Arial"/>
                  <a:cs typeface="Arial"/>
                  <a:sym typeface="Arial"/>
                </a:rPr>
                <a:t> number that exist, it will return the book with all its attribute</a:t>
              </a:r>
              <a:endParaRPr sz="1400" b="0" i="0" u="none" strike="noStrike" cap="none">
                <a:solidFill>
                  <a:srgbClr val="000000"/>
                </a:solidFill>
                <a:latin typeface="Arial"/>
                <a:ea typeface="Arial"/>
                <a:cs typeface="Arial"/>
                <a:sym typeface="Arial"/>
              </a:endParaRPr>
            </a:p>
          </p:txBody>
        </p:sp>
        <p:sp>
          <p:nvSpPr>
            <p:cNvPr id="438" name="Google Shape;438;p33"/>
            <p:cNvSpPr txBox="1"/>
            <p:nvPr/>
          </p:nvSpPr>
          <p:spPr>
            <a:xfrm>
              <a:off x="5684428" y="2530247"/>
              <a:ext cx="1698514" cy="40704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000000"/>
                  </a:solidFill>
                  <a:latin typeface="Arial"/>
                  <a:ea typeface="Arial"/>
                  <a:cs typeface="Arial"/>
                  <a:sym typeface="Arial"/>
                </a:rPr>
                <a:t>Condition 2</a:t>
              </a:r>
              <a:endParaRPr sz="2000" b="1" i="0" u="none" strike="noStrike" cap="none">
                <a:solidFill>
                  <a:srgbClr val="000000"/>
                </a:solidFill>
                <a:latin typeface="Arial"/>
                <a:ea typeface="Arial"/>
                <a:cs typeface="Arial"/>
                <a:sym typeface="Arial"/>
              </a:endParaRPr>
            </a:p>
          </p:txBody>
        </p:sp>
        <p:sp>
          <p:nvSpPr>
            <p:cNvPr id="439" name="Google Shape;439;p33"/>
            <p:cNvSpPr/>
            <p:nvPr/>
          </p:nvSpPr>
          <p:spPr>
            <a:xfrm>
              <a:off x="4703522" y="2859979"/>
              <a:ext cx="3605593" cy="2948953"/>
            </a:xfrm>
            <a:prstGeom prst="rect">
              <a:avLst/>
            </a:prstGeom>
            <a:no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440" name="Google Shape;440;p33"/>
            <p:cNvSpPr/>
            <p:nvPr/>
          </p:nvSpPr>
          <p:spPr>
            <a:xfrm>
              <a:off x="6195569" y="3621593"/>
              <a:ext cx="679829" cy="489809"/>
            </a:xfrm>
            <a:prstGeom prst="downArrow">
              <a:avLst>
                <a:gd name="adj1" fmla="val 50000"/>
                <a:gd name="adj2" fmla="val 50000"/>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441" name="Google Shape;441;p33"/>
            <p:cNvSpPr txBox="1"/>
            <p:nvPr/>
          </p:nvSpPr>
          <p:spPr>
            <a:xfrm>
              <a:off x="4637308" y="5900372"/>
              <a:ext cx="3671806" cy="76409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When user keys in an </a:t>
              </a:r>
              <a:r>
                <a:rPr lang="en-US" sz="1400" b="1" i="0" u="none" strike="noStrike" cap="none">
                  <a:solidFill>
                    <a:srgbClr val="000000"/>
                  </a:solidFill>
                  <a:latin typeface="Arial"/>
                  <a:ea typeface="Arial"/>
                  <a:cs typeface="Arial"/>
                  <a:sym typeface="Arial"/>
                </a:rPr>
                <a:t>ISBN</a:t>
              </a:r>
              <a:r>
                <a:rPr lang="en-US" sz="1400" b="0" i="0" u="none" strike="noStrike" cap="none">
                  <a:solidFill>
                    <a:srgbClr val="000000"/>
                  </a:solidFill>
                  <a:latin typeface="Arial"/>
                  <a:ea typeface="Arial"/>
                  <a:cs typeface="Arial"/>
                  <a:sym typeface="Arial"/>
                </a:rPr>
                <a:t> number that does not exist, it will return the message “Book not found”</a:t>
              </a:r>
              <a:endParaRPr sz="1400" b="0" i="0" u="none" strike="noStrike" cap="none">
                <a:solidFill>
                  <a:srgbClr val="000000"/>
                </a:solidFill>
                <a:latin typeface="Arial"/>
                <a:ea typeface="Arial"/>
                <a:cs typeface="Arial"/>
                <a:sym typeface="Arial"/>
              </a:endParaRPr>
            </a:p>
          </p:txBody>
        </p:sp>
        <p:sp>
          <p:nvSpPr>
            <p:cNvPr id="442" name="Google Shape;442;p33"/>
            <p:cNvSpPr txBox="1"/>
            <p:nvPr/>
          </p:nvSpPr>
          <p:spPr>
            <a:xfrm>
              <a:off x="9263987" y="2520792"/>
              <a:ext cx="1809802" cy="40011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000000"/>
                  </a:solidFill>
                  <a:latin typeface="Arial"/>
                  <a:ea typeface="Arial"/>
                  <a:cs typeface="Arial"/>
                  <a:sym typeface="Arial"/>
                </a:rPr>
                <a:t>Condition 3</a:t>
              </a:r>
              <a:endParaRPr sz="2000" b="1" i="0" u="none" strike="noStrike" cap="none">
                <a:solidFill>
                  <a:srgbClr val="000000"/>
                </a:solidFill>
                <a:latin typeface="Arial"/>
                <a:ea typeface="Arial"/>
                <a:cs typeface="Arial"/>
                <a:sym typeface="Arial"/>
              </a:endParaRPr>
            </a:p>
          </p:txBody>
        </p:sp>
        <p:sp>
          <p:nvSpPr>
            <p:cNvPr id="443" name="Google Shape;443;p33"/>
            <p:cNvSpPr/>
            <p:nvPr/>
          </p:nvSpPr>
          <p:spPr>
            <a:xfrm>
              <a:off x="8412195" y="2857487"/>
              <a:ext cx="3429830" cy="2948953"/>
            </a:xfrm>
            <a:prstGeom prst="rect">
              <a:avLst/>
            </a:prstGeom>
            <a:no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444" name="Google Shape;444;p33"/>
            <p:cNvSpPr txBox="1"/>
            <p:nvPr/>
          </p:nvSpPr>
          <p:spPr>
            <a:xfrm>
              <a:off x="8412195" y="5879592"/>
              <a:ext cx="3513387" cy="76409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When user did not key in anything and press the </a:t>
              </a:r>
              <a:r>
                <a:rPr lang="en-US" sz="1400" b="1" i="0" u="none" strike="noStrike" cap="none">
                  <a:solidFill>
                    <a:srgbClr val="000000"/>
                  </a:solidFill>
                  <a:latin typeface="Arial"/>
                  <a:ea typeface="Arial"/>
                  <a:cs typeface="Arial"/>
                  <a:sym typeface="Arial"/>
                </a:rPr>
                <a:t>Find</a:t>
              </a:r>
              <a:r>
                <a:rPr lang="en-US" sz="1400" b="0" i="0" u="none" strike="noStrike" cap="none">
                  <a:solidFill>
                    <a:srgbClr val="000000"/>
                  </a:solidFill>
                  <a:latin typeface="Arial"/>
                  <a:ea typeface="Arial"/>
                  <a:cs typeface="Arial"/>
                  <a:sym typeface="Arial"/>
                </a:rPr>
                <a:t> Button, it will redirect to the page itself.</a:t>
              </a:r>
              <a:endParaRPr sz="1400" b="0" i="0" u="none" strike="noStrike" cap="none">
                <a:solidFill>
                  <a:srgbClr val="000000"/>
                </a:solidFill>
                <a:latin typeface="Arial"/>
                <a:ea typeface="Arial"/>
                <a:cs typeface="Arial"/>
                <a:sym typeface="Arial"/>
              </a:endParaRPr>
            </a:p>
          </p:txBody>
        </p:sp>
        <p:sp>
          <p:nvSpPr>
            <p:cNvPr id="445" name="Google Shape;445;p33"/>
            <p:cNvSpPr/>
            <p:nvPr/>
          </p:nvSpPr>
          <p:spPr>
            <a:xfrm>
              <a:off x="9828967" y="3629562"/>
              <a:ext cx="679829" cy="489809"/>
            </a:xfrm>
            <a:prstGeom prst="downArrow">
              <a:avLst>
                <a:gd name="adj1" fmla="val 50000"/>
                <a:gd name="adj2" fmla="val 50000"/>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sp>
        <p:nvSpPr>
          <p:cNvPr id="446" name="Google Shape;446;p33"/>
          <p:cNvSpPr txBox="1"/>
          <p:nvPr/>
        </p:nvSpPr>
        <p:spPr>
          <a:xfrm>
            <a:off x="240309" y="1412888"/>
            <a:ext cx="11608651" cy="107721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1" i="0" u="sng" strike="noStrike" cap="none">
                <a:solidFill>
                  <a:schemeClr val="dk1"/>
                </a:solidFill>
                <a:latin typeface="Arial"/>
                <a:ea typeface="Arial"/>
                <a:cs typeface="Arial"/>
                <a:sym typeface="Arial"/>
              </a:rPr>
              <a:t>Exercise 1: Search a book by its ISBN number.</a:t>
            </a:r>
            <a:br>
              <a:rPr lang="en-US" sz="1600" b="0" i="0" u="none" strike="noStrike" cap="none">
                <a:solidFill>
                  <a:schemeClr val="dk1"/>
                </a:solidFill>
                <a:latin typeface="Arial"/>
                <a:ea typeface="Arial"/>
                <a:cs typeface="Arial"/>
                <a:sym typeface="Arial"/>
              </a:rPr>
            </a:br>
            <a:r>
              <a:rPr lang="en-US" sz="1600" b="0" i="0" u="none" strike="noStrike" cap="none">
                <a:solidFill>
                  <a:schemeClr val="dk1"/>
                </a:solidFill>
                <a:latin typeface="Arial"/>
                <a:ea typeface="Arial"/>
                <a:cs typeface="Arial"/>
                <a:sym typeface="Arial"/>
              </a:rPr>
              <a:t>You are tasked to create a  form to search for a book using its </a:t>
            </a:r>
            <a:r>
              <a:rPr lang="en-US" sz="1600" b="1" i="0" u="none" strike="noStrike" cap="none">
                <a:solidFill>
                  <a:schemeClr val="dk1"/>
                </a:solidFill>
                <a:latin typeface="Arial"/>
                <a:ea typeface="Arial"/>
                <a:cs typeface="Arial"/>
                <a:sym typeface="Arial"/>
              </a:rPr>
              <a:t>ISBN</a:t>
            </a:r>
            <a:r>
              <a:rPr lang="en-US" sz="1600" b="0" i="0" u="none" strike="noStrike" cap="none">
                <a:solidFill>
                  <a:schemeClr val="dk1"/>
                </a:solidFill>
                <a:latin typeface="Arial"/>
                <a:ea typeface="Arial"/>
                <a:cs typeface="Arial"/>
                <a:sym typeface="Arial"/>
              </a:rPr>
              <a:t> number. Look at the expected output of Exercise 1. There will be a text box where we will get the input of the form (</a:t>
            </a:r>
            <a:r>
              <a:rPr lang="en-US" sz="1600" b="1" i="0" u="none" strike="noStrike" cap="none">
                <a:solidFill>
                  <a:schemeClr val="dk1"/>
                </a:solidFill>
                <a:latin typeface="Arial"/>
                <a:ea typeface="Arial"/>
                <a:cs typeface="Arial"/>
                <a:sym typeface="Arial"/>
              </a:rPr>
              <a:t>ISBN</a:t>
            </a:r>
            <a:r>
              <a:rPr lang="en-US" sz="1600" b="0" i="0" u="none" strike="noStrike" cap="none">
                <a:solidFill>
                  <a:schemeClr val="dk1"/>
                </a:solidFill>
                <a:latin typeface="Arial"/>
                <a:ea typeface="Arial"/>
                <a:cs typeface="Arial"/>
                <a:sym typeface="Arial"/>
              </a:rPr>
              <a:t>) and after submission, it will find the book in the database and return the book information if it exists.</a:t>
            </a:r>
            <a:endParaRPr sz="1600" b="0" i="0" u="none" strike="noStrike" cap="none">
              <a:solidFill>
                <a:srgbClr val="000000"/>
              </a:solidFill>
              <a:latin typeface="Arial"/>
              <a:ea typeface="Arial"/>
              <a:cs typeface="Arial"/>
              <a:sym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50"/>
        <p:cNvGrpSpPr/>
        <p:nvPr/>
      </p:nvGrpSpPr>
      <p:grpSpPr>
        <a:xfrm>
          <a:off x="0" y="0"/>
          <a:ext cx="0" cy="0"/>
          <a:chOff x="0" y="0"/>
          <a:chExt cx="0" cy="0"/>
        </a:xfrm>
      </p:grpSpPr>
      <p:sp>
        <p:nvSpPr>
          <p:cNvPr id="451" name="Google Shape;451;p34"/>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None/>
            </a:pPr>
            <a:r>
              <a:rPr lang="en-US" sz="2400" b="1" i="0" u="none" strike="noStrike" cap="none">
                <a:solidFill>
                  <a:srgbClr val="11175E"/>
                </a:solidFill>
                <a:latin typeface="Arial"/>
                <a:ea typeface="Arial"/>
                <a:cs typeface="Arial"/>
                <a:sym typeface="Arial"/>
              </a:rPr>
              <a:t>Exercise 1: </a:t>
            </a:r>
            <a:r>
              <a:rPr lang="en-US" sz="2400" b="1" i="0" u="none" strike="noStrike" cap="none">
                <a:solidFill>
                  <a:srgbClr val="11175E"/>
                </a:solidFill>
                <a:latin typeface="Consolas"/>
                <a:ea typeface="Consolas"/>
                <a:cs typeface="Consolas"/>
                <a:sym typeface="Consolas"/>
              </a:rPr>
              <a:t>findOne() </a:t>
            </a:r>
            <a:r>
              <a:rPr lang="en-US" sz="2400" b="1" i="0" u="none" strike="noStrike" cap="none">
                <a:solidFill>
                  <a:srgbClr val="11175E"/>
                </a:solidFill>
                <a:latin typeface="Arial"/>
                <a:ea typeface="Arial"/>
                <a:cs typeface="Arial"/>
                <a:sym typeface="Arial"/>
              </a:rPr>
              <a:t>with condition</a:t>
            </a:r>
            <a:endParaRPr sz="2400" b="1" i="0" u="none" strike="noStrike" cap="none">
              <a:solidFill>
                <a:srgbClr val="11175E"/>
              </a:solidFill>
              <a:latin typeface="Arial"/>
              <a:ea typeface="Arial"/>
              <a:cs typeface="Arial"/>
              <a:sym typeface="Arial"/>
            </a:endParaRPr>
          </a:p>
        </p:txBody>
      </p:sp>
      <p:sp>
        <p:nvSpPr>
          <p:cNvPr id="452" name="Google Shape;452;p34"/>
          <p:cNvSpPr txBox="1"/>
          <p:nvPr/>
        </p:nvSpPr>
        <p:spPr>
          <a:xfrm>
            <a:off x="240309" y="1412888"/>
            <a:ext cx="11608651" cy="375483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sng" strike="noStrike" cap="none">
                <a:solidFill>
                  <a:schemeClr val="dk1"/>
                </a:solidFill>
                <a:latin typeface="Arial"/>
                <a:ea typeface="Arial"/>
                <a:cs typeface="Arial"/>
                <a:sym typeface="Arial"/>
              </a:rPr>
              <a:t>Exercise 1: Search a book by its ISBN number.</a:t>
            </a:r>
            <a:br>
              <a:rPr lang="en-US" sz="1800" b="1" i="0" u="sng" strike="noStrike" cap="none">
                <a:solidFill>
                  <a:schemeClr val="dk1"/>
                </a:solidFill>
                <a:latin typeface="Arial"/>
                <a:ea typeface="Arial"/>
                <a:cs typeface="Arial"/>
                <a:sym typeface="Arial"/>
              </a:rPr>
            </a:br>
            <a:endParaRPr sz="1800" b="1" i="0" u="sng"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chemeClr val="dk1"/>
                </a:solidFill>
                <a:latin typeface="Arial"/>
                <a:ea typeface="Arial"/>
                <a:cs typeface="Arial"/>
                <a:sym typeface="Arial"/>
              </a:rPr>
              <a:t>Review the requirements below and follow the task instructions step by step to complete the exercise.</a:t>
            </a:r>
            <a:endParaRPr sz="16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1" i="0" u="sng" strike="noStrike" cap="none">
                <a:solidFill>
                  <a:schemeClr val="dk1"/>
                </a:solidFill>
                <a:latin typeface="Arial"/>
                <a:ea typeface="Arial"/>
                <a:cs typeface="Arial"/>
                <a:sym typeface="Arial"/>
              </a:rPr>
              <a:t>Requirements</a:t>
            </a:r>
            <a:br>
              <a:rPr lang="en-US" sz="1800" b="0" i="0" u="none" strike="noStrike" cap="none">
                <a:solidFill>
                  <a:schemeClr val="dk1"/>
                </a:solidFill>
                <a:latin typeface="Arial"/>
                <a:ea typeface="Arial"/>
                <a:cs typeface="Arial"/>
                <a:sym typeface="Arial"/>
              </a:rPr>
            </a:br>
            <a:endParaRPr sz="1800" b="0" i="0" u="none" strike="noStrike" cap="none">
              <a:solidFill>
                <a:schemeClr val="dk1"/>
              </a:solidFill>
              <a:latin typeface="Arial"/>
              <a:ea typeface="Arial"/>
              <a:cs typeface="Arial"/>
              <a:sym typeface="Arial"/>
            </a:endParaRPr>
          </a:p>
          <a:p>
            <a:pPr marL="342900" marR="0" lvl="0" indent="-241300" algn="just" rtl="0">
              <a:lnSpc>
                <a:spcPct val="100000"/>
              </a:lnSpc>
              <a:spcBef>
                <a:spcPts val="0"/>
              </a:spcBef>
              <a:spcAft>
                <a:spcPts val="0"/>
              </a:spcAft>
              <a:buClr>
                <a:schemeClr val="dk1"/>
              </a:buClr>
              <a:buSzPts val="1200"/>
              <a:buFont typeface="Arial"/>
              <a:buChar char="●"/>
            </a:pPr>
            <a:r>
              <a:rPr lang="en-US" sz="1600" b="0" i="0" u="none" strike="noStrike" cap="none">
                <a:solidFill>
                  <a:schemeClr val="dk1"/>
                </a:solidFill>
                <a:latin typeface="Arial"/>
                <a:ea typeface="Arial"/>
                <a:cs typeface="Arial"/>
                <a:sym typeface="Arial"/>
              </a:rPr>
              <a:t>Upon initial load of </a:t>
            </a:r>
            <a:r>
              <a:rPr lang="en-US" sz="1600" b="1" i="0" u="none" strike="noStrike" cap="none">
                <a:solidFill>
                  <a:schemeClr val="dk1"/>
                </a:solidFill>
                <a:latin typeface="Consolas"/>
                <a:ea typeface="Consolas"/>
                <a:cs typeface="Consolas"/>
                <a:sym typeface="Consolas"/>
              </a:rPr>
              <a:t>/search </a:t>
            </a:r>
            <a:r>
              <a:rPr lang="en-US" sz="1600" b="0" i="0" u="none" strike="noStrike" cap="none">
                <a:solidFill>
                  <a:schemeClr val="dk1"/>
                </a:solidFill>
                <a:latin typeface="Arial"/>
                <a:ea typeface="Arial"/>
                <a:cs typeface="Arial"/>
                <a:sym typeface="Arial"/>
              </a:rPr>
              <a:t>URL, the application should render a </a:t>
            </a:r>
            <a:r>
              <a:rPr lang="en-US" sz="1600" b="1" i="0" u="none" strike="noStrike" cap="none">
                <a:solidFill>
                  <a:schemeClr val="dk1"/>
                </a:solidFill>
                <a:latin typeface="Consolas"/>
                <a:ea typeface="Consolas"/>
                <a:cs typeface="Consolas"/>
                <a:sym typeface="Consolas"/>
              </a:rPr>
              <a:t>view</a:t>
            </a:r>
            <a:r>
              <a:rPr lang="en-US" sz="1600" b="0" i="0" u="none" strike="noStrike" cap="none">
                <a:solidFill>
                  <a:schemeClr val="dk1"/>
                </a:solidFill>
                <a:latin typeface="Arial"/>
                <a:ea typeface="Arial"/>
                <a:cs typeface="Arial"/>
                <a:sym typeface="Arial"/>
              </a:rPr>
              <a:t> named </a:t>
            </a:r>
            <a:r>
              <a:rPr lang="en-US" sz="1600" b="1" i="0" u="none" strike="noStrike" cap="none">
                <a:solidFill>
                  <a:schemeClr val="dk1"/>
                </a:solidFill>
                <a:latin typeface="Consolas"/>
                <a:ea typeface="Consolas"/>
                <a:cs typeface="Consolas"/>
                <a:sym typeface="Consolas"/>
              </a:rPr>
              <a:t>search.ejs</a:t>
            </a:r>
            <a:r>
              <a:rPr lang="en-US" sz="1600" b="1" i="0" u="none" strike="noStrike" cap="none">
                <a:solidFill>
                  <a:srgbClr val="0000FF"/>
                </a:solidFill>
                <a:latin typeface="Consolas"/>
                <a:ea typeface="Consolas"/>
                <a:cs typeface="Consolas"/>
                <a:sym typeface="Consolas"/>
              </a:rPr>
              <a:t> </a:t>
            </a:r>
            <a:r>
              <a:rPr lang="en-US" sz="1600" b="0" i="0" u="none" strike="noStrike" cap="none">
                <a:solidFill>
                  <a:schemeClr val="dk1"/>
                </a:solidFill>
                <a:latin typeface="Arial"/>
                <a:ea typeface="Arial"/>
                <a:cs typeface="Arial"/>
                <a:sym typeface="Arial"/>
              </a:rPr>
              <a:t>located in a folder called </a:t>
            </a:r>
            <a:r>
              <a:rPr lang="en-US" sz="1600" b="1" i="0" u="none" strike="noStrike" cap="none">
                <a:solidFill>
                  <a:schemeClr val="dk1"/>
                </a:solidFill>
                <a:latin typeface="Consolas"/>
                <a:ea typeface="Consolas"/>
                <a:cs typeface="Consolas"/>
                <a:sym typeface="Consolas"/>
              </a:rPr>
              <a:t>view</a:t>
            </a:r>
            <a:r>
              <a:rPr lang="en-US" sz="1600" b="0" i="0" u="none" strike="noStrike" cap="none">
                <a:solidFill>
                  <a:schemeClr val="dk1"/>
                </a:solidFill>
                <a:latin typeface="Arial"/>
                <a:ea typeface="Arial"/>
                <a:cs typeface="Arial"/>
                <a:sym typeface="Arial"/>
              </a:rPr>
              <a:t>.(see Condition 1):</a:t>
            </a:r>
            <a:endParaRPr sz="1600" b="0" i="0" u="none" strike="noStrike" cap="none">
              <a:solidFill>
                <a:srgbClr val="000000"/>
              </a:solidFill>
              <a:latin typeface="Arial"/>
              <a:ea typeface="Arial"/>
              <a:cs typeface="Arial"/>
              <a:sym typeface="Arial"/>
            </a:endParaRPr>
          </a:p>
          <a:p>
            <a:pPr marL="342900" marR="0" lvl="0" indent="-241300" algn="just" rtl="0">
              <a:lnSpc>
                <a:spcPct val="100000"/>
              </a:lnSpc>
              <a:spcBef>
                <a:spcPts val="0"/>
              </a:spcBef>
              <a:spcAft>
                <a:spcPts val="0"/>
              </a:spcAft>
              <a:buClr>
                <a:schemeClr val="dk1"/>
              </a:buClr>
              <a:buSzPts val="1200"/>
              <a:buFont typeface="Arial"/>
              <a:buChar char="●"/>
            </a:pPr>
            <a:r>
              <a:rPr lang="en-US" sz="1600" b="0" i="0" u="none" strike="noStrike" cap="none">
                <a:solidFill>
                  <a:schemeClr val="dk1"/>
                </a:solidFill>
                <a:latin typeface="Arial"/>
                <a:ea typeface="Arial"/>
                <a:cs typeface="Arial"/>
                <a:sym typeface="Arial"/>
              </a:rPr>
              <a:t>User will key in an </a:t>
            </a:r>
            <a:r>
              <a:rPr lang="en-US" sz="1600" b="1" i="0" u="none" strike="noStrike" cap="none">
                <a:solidFill>
                  <a:schemeClr val="dk1"/>
                </a:solidFill>
                <a:latin typeface="Consolas"/>
                <a:ea typeface="Consolas"/>
                <a:cs typeface="Consolas"/>
                <a:sym typeface="Consolas"/>
              </a:rPr>
              <a:t>isbn</a:t>
            </a:r>
            <a:r>
              <a:rPr lang="en-US" sz="1600" b="0" i="0" u="none" strike="noStrike" cap="none">
                <a:solidFill>
                  <a:schemeClr val="dk1"/>
                </a:solidFill>
                <a:latin typeface="Arial"/>
                <a:ea typeface="Arial"/>
                <a:cs typeface="Arial"/>
                <a:sym typeface="Arial"/>
              </a:rPr>
              <a:t> number and press the </a:t>
            </a:r>
            <a:r>
              <a:rPr lang="en-US" sz="1600" b="1" i="0" u="none" strike="noStrike" cap="none">
                <a:solidFill>
                  <a:schemeClr val="dk1"/>
                </a:solidFill>
                <a:latin typeface="Arial"/>
                <a:ea typeface="Arial"/>
                <a:cs typeface="Arial"/>
                <a:sym typeface="Arial"/>
              </a:rPr>
              <a:t>Find</a:t>
            </a:r>
            <a:r>
              <a:rPr lang="en-US" sz="1600" b="0" i="0" u="none" strike="noStrike" cap="none">
                <a:solidFill>
                  <a:schemeClr val="dk1"/>
                </a:solidFill>
                <a:latin typeface="Arial"/>
                <a:ea typeface="Arial"/>
                <a:cs typeface="Arial"/>
                <a:sym typeface="Arial"/>
              </a:rPr>
              <a:t> button to submit.</a:t>
            </a:r>
            <a:endParaRPr sz="1600" b="0" i="0" u="none" strike="noStrike" cap="none">
              <a:solidFill>
                <a:srgbClr val="000000"/>
              </a:solidFill>
              <a:latin typeface="Arial"/>
              <a:ea typeface="Arial"/>
              <a:cs typeface="Arial"/>
              <a:sym typeface="Arial"/>
            </a:endParaRPr>
          </a:p>
          <a:p>
            <a:pPr marL="342900" marR="0" lvl="0" indent="-241300" algn="just" rtl="0">
              <a:lnSpc>
                <a:spcPct val="100000"/>
              </a:lnSpc>
              <a:spcBef>
                <a:spcPts val="0"/>
              </a:spcBef>
              <a:spcAft>
                <a:spcPts val="0"/>
              </a:spcAft>
              <a:buClr>
                <a:schemeClr val="dk1"/>
              </a:buClr>
              <a:buSzPts val="1200"/>
              <a:buFont typeface="Arial"/>
              <a:buChar char="●"/>
            </a:pPr>
            <a:r>
              <a:rPr lang="en-US" sz="1600" b="0" i="0" u="none" strike="noStrike" cap="none">
                <a:solidFill>
                  <a:schemeClr val="dk1"/>
                </a:solidFill>
                <a:latin typeface="Arial"/>
                <a:ea typeface="Arial"/>
                <a:cs typeface="Arial"/>
                <a:sym typeface="Arial"/>
              </a:rPr>
              <a:t>When the book </a:t>
            </a:r>
            <a:r>
              <a:rPr lang="en-US" sz="1600" b="1" i="0" u="none" strike="noStrike" cap="none">
                <a:solidFill>
                  <a:srgbClr val="0000FF"/>
                </a:solidFill>
                <a:latin typeface="Arial"/>
                <a:ea typeface="Arial"/>
                <a:cs typeface="Arial"/>
                <a:sym typeface="Arial"/>
              </a:rPr>
              <a:t>is found</a:t>
            </a:r>
            <a:r>
              <a:rPr lang="en-US" sz="1600" b="0" i="0" u="none" strike="noStrike" cap="none">
                <a:solidFill>
                  <a:schemeClr val="dk1"/>
                </a:solidFill>
                <a:latin typeface="Arial"/>
                <a:ea typeface="Arial"/>
                <a:cs typeface="Arial"/>
                <a:sym typeface="Arial"/>
              </a:rPr>
              <a:t>, it will display the details of the book.  (see Condition 1)</a:t>
            </a:r>
            <a:endParaRPr sz="1600" b="0" i="0" u="none" strike="noStrike" cap="none">
              <a:solidFill>
                <a:schemeClr val="dk1"/>
              </a:solidFill>
              <a:latin typeface="Arial"/>
              <a:ea typeface="Arial"/>
              <a:cs typeface="Arial"/>
              <a:sym typeface="Arial"/>
            </a:endParaRPr>
          </a:p>
          <a:p>
            <a:pPr marL="342900" marR="0" lvl="0" indent="-241300" algn="just" rtl="0">
              <a:lnSpc>
                <a:spcPct val="100000"/>
              </a:lnSpc>
              <a:spcBef>
                <a:spcPts val="0"/>
              </a:spcBef>
              <a:spcAft>
                <a:spcPts val="0"/>
              </a:spcAft>
              <a:buClr>
                <a:schemeClr val="dk1"/>
              </a:buClr>
              <a:buSzPts val="1200"/>
              <a:buFont typeface="Arial"/>
              <a:buChar char="●"/>
            </a:pPr>
            <a:r>
              <a:rPr lang="en-US" sz="1600" b="0" i="0" u="none" strike="noStrike" cap="none">
                <a:solidFill>
                  <a:schemeClr val="dk1"/>
                </a:solidFill>
                <a:latin typeface="Arial"/>
                <a:ea typeface="Arial"/>
                <a:cs typeface="Arial"/>
                <a:sym typeface="Arial"/>
              </a:rPr>
              <a:t>When the book </a:t>
            </a:r>
            <a:r>
              <a:rPr lang="en-US" sz="1600" b="1" i="0" u="none" strike="noStrike" cap="none">
                <a:solidFill>
                  <a:srgbClr val="0000FF"/>
                </a:solidFill>
                <a:latin typeface="Arial"/>
                <a:ea typeface="Arial"/>
                <a:cs typeface="Arial"/>
                <a:sym typeface="Arial"/>
              </a:rPr>
              <a:t>is not found</a:t>
            </a:r>
            <a:r>
              <a:rPr lang="en-US" sz="1600" b="0" i="0" u="none" strike="noStrike" cap="none">
                <a:solidFill>
                  <a:schemeClr val="dk1"/>
                </a:solidFill>
                <a:latin typeface="Arial"/>
                <a:ea typeface="Arial"/>
                <a:cs typeface="Arial"/>
                <a:sym typeface="Arial"/>
              </a:rPr>
              <a:t>, it will display an error message “Book not found”.  (see Condition 2)</a:t>
            </a:r>
            <a:endParaRPr sz="1600" b="0" i="0" u="none" strike="noStrike" cap="none">
              <a:solidFill>
                <a:srgbClr val="000000"/>
              </a:solidFill>
              <a:latin typeface="Arial"/>
              <a:ea typeface="Arial"/>
              <a:cs typeface="Arial"/>
              <a:sym typeface="Arial"/>
            </a:endParaRPr>
          </a:p>
          <a:p>
            <a:pPr marL="342900" marR="0" lvl="0" indent="-241300" algn="just" rtl="0">
              <a:lnSpc>
                <a:spcPct val="100000"/>
              </a:lnSpc>
              <a:spcBef>
                <a:spcPts val="0"/>
              </a:spcBef>
              <a:spcAft>
                <a:spcPts val="0"/>
              </a:spcAft>
              <a:buClr>
                <a:schemeClr val="dk1"/>
              </a:buClr>
              <a:buSzPts val="1200"/>
              <a:buFont typeface="Arial"/>
              <a:buChar char="●"/>
            </a:pPr>
            <a:r>
              <a:rPr lang="en-US" sz="1600" b="0" i="0" u="none" strike="noStrike" cap="none">
                <a:solidFill>
                  <a:schemeClr val="dk1"/>
                </a:solidFill>
                <a:latin typeface="Arial"/>
                <a:ea typeface="Arial"/>
                <a:cs typeface="Arial"/>
                <a:sym typeface="Arial"/>
              </a:rPr>
              <a:t>When the user did not key in anything in the textbox and press the find button, it will </a:t>
            </a:r>
            <a:r>
              <a:rPr lang="en-US" sz="1600" b="1" i="0" u="none" strike="noStrike" cap="none">
                <a:solidFill>
                  <a:srgbClr val="0000FF"/>
                </a:solidFill>
                <a:latin typeface="Arial"/>
                <a:ea typeface="Arial"/>
                <a:cs typeface="Arial"/>
                <a:sym typeface="Arial"/>
              </a:rPr>
              <a:t>refresh</a:t>
            </a:r>
            <a:r>
              <a:rPr lang="en-US" sz="1600" b="0" i="0" u="none" strike="noStrike" cap="none">
                <a:solidFill>
                  <a:schemeClr val="dk1"/>
                </a:solidFill>
                <a:latin typeface="Arial"/>
                <a:ea typeface="Arial"/>
                <a:cs typeface="Arial"/>
                <a:sym typeface="Arial"/>
              </a:rPr>
              <a:t> the page and clear the textbox.  (see Condition 3)</a:t>
            </a:r>
            <a:endParaRPr sz="1600" b="0" i="0" u="none" strike="noStrike" cap="none">
              <a:solidFill>
                <a:schemeClr val="dk1"/>
              </a:solidFill>
              <a:latin typeface="Arial"/>
              <a:ea typeface="Arial"/>
              <a:cs typeface="Arial"/>
              <a:sym typeface="Arial"/>
            </a:endParaRPr>
          </a:p>
          <a:p>
            <a:pPr marL="342900" marR="0" lvl="0" indent="-165100" algn="just" rtl="0">
              <a:lnSpc>
                <a:spcPct val="100000"/>
              </a:lnSpc>
              <a:spcBef>
                <a:spcPts val="0"/>
              </a:spcBef>
              <a:spcAft>
                <a:spcPts val="0"/>
              </a:spcAft>
              <a:buClr>
                <a:schemeClr val="dk1"/>
              </a:buClr>
              <a:buSzPts val="1200"/>
              <a:buFont typeface="Arial"/>
              <a:buNone/>
            </a:pPr>
            <a:endParaRPr sz="1800" b="0" i="0" u="none" strike="noStrike" cap="none">
              <a:solidFill>
                <a:schemeClr val="dk1"/>
              </a:solidFill>
              <a:latin typeface="Arial"/>
              <a:ea typeface="Arial"/>
              <a:cs typeface="Arial"/>
              <a:sym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56"/>
        <p:cNvGrpSpPr/>
        <p:nvPr/>
      </p:nvGrpSpPr>
      <p:grpSpPr>
        <a:xfrm>
          <a:off x="0" y="0"/>
          <a:ext cx="0" cy="0"/>
          <a:chOff x="0" y="0"/>
          <a:chExt cx="0" cy="0"/>
        </a:xfrm>
      </p:grpSpPr>
      <p:sp>
        <p:nvSpPr>
          <p:cNvPr id="457" name="Google Shape;457;p35"/>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Clr>
                <a:srgbClr val="000000"/>
              </a:buClr>
              <a:buSzPts val="2400"/>
              <a:buFont typeface="Arial"/>
              <a:buNone/>
            </a:pPr>
            <a:r>
              <a:rPr lang="en-US" sz="2400" b="1" i="0" u="none" strike="noStrike" cap="none">
                <a:solidFill>
                  <a:srgbClr val="11175E"/>
                </a:solidFill>
                <a:latin typeface="Arial"/>
                <a:ea typeface="Arial"/>
                <a:cs typeface="Arial"/>
                <a:sym typeface="Arial"/>
              </a:rPr>
              <a:t>Exercise 1: </a:t>
            </a:r>
            <a:r>
              <a:rPr lang="en-US" sz="2400" b="1" i="0" u="none" strike="noStrike" cap="none">
                <a:solidFill>
                  <a:srgbClr val="11175E"/>
                </a:solidFill>
                <a:latin typeface="Consolas"/>
                <a:ea typeface="Consolas"/>
                <a:cs typeface="Consolas"/>
                <a:sym typeface="Consolas"/>
              </a:rPr>
              <a:t>findOne() </a:t>
            </a:r>
            <a:r>
              <a:rPr lang="en-US" sz="2400" b="1" i="0" u="none" strike="noStrike" cap="none">
                <a:solidFill>
                  <a:srgbClr val="11175E"/>
                </a:solidFill>
                <a:latin typeface="Arial"/>
                <a:ea typeface="Arial"/>
                <a:cs typeface="Arial"/>
                <a:sym typeface="Arial"/>
              </a:rPr>
              <a:t>with condition</a:t>
            </a:r>
            <a:endParaRPr sz="2400" b="1" i="0" u="none" strike="noStrike" cap="none">
              <a:solidFill>
                <a:srgbClr val="11175E"/>
              </a:solidFill>
              <a:latin typeface="Arial"/>
              <a:ea typeface="Arial"/>
              <a:cs typeface="Arial"/>
              <a:sym typeface="Arial"/>
            </a:endParaRPr>
          </a:p>
        </p:txBody>
      </p:sp>
      <p:sp>
        <p:nvSpPr>
          <p:cNvPr id="458" name="Google Shape;458;p35"/>
          <p:cNvSpPr txBox="1"/>
          <p:nvPr/>
        </p:nvSpPr>
        <p:spPr>
          <a:xfrm>
            <a:off x="241884" y="1374750"/>
            <a:ext cx="10987964" cy="461307"/>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sng" strike="noStrike" cap="none">
                <a:solidFill>
                  <a:schemeClr val="dk1"/>
                </a:solidFill>
                <a:latin typeface="Arial"/>
                <a:ea typeface="Arial"/>
                <a:cs typeface="Arial"/>
                <a:sym typeface="Arial"/>
              </a:rPr>
              <a:t>Exercise 1: Search a book by its ISBN number.</a:t>
            </a:r>
            <a:endParaRPr sz="1400" b="1" i="0" u="none" strike="noStrike" cap="none">
              <a:solidFill>
                <a:schemeClr val="dk1"/>
              </a:solidFill>
              <a:latin typeface="Arial"/>
              <a:ea typeface="Arial"/>
              <a:cs typeface="Arial"/>
              <a:sym typeface="Arial"/>
            </a:endParaRPr>
          </a:p>
        </p:txBody>
      </p:sp>
      <p:sp>
        <p:nvSpPr>
          <p:cNvPr id="459" name="Google Shape;459;p35"/>
          <p:cNvSpPr txBox="1">
            <a:spLocks noGrp="1"/>
          </p:cNvSpPr>
          <p:nvPr>
            <p:ph type="subTitle" idx="1"/>
          </p:nvPr>
        </p:nvSpPr>
        <p:spPr>
          <a:xfrm>
            <a:off x="106714" y="1955808"/>
            <a:ext cx="11797111" cy="4700700"/>
          </a:xfrm>
          <a:prstGeom prst="rect">
            <a:avLst/>
          </a:prstGeom>
          <a:noFill/>
          <a:ln>
            <a:noFill/>
          </a:ln>
        </p:spPr>
        <p:txBody>
          <a:bodyPr spcFirstLastPara="1" wrap="square" lIns="91425" tIns="45700" rIns="91425" bIns="45700" anchor="t" anchorCtr="0">
            <a:noAutofit/>
          </a:bodyPr>
          <a:lstStyle/>
          <a:p>
            <a:pPr marL="146050" lvl="0" indent="0" algn="l" rtl="0">
              <a:lnSpc>
                <a:spcPct val="90000"/>
              </a:lnSpc>
              <a:spcBef>
                <a:spcPts val="300"/>
              </a:spcBef>
              <a:spcAft>
                <a:spcPts val="0"/>
              </a:spcAft>
              <a:buSzPts val="1300"/>
              <a:buNone/>
            </a:pPr>
            <a:r>
              <a:rPr lang="en-US" sz="1600" b="1" u="sng"/>
              <a:t>TASKS</a:t>
            </a:r>
            <a:endParaRPr sz="1600"/>
          </a:p>
          <a:p>
            <a:pPr marL="457200" lvl="0" indent="-311150" algn="l" rtl="0">
              <a:lnSpc>
                <a:spcPct val="90000"/>
              </a:lnSpc>
              <a:spcBef>
                <a:spcPts val="300"/>
              </a:spcBef>
              <a:spcAft>
                <a:spcPts val="0"/>
              </a:spcAft>
              <a:buSzPts val="1300"/>
              <a:buFont typeface="Arial"/>
              <a:buChar char="●"/>
            </a:pPr>
            <a:r>
              <a:rPr lang="en-US" sz="1600"/>
              <a:t>From the provided resources folder </a:t>
            </a:r>
            <a:r>
              <a:rPr lang="en-US" sz="1600" b="1">
                <a:latin typeface="Consolas"/>
                <a:ea typeface="Consolas"/>
                <a:cs typeface="Consolas"/>
                <a:sym typeface="Consolas"/>
              </a:rPr>
              <a:t>week10 </a:t>
            </a:r>
            <a:r>
              <a:rPr lang="en-US" sz="1600" b="1">
                <a:solidFill>
                  <a:schemeClr val="dk1"/>
                </a:solidFill>
                <a:latin typeface="Consolas"/>
                <a:ea typeface="Consolas"/>
                <a:cs typeface="Consolas"/>
                <a:sym typeface="Consolas"/>
              </a:rPr>
              <a:t>⟶ </a:t>
            </a:r>
            <a:r>
              <a:rPr lang="en-US" sz="1600" b="1">
                <a:latin typeface="Consolas"/>
                <a:ea typeface="Consolas"/>
                <a:cs typeface="Consolas"/>
                <a:sym typeface="Consolas"/>
              </a:rPr>
              <a:t>exercises ⟶ exercise1</a:t>
            </a:r>
            <a:r>
              <a:rPr lang="en-US" sz="1600"/>
              <a:t>, use the VS Code terminal to navigate to the </a:t>
            </a:r>
            <a:r>
              <a:rPr lang="en-US" sz="1600" b="1">
                <a:latin typeface="Consolas"/>
                <a:ea typeface="Consolas"/>
                <a:cs typeface="Consolas"/>
                <a:sym typeface="Consolas"/>
              </a:rPr>
              <a:t>exercise1</a:t>
            </a:r>
            <a:r>
              <a:rPr lang="en-US" sz="1600"/>
              <a:t> directory.</a:t>
            </a:r>
            <a:endParaRPr sz="1600"/>
          </a:p>
          <a:p>
            <a:pPr marL="457200" lvl="0" indent="-311150" algn="l" rtl="0">
              <a:lnSpc>
                <a:spcPct val="90000"/>
              </a:lnSpc>
              <a:spcBef>
                <a:spcPts val="300"/>
              </a:spcBef>
              <a:spcAft>
                <a:spcPts val="0"/>
              </a:spcAft>
              <a:buSzPts val="1300"/>
              <a:buFont typeface="Arial"/>
              <a:buChar char="●"/>
            </a:pPr>
            <a:r>
              <a:rPr lang="en-US" sz="1600"/>
              <a:t>Install all the dependencies in the </a:t>
            </a:r>
            <a:r>
              <a:rPr lang="en-US" sz="1600" b="1">
                <a:latin typeface="Consolas"/>
                <a:ea typeface="Consolas"/>
                <a:cs typeface="Consolas"/>
                <a:sym typeface="Consolas"/>
              </a:rPr>
              <a:t>package.json</a:t>
            </a:r>
            <a:r>
              <a:rPr lang="en-US" sz="1600"/>
              <a:t>.</a:t>
            </a:r>
            <a:endParaRPr sz="1600"/>
          </a:p>
          <a:p>
            <a:pPr marL="457200" lvl="0" indent="-311150" algn="l" rtl="0">
              <a:lnSpc>
                <a:spcPct val="90000"/>
              </a:lnSpc>
              <a:spcBef>
                <a:spcPts val="300"/>
              </a:spcBef>
              <a:spcAft>
                <a:spcPts val="0"/>
              </a:spcAft>
              <a:buSzPts val="1300"/>
              <a:buFont typeface="Arial"/>
              <a:buChar char="●"/>
            </a:pPr>
            <a:r>
              <a:rPr lang="en-US" sz="1600"/>
              <a:t>Update the </a:t>
            </a:r>
            <a:r>
              <a:rPr lang="en-US" sz="1600" b="1">
                <a:latin typeface="Consolas"/>
                <a:ea typeface="Consolas"/>
                <a:cs typeface="Consolas"/>
                <a:sym typeface="Consolas"/>
              </a:rPr>
              <a:t>config.env </a:t>
            </a:r>
            <a:r>
              <a:rPr lang="en-US" sz="1600"/>
              <a:t>file with your own username, password and cluster address.</a:t>
            </a:r>
            <a:endParaRPr sz="1600"/>
          </a:p>
          <a:p>
            <a:pPr marL="457200" lvl="0" indent="-311150" algn="l" rtl="0">
              <a:lnSpc>
                <a:spcPct val="90000"/>
              </a:lnSpc>
              <a:spcBef>
                <a:spcPts val="300"/>
              </a:spcBef>
              <a:spcAft>
                <a:spcPts val="0"/>
              </a:spcAft>
              <a:buSzPts val="1300"/>
              <a:buFont typeface="Arial"/>
              <a:buChar char="●"/>
            </a:pPr>
            <a:r>
              <a:rPr lang="en-US" sz="1600"/>
              <a:t>Enter the following command in the terminal to start the Express server:</a:t>
            </a:r>
            <a:endParaRPr sz="1600"/>
          </a:p>
          <a:p>
            <a:pPr marL="457200" lvl="0" indent="-406400" algn="l" rtl="0">
              <a:lnSpc>
                <a:spcPct val="90000"/>
              </a:lnSpc>
              <a:spcBef>
                <a:spcPts val="300"/>
              </a:spcBef>
              <a:spcAft>
                <a:spcPts val="0"/>
              </a:spcAft>
              <a:buSzPts val="1600"/>
              <a:buNone/>
            </a:pPr>
            <a:r>
              <a:rPr lang="en-US" sz="1600"/>
              <a:t>         </a:t>
            </a:r>
            <a:r>
              <a:rPr lang="en-US" sz="1600" b="1">
                <a:latin typeface="Consolas"/>
                <a:ea typeface="Consolas"/>
                <a:cs typeface="Consolas"/>
                <a:sym typeface="Consolas"/>
              </a:rPr>
              <a:t>&gt; nodemon server.js</a:t>
            </a:r>
            <a:endParaRPr sz="1600" b="1">
              <a:latin typeface="Consolas"/>
              <a:ea typeface="Consolas"/>
              <a:cs typeface="Consolas"/>
              <a:sym typeface="Consolas"/>
            </a:endParaRPr>
          </a:p>
          <a:p>
            <a:pPr marL="457200" lvl="0" indent="-311150" algn="l" rtl="0">
              <a:lnSpc>
                <a:spcPct val="90000"/>
              </a:lnSpc>
              <a:spcBef>
                <a:spcPts val="300"/>
              </a:spcBef>
              <a:spcAft>
                <a:spcPts val="0"/>
              </a:spcAft>
              <a:buSzPts val="1300"/>
              <a:buFont typeface="Arial"/>
              <a:buChar char="●"/>
            </a:pPr>
            <a:r>
              <a:rPr lang="en-US" sz="1600"/>
              <a:t>In</a:t>
            </a:r>
            <a:r>
              <a:rPr lang="en-US" sz="1600" b="1">
                <a:solidFill>
                  <a:srgbClr val="0000FF"/>
                </a:solidFill>
              </a:rPr>
              <a:t> </a:t>
            </a:r>
            <a:r>
              <a:rPr lang="en-US" sz="1600" b="1">
                <a:latin typeface="Consolas"/>
                <a:ea typeface="Consolas"/>
                <a:cs typeface="Consolas"/>
                <a:sym typeface="Consolas"/>
              </a:rPr>
              <a:t>books-routes.js</a:t>
            </a:r>
            <a:r>
              <a:rPr lang="en-US" sz="1600"/>
              <a:t>, create 2 routes for the get and post functions</a:t>
            </a:r>
            <a:endParaRPr sz="1600"/>
          </a:p>
          <a:p>
            <a:pPr marL="914400" lvl="1" indent="-311150" algn="l" rtl="0">
              <a:lnSpc>
                <a:spcPct val="90000"/>
              </a:lnSpc>
              <a:spcBef>
                <a:spcPts val="300"/>
              </a:spcBef>
              <a:spcAft>
                <a:spcPts val="0"/>
              </a:spcAft>
              <a:buSzPts val="1300"/>
              <a:buFont typeface="Arial"/>
              <a:buChar char="●"/>
            </a:pPr>
            <a:r>
              <a:rPr lang="en-US" sz="1600"/>
              <a:t>A </a:t>
            </a:r>
            <a:r>
              <a:rPr lang="en-US" sz="1600" b="1"/>
              <a:t>get</a:t>
            </a:r>
            <a:r>
              <a:rPr lang="en-US" sz="1600"/>
              <a:t> route to show form (get): </a:t>
            </a:r>
            <a:r>
              <a:rPr lang="en-US" sz="1600" b="1">
                <a:latin typeface="Consolas"/>
                <a:ea typeface="Consolas"/>
                <a:cs typeface="Consolas"/>
                <a:sym typeface="Consolas"/>
              </a:rPr>
              <a:t>router.get("/search-book", booksController.showForm)</a:t>
            </a:r>
            <a:endParaRPr sz="1600" b="1">
              <a:latin typeface="Consolas"/>
              <a:ea typeface="Consolas"/>
              <a:cs typeface="Consolas"/>
              <a:sym typeface="Consolas"/>
            </a:endParaRPr>
          </a:p>
          <a:p>
            <a:pPr marL="914400" lvl="1" indent="-311150" algn="l" rtl="0">
              <a:lnSpc>
                <a:spcPct val="90000"/>
              </a:lnSpc>
              <a:spcBef>
                <a:spcPts val="300"/>
              </a:spcBef>
              <a:spcAft>
                <a:spcPts val="0"/>
              </a:spcAft>
              <a:buSzPts val="1300"/>
              <a:buFont typeface="Arial"/>
              <a:buChar char="●"/>
            </a:pPr>
            <a:r>
              <a:rPr lang="en-US" sz="1600"/>
              <a:t>A </a:t>
            </a:r>
            <a:r>
              <a:rPr lang="en-US" sz="1600" b="1"/>
              <a:t>post</a:t>
            </a:r>
            <a:r>
              <a:rPr lang="en-US" sz="1600"/>
              <a:t> route to submit form (post): </a:t>
            </a:r>
            <a:r>
              <a:rPr lang="en-US" sz="1600" b="1">
                <a:latin typeface="Consolas"/>
                <a:ea typeface="Consolas"/>
                <a:cs typeface="Consolas"/>
                <a:sym typeface="Consolas"/>
              </a:rPr>
              <a:t>router.post("/search-book", booksController.submitBook)</a:t>
            </a:r>
            <a:endParaRPr sz="1600" b="1">
              <a:latin typeface="Consolas"/>
              <a:ea typeface="Consolas"/>
              <a:cs typeface="Consolas"/>
              <a:sym typeface="Consolas"/>
            </a:endParaRPr>
          </a:p>
          <a:p>
            <a:pPr marL="457200" lvl="0" indent="-311150" algn="l" rtl="0">
              <a:lnSpc>
                <a:spcPct val="90000"/>
              </a:lnSpc>
              <a:spcBef>
                <a:spcPts val="300"/>
              </a:spcBef>
              <a:spcAft>
                <a:spcPts val="0"/>
              </a:spcAft>
              <a:buSzPts val="1300"/>
              <a:buFont typeface="Arial"/>
              <a:buChar char="●"/>
            </a:pPr>
            <a:r>
              <a:rPr lang="en-US" sz="1600"/>
              <a:t>In </a:t>
            </a:r>
            <a:r>
              <a:rPr lang="en-US" sz="1600" b="1">
                <a:latin typeface="Consolas"/>
                <a:ea typeface="Consolas"/>
                <a:cs typeface="Consolas"/>
                <a:sym typeface="Consolas"/>
              </a:rPr>
              <a:t>books-controller.js</a:t>
            </a:r>
            <a:r>
              <a:rPr lang="en-US" sz="1600"/>
              <a:t>, create 2 functions, one to show form and one to submit book.</a:t>
            </a:r>
            <a:endParaRPr sz="1600"/>
          </a:p>
          <a:p>
            <a:pPr marL="914400" lvl="1" indent="-311150" algn="l" rtl="0">
              <a:lnSpc>
                <a:spcPct val="90000"/>
              </a:lnSpc>
              <a:spcBef>
                <a:spcPts val="300"/>
              </a:spcBef>
              <a:spcAft>
                <a:spcPts val="0"/>
              </a:spcAft>
              <a:buSzPts val="1300"/>
              <a:buFont typeface="Arial"/>
              <a:buChar char="●"/>
            </a:pPr>
            <a:r>
              <a:rPr lang="en-US" sz="1600" b="1">
                <a:latin typeface="Consolas"/>
                <a:ea typeface="Consolas"/>
                <a:cs typeface="Consolas"/>
                <a:sym typeface="Consolas"/>
              </a:rPr>
              <a:t>showForm(</a:t>
            </a:r>
            <a:r>
              <a:rPr lang="en-US" sz="1600"/>
              <a:t>), </a:t>
            </a:r>
            <a:r>
              <a:rPr lang="en-US" sz="1600" b="1">
                <a:latin typeface="Consolas"/>
                <a:ea typeface="Consolas"/>
                <a:cs typeface="Consolas"/>
                <a:sym typeface="Consolas"/>
              </a:rPr>
              <a:t>submitBook()</a:t>
            </a:r>
            <a:endParaRPr sz="1600" b="1">
              <a:latin typeface="Consolas"/>
              <a:ea typeface="Consolas"/>
              <a:cs typeface="Consolas"/>
              <a:sym typeface="Consolas"/>
            </a:endParaRPr>
          </a:p>
          <a:p>
            <a:pPr marL="457200" lvl="0" indent="-311150" algn="l" rtl="0">
              <a:lnSpc>
                <a:spcPct val="90000"/>
              </a:lnSpc>
              <a:spcBef>
                <a:spcPts val="300"/>
              </a:spcBef>
              <a:spcAft>
                <a:spcPts val="0"/>
              </a:spcAft>
              <a:buSzPts val="1300"/>
              <a:buFont typeface="Arial"/>
              <a:buChar char="●"/>
            </a:pPr>
            <a:r>
              <a:rPr lang="en-US" sz="1600"/>
              <a:t>In </a:t>
            </a:r>
            <a:r>
              <a:rPr lang="en-US" sz="1600" b="1">
                <a:latin typeface="Consolas"/>
                <a:ea typeface="Consolas"/>
                <a:cs typeface="Consolas"/>
                <a:sym typeface="Consolas"/>
              </a:rPr>
              <a:t>showForm()</a:t>
            </a:r>
            <a:r>
              <a:rPr lang="en-US" sz="1600"/>
              <a:t> renders the </a:t>
            </a:r>
            <a:r>
              <a:rPr lang="en-US" sz="1600" b="1">
                <a:latin typeface="Consolas"/>
                <a:ea typeface="Consolas"/>
                <a:cs typeface="Consolas"/>
                <a:sym typeface="Consolas"/>
              </a:rPr>
              <a:t>search.ejs</a:t>
            </a:r>
            <a:r>
              <a:rPr lang="en-US" sz="1600"/>
              <a:t> (provided)  with empty results.</a:t>
            </a:r>
            <a:endParaRPr sz="1600"/>
          </a:p>
          <a:p>
            <a:pPr marL="457200" lvl="0" indent="-311150" algn="l" rtl="0">
              <a:lnSpc>
                <a:spcPct val="90000"/>
              </a:lnSpc>
              <a:spcBef>
                <a:spcPts val="300"/>
              </a:spcBef>
              <a:spcAft>
                <a:spcPts val="0"/>
              </a:spcAft>
              <a:buSzPts val="1300"/>
              <a:buFont typeface="Arial"/>
              <a:buChar char="●"/>
            </a:pPr>
            <a:r>
              <a:rPr lang="en-US" sz="1600"/>
              <a:t>In </a:t>
            </a:r>
            <a:r>
              <a:rPr lang="en-US" sz="1600" b="1">
                <a:latin typeface="Consolas"/>
                <a:ea typeface="Consolas"/>
                <a:cs typeface="Consolas"/>
                <a:sym typeface="Consolas"/>
              </a:rPr>
              <a:t>submitBook()</a:t>
            </a:r>
            <a:r>
              <a:rPr lang="en-US" sz="1600"/>
              <a:t>,</a:t>
            </a:r>
            <a:endParaRPr sz="1600"/>
          </a:p>
          <a:p>
            <a:pPr marL="914400" lvl="1" indent="-311150" algn="l" rtl="0">
              <a:lnSpc>
                <a:spcPct val="90000"/>
              </a:lnSpc>
              <a:spcBef>
                <a:spcPts val="300"/>
              </a:spcBef>
              <a:spcAft>
                <a:spcPts val="0"/>
              </a:spcAft>
              <a:buSzPts val="1300"/>
              <a:buFont typeface="Arial"/>
              <a:buChar char="●"/>
            </a:pPr>
            <a:r>
              <a:rPr lang="en-US" sz="1600"/>
              <a:t>Retrieves the user input. </a:t>
            </a:r>
            <a:endParaRPr sz="1600"/>
          </a:p>
          <a:p>
            <a:pPr marL="914400" lvl="1" indent="-311150" algn="l" rtl="0">
              <a:lnSpc>
                <a:spcPct val="90000"/>
              </a:lnSpc>
              <a:spcBef>
                <a:spcPts val="300"/>
              </a:spcBef>
              <a:spcAft>
                <a:spcPts val="0"/>
              </a:spcAft>
              <a:buSzPts val="1300"/>
              <a:buFont typeface="Arial"/>
              <a:buChar char="●"/>
            </a:pPr>
            <a:r>
              <a:rPr lang="en-US" sz="1600"/>
              <a:t>If the user input is </a:t>
            </a:r>
            <a:r>
              <a:rPr lang="en-US" sz="1600" b="1">
                <a:latin typeface="Consolas"/>
                <a:ea typeface="Consolas"/>
                <a:cs typeface="Consolas"/>
                <a:sym typeface="Consolas"/>
              </a:rPr>
              <a:t>""</a:t>
            </a:r>
            <a:r>
              <a:rPr lang="en-US" sz="1600"/>
              <a:t> redirect it back to itself</a:t>
            </a:r>
            <a:endParaRPr sz="1600"/>
          </a:p>
          <a:p>
            <a:pPr marL="914400" lvl="1" indent="-311150" algn="l" rtl="0">
              <a:lnSpc>
                <a:spcPct val="90000"/>
              </a:lnSpc>
              <a:spcBef>
                <a:spcPts val="300"/>
              </a:spcBef>
              <a:spcAft>
                <a:spcPts val="0"/>
              </a:spcAft>
              <a:buSzPts val="1300"/>
              <a:buFont typeface="Arial"/>
              <a:buChar char="●"/>
            </a:pPr>
            <a:r>
              <a:rPr lang="en-US" sz="1600"/>
              <a:t>If the </a:t>
            </a:r>
            <a:r>
              <a:rPr lang="en-US" sz="1600" b="1">
                <a:latin typeface="Consolas"/>
                <a:ea typeface="Consolas"/>
                <a:cs typeface="Consolas"/>
                <a:sym typeface="Consolas"/>
              </a:rPr>
              <a:t>isbn</a:t>
            </a:r>
            <a:r>
              <a:rPr lang="en-US" sz="1600"/>
              <a:t> number exists, renders the </a:t>
            </a:r>
            <a:r>
              <a:rPr lang="en-US" sz="1600" b="1">
                <a:latin typeface="Consolas"/>
                <a:ea typeface="Consolas"/>
                <a:cs typeface="Consolas"/>
                <a:sym typeface="Consolas"/>
              </a:rPr>
              <a:t>search.ejs</a:t>
            </a:r>
            <a:r>
              <a:rPr lang="en-US" sz="1600"/>
              <a:t> with the result from </a:t>
            </a:r>
            <a:r>
              <a:rPr lang="en-US" sz="1600" b="1">
                <a:latin typeface="Consolas"/>
                <a:ea typeface="Consolas"/>
                <a:cs typeface="Consolas"/>
                <a:sym typeface="Consolas"/>
              </a:rPr>
              <a:t>Book.findByIsbn()</a:t>
            </a:r>
            <a:endParaRPr sz="1600" b="1">
              <a:latin typeface="Consolas"/>
              <a:ea typeface="Consolas"/>
              <a:cs typeface="Consolas"/>
              <a:sym typeface="Consolas"/>
            </a:endParaRPr>
          </a:p>
          <a:p>
            <a:pPr marL="914400" lvl="1" indent="-311150" algn="l" rtl="0">
              <a:lnSpc>
                <a:spcPct val="90000"/>
              </a:lnSpc>
              <a:spcBef>
                <a:spcPts val="300"/>
              </a:spcBef>
              <a:spcAft>
                <a:spcPts val="0"/>
              </a:spcAft>
              <a:buSzPts val="1300"/>
              <a:buFont typeface="Arial"/>
              <a:buChar char="●"/>
            </a:pPr>
            <a:r>
              <a:rPr lang="en-US" sz="1600"/>
              <a:t>If the </a:t>
            </a:r>
            <a:r>
              <a:rPr lang="en-US" sz="1600" b="1">
                <a:latin typeface="Consolas"/>
                <a:ea typeface="Consolas"/>
                <a:cs typeface="Consolas"/>
                <a:sym typeface="Consolas"/>
              </a:rPr>
              <a:t>isbn</a:t>
            </a:r>
            <a:r>
              <a:rPr lang="en-US" sz="1600"/>
              <a:t> number does not exist, renders </a:t>
            </a:r>
            <a:r>
              <a:rPr lang="en-US" sz="1600" b="1">
                <a:latin typeface="Consolas"/>
                <a:ea typeface="Consolas"/>
                <a:cs typeface="Consolas"/>
                <a:sym typeface="Consolas"/>
              </a:rPr>
              <a:t>search.ejs</a:t>
            </a:r>
            <a:r>
              <a:rPr lang="en-US" sz="1600"/>
              <a:t> with </a:t>
            </a:r>
            <a:r>
              <a:rPr lang="en-US" sz="1600" b="1">
                <a:latin typeface="Consolas"/>
                <a:ea typeface="Consolas"/>
                <a:cs typeface="Consolas"/>
                <a:sym typeface="Consolas"/>
              </a:rPr>
              <a:t>result === null</a:t>
            </a:r>
            <a:endParaRPr sz="1600" b="1">
              <a:latin typeface="Consolas"/>
              <a:ea typeface="Consolas"/>
              <a:cs typeface="Consolas"/>
              <a:sym typeface="Consolas"/>
            </a:endParaRPr>
          </a:p>
          <a:p>
            <a:pPr marL="457200" lvl="0" indent="-406400" algn="l" rtl="0">
              <a:lnSpc>
                <a:spcPct val="90000"/>
              </a:lnSpc>
              <a:spcBef>
                <a:spcPts val="300"/>
              </a:spcBef>
              <a:spcAft>
                <a:spcPts val="0"/>
              </a:spcAft>
              <a:buSzPts val="2400"/>
              <a:buNone/>
            </a:pPr>
            <a:endParaRPr sz="160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464" name="Google Shape;464;p36"/>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Clr>
                <a:srgbClr val="000000"/>
              </a:buClr>
              <a:buSzPts val="2400"/>
              <a:buFont typeface="Arial"/>
              <a:buNone/>
            </a:pPr>
            <a:r>
              <a:rPr lang="en-US" sz="2400" b="1" i="0" u="none" strike="noStrike" cap="none">
                <a:solidFill>
                  <a:srgbClr val="11175E"/>
                </a:solidFill>
                <a:latin typeface="Arial"/>
                <a:ea typeface="Arial"/>
                <a:cs typeface="Arial"/>
                <a:sym typeface="Arial"/>
              </a:rPr>
              <a:t>Create a Document (</a:t>
            </a:r>
            <a:r>
              <a:rPr lang="en-US" sz="2400" b="1" i="0" u="none" strike="noStrike" cap="none">
                <a:solidFill>
                  <a:srgbClr val="11175E"/>
                </a:solidFill>
                <a:latin typeface="Consolas"/>
                <a:ea typeface="Consolas"/>
                <a:cs typeface="Consolas"/>
                <a:sym typeface="Consolas"/>
              </a:rPr>
              <a:t>addBook</a:t>
            </a:r>
            <a:r>
              <a:rPr lang="en-US" sz="2400" b="1" i="0" u="none" strike="noStrike" cap="none">
                <a:solidFill>
                  <a:srgbClr val="11175E"/>
                </a:solidFill>
                <a:latin typeface="Arial"/>
                <a:ea typeface="Arial"/>
                <a:cs typeface="Arial"/>
                <a:sym typeface="Arial"/>
              </a:rPr>
              <a:t>)</a:t>
            </a:r>
            <a:endParaRPr sz="2400" b="1" i="0" u="none" strike="noStrike" cap="none">
              <a:solidFill>
                <a:srgbClr val="11175E"/>
              </a:solidFill>
              <a:latin typeface="Arial"/>
              <a:ea typeface="Arial"/>
              <a:cs typeface="Arial"/>
              <a:sym typeface="Arial"/>
            </a:endParaRPr>
          </a:p>
        </p:txBody>
      </p:sp>
      <p:sp>
        <p:nvSpPr>
          <p:cNvPr id="465" name="Google Shape;465;p36"/>
          <p:cNvSpPr txBox="1"/>
          <p:nvPr/>
        </p:nvSpPr>
        <p:spPr>
          <a:xfrm>
            <a:off x="240868" y="1375766"/>
            <a:ext cx="10997108" cy="807618"/>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Arial"/>
                <a:ea typeface="Arial"/>
                <a:cs typeface="Arial"/>
                <a:sym typeface="Arial"/>
              </a:rPr>
              <a:t>Let’s add a method in </a:t>
            </a:r>
            <a:r>
              <a:rPr lang="en-US" sz="1600" b="1" i="0" u="none" strike="noStrike" cap="none">
                <a:solidFill>
                  <a:schemeClr val="dk1"/>
                </a:solidFill>
                <a:latin typeface="Consolas"/>
                <a:ea typeface="Consolas"/>
                <a:cs typeface="Consolas"/>
                <a:sym typeface="Consolas"/>
              </a:rPr>
              <a:t>book-model.js</a:t>
            </a:r>
            <a:r>
              <a:rPr lang="en-US" sz="1800" b="0" i="0" u="none" strike="noStrike" cap="none">
                <a:solidFill>
                  <a:schemeClr val="dk1"/>
                </a:solidFill>
                <a:latin typeface="Arial"/>
                <a:ea typeface="Arial"/>
                <a:cs typeface="Arial"/>
                <a:sym typeface="Arial"/>
              </a:rPr>
              <a:t> to create a new document/book</a:t>
            </a:r>
            <a:endParaRPr sz="1800" b="0" i="0" u="none" strike="noStrike" cap="none">
              <a:solidFill>
                <a:schemeClr val="dk1"/>
              </a:solidFill>
              <a:latin typeface="Arial"/>
              <a:ea typeface="Arial"/>
              <a:cs typeface="Arial"/>
              <a:sym typeface="Arial"/>
            </a:endParaRPr>
          </a:p>
        </p:txBody>
      </p:sp>
      <p:sp>
        <p:nvSpPr>
          <p:cNvPr id="466" name="Google Shape;466;p36"/>
          <p:cNvSpPr txBox="1"/>
          <p:nvPr/>
        </p:nvSpPr>
        <p:spPr>
          <a:xfrm>
            <a:off x="3225362" y="2044797"/>
            <a:ext cx="5141398" cy="2454051"/>
          </a:xfrm>
          <a:prstGeom prst="rect">
            <a:avLst/>
          </a:prstGeom>
          <a:noFill/>
          <a:ln w="9525" cap="flat" cmpd="sng">
            <a:solidFill>
              <a:schemeClr val="accent1"/>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solidFill>
                  <a:srgbClr val="000000"/>
                </a:solidFill>
                <a:latin typeface="Arial"/>
                <a:ea typeface="Arial"/>
                <a:cs typeface="Arial"/>
                <a:sym typeface="Arial"/>
              </a:rPr>
              <a:t>…</a:t>
            </a:r>
            <a:endParaRPr sz="1600" b="1"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Consolas"/>
                <a:ea typeface="Consolas"/>
                <a:cs typeface="Consolas"/>
                <a:sym typeface="Consolas"/>
              </a:rPr>
              <a:t>exports.addBook = function(newBook)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Consolas"/>
                <a:ea typeface="Consolas"/>
                <a:cs typeface="Consolas"/>
                <a:sym typeface="Consolas"/>
              </a:rPr>
              <a:t>  return Book.create(newBook);</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Consolas"/>
                <a:ea typeface="Consolas"/>
                <a:cs typeface="Consolas"/>
                <a:sym typeface="Consolas"/>
              </a:rPr>
              <a: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br>
              <a:rPr lang="en-US" sz="1400" b="0" i="0" u="none" strike="noStrike" cap="none">
                <a:solidFill>
                  <a:srgbClr val="000000"/>
                </a:solidFill>
                <a:latin typeface="Consolas"/>
                <a:ea typeface="Consolas"/>
                <a:cs typeface="Consolas"/>
                <a:sym typeface="Consolas"/>
              </a:rPr>
            </a:br>
            <a:r>
              <a:rPr lang="en-US" sz="1600" b="1" i="0" u="none" strike="noStrike" cap="none">
                <a:solidFill>
                  <a:srgbClr val="000000"/>
                </a:solidFill>
                <a:latin typeface="Arial"/>
                <a:ea typeface="Arial"/>
                <a:cs typeface="Arial"/>
                <a:sym typeface="Arial"/>
              </a:rPr>
              <a:t>…</a:t>
            </a:r>
            <a:endParaRPr sz="1600" b="1" i="0" u="none" strike="noStrike" cap="none">
              <a:solidFill>
                <a:srgbClr val="000000"/>
              </a:solidFill>
              <a:latin typeface="Arial"/>
              <a:ea typeface="Arial"/>
              <a:cs typeface="Arial"/>
              <a:sym typeface="Arial"/>
            </a:endParaRPr>
          </a:p>
        </p:txBody>
      </p:sp>
      <p:sp>
        <p:nvSpPr>
          <p:cNvPr id="467" name="Google Shape;467;p36"/>
          <p:cNvSpPr/>
          <p:nvPr/>
        </p:nvSpPr>
        <p:spPr>
          <a:xfrm>
            <a:off x="4057107" y="2550593"/>
            <a:ext cx="795861" cy="303520"/>
          </a:xfrm>
          <a:prstGeom prst="flowChartAlternateProcess">
            <a:avLst/>
          </a:prstGeom>
          <a:noFill/>
          <a:ln w="19050" cap="flat" cmpd="sng">
            <a:solidFill>
              <a:srgbClr val="6AA84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468" name="Google Shape;468;p36"/>
          <p:cNvCxnSpPr>
            <a:stCxn id="469" idx="1"/>
            <a:endCxn id="467" idx="0"/>
          </p:cNvCxnSpPr>
          <p:nvPr/>
        </p:nvCxnSpPr>
        <p:spPr>
          <a:xfrm flipH="1">
            <a:off x="4455083" y="2383055"/>
            <a:ext cx="4765500" cy="167400"/>
          </a:xfrm>
          <a:prstGeom prst="bentConnector2">
            <a:avLst/>
          </a:prstGeom>
          <a:noFill/>
          <a:ln w="19050" cap="flat" cmpd="sng">
            <a:solidFill>
              <a:srgbClr val="6AA84F"/>
            </a:solidFill>
            <a:prstDash val="solid"/>
            <a:round/>
            <a:headEnd type="none" w="sm" len="sm"/>
            <a:tailEnd type="triangle" w="med" len="med"/>
          </a:ln>
        </p:spPr>
      </p:cxnSp>
      <p:sp>
        <p:nvSpPr>
          <p:cNvPr id="469" name="Google Shape;469;p36"/>
          <p:cNvSpPr txBox="1"/>
          <p:nvPr/>
        </p:nvSpPr>
        <p:spPr>
          <a:xfrm>
            <a:off x="9220583" y="1798294"/>
            <a:ext cx="2223008" cy="1169521"/>
          </a:xfrm>
          <a:prstGeom prst="rect">
            <a:avLst/>
          </a:prstGeom>
          <a:solidFill>
            <a:srgbClr val="B6D7A8"/>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chemeClr val="dk1"/>
                </a:solidFill>
                <a:latin typeface="Arial"/>
                <a:ea typeface="Arial"/>
                <a:cs typeface="Arial"/>
                <a:sym typeface="Arial"/>
              </a:rPr>
              <a:t>We create a method call </a:t>
            </a:r>
            <a:r>
              <a:rPr lang="en-US" sz="1600" b="1" i="0" u="none" strike="noStrike" cap="none">
                <a:solidFill>
                  <a:schemeClr val="dk1"/>
                </a:solidFill>
                <a:latin typeface="Consolas"/>
                <a:ea typeface="Consolas"/>
                <a:cs typeface="Consolas"/>
                <a:sym typeface="Consolas"/>
              </a:rPr>
              <a:t>addBook()</a:t>
            </a:r>
            <a:r>
              <a:rPr lang="en-US" sz="1600" b="0" i="0" u="none" strike="noStrike" cap="none">
                <a:solidFill>
                  <a:schemeClr val="dk1"/>
                </a:solidFill>
                <a:latin typeface="Arial"/>
                <a:ea typeface="Arial"/>
                <a:cs typeface="Arial"/>
                <a:sym typeface="Arial"/>
              </a:rPr>
              <a:t> to create a new book/document. </a:t>
            </a:r>
            <a:endParaRPr sz="1600" b="0" i="0" u="none" strike="noStrike" cap="none">
              <a:solidFill>
                <a:srgbClr val="000000"/>
              </a:solidFill>
              <a:latin typeface="Arial"/>
              <a:ea typeface="Arial"/>
              <a:cs typeface="Arial"/>
              <a:sym typeface="Arial"/>
            </a:endParaRPr>
          </a:p>
        </p:txBody>
      </p:sp>
      <p:sp>
        <p:nvSpPr>
          <p:cNvPr id="470" name="Google Shape;470;p36"/>
          <p:cNvSpPr/>
          <p:nvPr/>
        </p:nvSpPr>
        <p:spPr>
          <a:xfrm>
            <a:off x="4157954" y="2983623"/>
            <a:ext cx="2075932" cy="303521"/>
          </a:xfrm>
          <a:prstGeom prst="flowChartAlternateProcess">
            <a:avLst/>
          </a:prstGeom>
          <a:noFill/>
          <a:ln w="19050"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471" name="Google Shape;471;p36"/>
          <p:cNvCxnSpPr>
            <a:stCxn id="472" idx="3"/>
            <a:endCxn id="470" idx="2"/>
          </p:cNvCxnSpPr>
          <p:nvPr/>
        </p:nvCxnSpPr>
        <p:spPr>
          <a:xfrm rot="10800000" flipH="1">
            <a:off x="2977207" y="3287192"/>
            <a:ext cx="2218800" cy="1095900"/>
          </a:xfrm>
          <a:prstGeom prst="bentConnector2">
            <a:avLst/>
          </a:prstGeom>
          <a:noFill/>
          <a:ln w="19050" cap="flat" cmpd="sng">
            <a:solidFill>
              <a:srgbClr val="0000FF"/>
            </a:solidFill>
            <a:prstDash val="solid"/>
            <a:round/>
            <a:headEnd type="none" w="sm" len="sm"/>
            <a:tailEnd type="triangle" w="med" len="med"/>
          </a:ln>
        </p:spPr>
      </p:cxnSp>
      <p:sp>
        <p:nvSpPr>
          <p:cNvPr id="472" name="Google Shape;472;p36"/>
          <p:cNvSpPr txBox="1"/>
          <p:nvPr/>
        </p:nvSpPr>
        <p:spPr>
          <a:xfrm>
            <a:off x="754199" y="3429000"/>
            <a:ext cx="2223008" cy="1908184"/>
          </a:xfrm>
          <a:prstGeom prst="rect">
            <a:avLst/>
          </a:prstGeom>
          <a:solidFill>
            <a:srgbClr val="9FC5E8"/>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US" sz="1600" b="1" i="0" u="none" strike="noStrike" cap="none">
                <a:solidFill>
                  <a:schemeClr val="dk1"/>
                </a:solidFill>
                <a:latin typeface="Consolas"/>
                <a:ea typeface="Consolas"/>
                <a:cs typeface="Consolas"/>
                <a:sym typeface="Consolas"/>
              </a:rPr>
              <a:t>Book.create()</a:t>
            </a:r>
            <a:r>
              <a:rPr lang="en-US" sz="1600" b="0" i="0" u="none" strike="noStrike" cap="none">
                <a:solidFill>
                  <a:schemeClr val="dk1"/>
                </a:solidFill>
                <a:latin typeface="Arial"/>
                <a:ea typeface="Arial"/>
                <a:cs typeface="Arial"/>
                <a:sym typeface="Arial"/>
              </a:rPr>
              <a:t> is the actual syntax to create a new  documents and the data comes from the </a:t>
            </a:r>
            <a:r>
              <a:rPr lang="en-US" sz="1600" b="1" i="0" u="none" strike="noStrike" cap="none">
                <a:solidFill>
                  <a:schemeClr val="dk1"/>
                </a:solidFill>
                <a:latin typeface="Consolas"/>
                <a:ea typeface="Consolas"/>
                <a:cs typeface="Consolas"/>
                <a:sym typeface="Consolas"/>
              </a:rPr>
              <a:t>newBook</a:t>
            </a:r>
            <a:r>
              <a:rPr lang="en-US" sz="1600" b="0" i="0" u="none" strike="noStrike" cap="none">
                <a:solidFill>
                  <a:schemeClr val="dk1"/>
                </a:solidFill>
                <a:latin typeface="Arial"/>
                <a:ea typeface="Arial"/>
                <a:cs typeface="Arial"/>
                <a:sym typeface="Arial"/>
              </a:rPr>
              <a:t> object.</a:t>
            </a:r>
            <a:endParaRPr sz="1600" b="0"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Arial"/>
              <a:ea typeface="Arial"/>
              <a:cs typeface="Arial"/>
              <a:sym typeface="Arial"/>
            </a:endParaRPr>
          </a:p>
        </p:txBody>
      </p:sp>
      <p:sp>
        <p:nvSpPr>
          <p:cNvPr id="473" name="Google Shape;473;p36"/>
          <p:cNvSpPr/>
          <p:nvPr/>
        </p:nvSpPr>
        <p:spPr>
          <a:xfrm>
            <a:off x="5937399" y="2581754"/>
            <a:ext cx="784097" cy="305168"/>
          </a:xfrm>
          <a:prstGeom prst="flowChartAlternateProcess">
            <a:avLst/>
          </a:prstGeom>
          <a:noFill/>
          <a:ln w="19050" cap="flat" cmpd="sng">
            <a:solidFill>
              <a:srgbClr val="CC99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474" name="Google Shape;474;p36"/>
          <p:cNvCxnSpPr>
            <a:stCxn id="475" idx="1"/>
            <a:endCxn id="473" idx="3"/>
          </p:cNvCxnSpPr>
          <p:nvPr/>
        </p:nvCxnSpPr>
        <p:spPr>
          <a:xfrm rot="10800000">
            <a:off x="6721497" y="2734222"/>
            <a:ext cx="2543400" cy="1419000"/>
          </a:xfrm>
          <a:prstGeom prst="bentConnector3">
            <a:avLst>
              <a:gd name="adj1" fmla="val 50000"/>
            </a:avLst>
          </a:prstGeom>
          <a:noFill/>
          <a:ln w="19050" cap="flat" cmpd="sng">
            <a:solidFill>
              <a:srgbClr val="CC99FF"/>
            </a:solidFill>
            <a:prstDash val="solid"/>
            <a:round/>
            <a:headEnd type="none" w="sm" len="sm"/>
            <a:tailEnd type="triangle" w="med" len="med"/>
          </a:ln>
        </p:spPr>
      </p:cxnSp>
      <p:sp>
        <p:nvSpPr>
          <p:cNvPr id="475" name="Google Shape;475;p36"/>
          <p:cNvSpPr txBox="1"/>
          <p:nvPr/>
        </p:nvSpPr>
        <p:spPr>
          <a:xfrm>
            <a:off x="9264897" y="3814683"/>
            <a:ext cx="2178693" cy="677078"/>
          </a:xfrm>
          <a:prstGeom prst="rect">
            <a:avLst/>
          </a:prstGeom>
          <a:solidFill>
            <a:srgbClr val="CC99FF"/>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We will be taking an object as input here</a:t>
            </a:r>
            <a:endParaRPr sz="1600" b="0" i="0" u="none" strike="noStrike" cap="none">
              <a:solidFill>
                <a:srgbClr val="000000"/>
              </a:solidFill>
              <a:latin typeface="Arial"/>
              <a:ea typeface="Arial"/>
              <a:cs typeface="Arial"/>
              <a:sym typeface="Arial"/>
            </a:endParaRPr>
          </a:p>
        </p:txBody>
      </p:sp>
      <p:sp>
        <p:nvSpPr>
          <p:cNvPr id="476" name="Google Shape;476;p36"/>
          <p:cNvSpPr txBox="1"/>
          <p:nvPr/>
        </p:nvSpPr>
        <p:spPr>
          <a:xfrm>
            <a:off x="4852968" y="4593561"/>
            <a:ext cx="1749000" cy="307800"/>
          </a:xfrm>
          <a:prstGeom prst="rect">
            <a:avLst/>
          </a:prstGeom>
          <a:noFill/>
          <a:ln>
            <a:noFill/>
          </a:ln>
        </p:spPr>
        <p:txBody>
          <a:bodyPr spcFirstLastPara="1" wrap="square" lIns="68575" tIns="68575" rIns="68575" bIns="68575"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sng" strike="noStrike" cap="none">
                <a:solidFill>
                  <a:srgbClr val="000000"/>
                </a:solidFill>
                <a:latin typeface="Consolas"/>
                <a:ea typeface="Consolas"/>
                <a:cs typeface="Consolas"/>
                <a:sym typeface="Consolas"/>
              </a:rPr>
              <a:t>book-model.js</a:t>
            </a:r>
            <a:endParaRPr sz="1100" b="0" i="0" u="sng" strike="noStrike" cap="none">
              <a:solidFill>
                <a:srgbClr val="000000"/>
              </a:solidFill>
              <a:latin typeface="Consolas"/>
              <a:ea typeface="Consolas"/>
              <a:cs typeface="Consolas"/>
              <a:sym typeface="Consolas"/>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80"/>
        <p:cNvGrpSpPr/>
        <p:nvPr/>
      </p:nvGrpSpPr>
      <p:grpSpPr>
        <a:xfrm>
          <a:off x="0" y="0"/>
          <a:ext cx="0" cy="0"/>
          <a:chOff x="0" y="0"/>
          <a:chExt cx="0" cy="0"/>
        </a:xfrm>
      </p:grpSpPr>
      <p:sp>
        <p:nvSpPr>
          <p:cNvPr id="481" name="Google Shape;481;p37"/>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None/>
            </a:pPr>
            <a:r>
              <a:rPr lang="en-US" sz="2400" b="1" i="0" u="none" strike="noStrike" cap="none">
                <a:solidFill>
                  <a:srgbClr val="11175E"/>
                </a:solidFill>
                <a:latin typeface="Arial"/>
                <a:ea typeface="Arial"/>
                <a:cs typeface="Arial"/>
                <a:sym typeface="Arial"/>
              </a:rPr>
              <a:t>Create a Document (</a:t>
            </a:r>
            <a:r>
              <a:rPr lang="en-US" sz="2400" b="1" i="0" u="none" strike="noStrike" cap="none">
                <a:solidFill>
                  <a:srgbClr val="11175E"/>
                </a:solidFill>
                <a:latin typeface="Consolas"/>
                <a:ea typeface="Consolas"/>
                <a:cs typeface="Consolas"/>
                <a:sym typeface="Consolas"/>
              </a:rPr>
              <a:t>addBook</a:t>
            </a:r>
            <a:r>
              <a:rPr lang="en-US" sz="2400" b="1" i="0" u="none" strike="noStrike" cap="none">
                <a:solidFill>
                  <a:srgbClr val="11175E"/>
                </a:solidFill>
                <a:latin typeface="Arial"/>
                <a:ea typeface="Arial"/>
                <a:cs typeface="Arial"/>
                <a:sym typeface="Arial"/>
              </a:rPr>
              <a:t>)</a:t>
            </a:r>
            <a:endParaRPr sz="2400" b="1" i="0" u="none" strike="noStrike" cap="none">
              <a:solidFill>
                <a:srgbClr val="11175E"/>
              </a:solidFill>
              <a:latin typeface="Arial"/>
              <a:ea typeface="Arial"/>
              <a:cs typeface="Arial"/>
              <a:sym typeface="Arial"/>
            </a:endParaRPr>
          </a:p>
        </p:txBody>
      </p:sp>
      <p:sp>
        <p:nvSpPr>
          <p:cNvPr id="482" name="Google Shape;482;p37"/>
          <p:cNvSpPr txBox="1"/>
          <p:nvPr/>
        </p:nvSpPr>
        <p:spPr>
          <a:xfrm>
            <a:off x="252044" y="1374750"/>
            <a:ext cx="9542195" cy="807618"/>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Arial"/>
                <a:ea typeface="Arial"/>
                <a:cs typeface="Arial"/>
                <a:sym typeface="Arial"/>
              </a:rPr>
              <a:t>Let’s look at the controller function for adding a document.</a:t>
            </a:r>
            <a:endParaRPr sz="1600" b="0" i="0" u="none" strike="noStrike" cap="none">
              <a:solidFill>
                <a:srgbClr val="000000"/>
              </a:solidFill>
              <a:latin typeface="Arial"/>
              <a:ea typeface="Arial"/>
              <a:cs typeface="Arial"/>
              <a:sym typeface="Arial"/>
            </a:endParaRPr>
          </a:p>
        </p:txBody>
      </p:sp>
      <p:sp>
        <p:nvSpPr>
          <p:cNvPr id="483" name="Google Shape;483;p37"/>
          <p:cNvSpPr txBox="1"/>
          <p:nvPr/>
        </p:nvSpPr>
        <p:spPr>
          <a:xfrm>
            <a:off x="1503680" y="2072229"/>
            <a:ext cx="6435344" cy="3929537"/>
          </a:xfrm>
          <a:prstGeom prst="rect">
            <a:avLst/>
          </a:prstGeom>
          <a:noFill/>
          <a:ln w="9525" cap="flat" cmpd="sng">
            <a:solidFill>
              <a:schemeClr val="accent1"/>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dirty="0" err="1">
                <a:solidFill>
                  <a:srgbClr val="000000"/>
                </a:solidFill>
                <a:latin typeface="Consolas"/>
                <a:ea typeface="Consolas"/>
                <a:cs typeface="Consolas"/>
                <a:sym typeface="Consolas"/>
              </a:rPr>
              <a:t>exports.createBook</a:t>
            </a:r>
            <a:r>
              <a:rPr lang="en-US" sz="1400" b="0" i="0" u="none" strike="noStrike" cap="none" dirty="0">
                <a:solidFill>
                  <a:srgbClr val="000000"/>
                </a:solidFill>
                <a:latin typeface="Consolas"/>
                <a:ea typeface="Consolas"/>
                <a:cs typeface="Consolas"/>
                <a:sym typeface="Consolas"/>
              </a:rPr>
              <a:t> = async (req, res) =&gt; {</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dirty="0">
                <a:solidFill>
                  <a:srgbClr val="000000"/>
                </a:solidFill>
                <a:latin typeface="Consolas"/>
                <a:ea typeface="Consolas"/>
                <a:cs typeface="Consolas"/>
                <a:sym typeface="Consolas"/>
              </a:rPr>
              <a:t>  const title = </a:t>
            </a:r>
            <a:r>
              <a:rPr lang="en-US" sz="1400" b="0" i="0" u="none" strike="noStrike" cap="none" dirty="0" err="1">
                <a:solidFill>
                  <a:srgbClr val="000000"/>
                </a:solidFill>
                <a:latin typeface="Consolas"/>
                <a:ea typeface="Consolas"/>
                <a:cs typeface="Consolas"/>
                <a:sym typeface="Consolas"/>
              </a:rPr>
              <a:t>req.body.title</a:t>
            </a:r>
            <a:r>
              <a:rPr lang="en-US" sz="1400" b="0" i="0" u="none" strike="noStrike" cap="none" dirty="0">
                <a:solidFill>
                  <a:srgbClr val="000000"/>
                </a:solidFill>
                <a:latin typeface="Consolas"/>
                <a:ea typeface="Consolas"/>
                <a:cs typeface="Consolas"/>
                <a:sym typeface="Consolas"/>
              </a:rPr>
              <a:t>;</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dirty="0">
                <a:solidFill>
                  <a:srgbClr val="000000"/>
                </a:solidFill>
                <a:latin typeface="Consolas"/>
                <a:ea typeface="Consolas"/>
                <a:cs typeface="Consolas"/>
                <a:sym typeface="Consolas"/>
              </a:rPr>
              <a:t>  const </a:t>
            </a:r>
            <a:r>
              <a:rPr lang="en-US" sz="1400" b="0" i="0" u="none" strike="noStrike" cap="none" dirty="0" err="1">
                <a:solidFill>
                  <a:srgbClr val="000000"/>
                </a:solidFill>
                <a:latin typeface="Consolas"/>
                <a:ea typeface="Consolas"/>
                <a:cs typeface="Consolas"/>
                <a:sym typeface="Consolas"/>
              </a:rPr>
              <a:t>isbn</a:t>
            </a:r>
            <a:r>
              <a:rPr lang="en-US" sz="1400" b="0" i="0" u="none" strike="noStrike" cap="none" dirty="0">
                <a:solidFill>
                  <a:srgbClr val="000000"/>
                </a:solidFill>
                <a:latin typeface="Consolas"/>
                <a:ea typeface="Consolas"/>
                <a:cs typeface="Consolas"/>
                <a:sym typeface="Consolas"/>
              </a:rPr>
              <a:t> = </a:t>
            </a:r>
            <a:r>
              <a:rPr lang="en-US" sz="1400" b="0" i="0" u="none" strike="noStrike" cap="none" dirty="0" err="1">
                <a:solidFill>
                  <a:srgbClr val="000000"/>
                </a:solidFill>
                <a:latin typeface="Consolas"/>
                <a:ea typeface="Consolas"/>
                <a:cs typeface="Consolas"/>
                <a:sym typeface="Consolas"/>
              </a:rPr>
              <a:t>req.body.isbn</a:t>
            </a:r>
            <a:r>
              <a:rPr lang="en-US" sz="1400" b="0" i="0" u="none" strike="noStrike" cap="none" dirty="0">
                <a:solidFill>
                  <a:srgbClr val="000000"/>
                </a:solidFill>
                <a:latin typeface="Consolas"/>
                <a:ea typeface="Consolas"/>
                <a:cs typeface="Consolas"/>
                <a:sym typeface="Consolas"/>
              </a:rPr>
              <a:t>;</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dirty="0">
                <a:solidFill>
                  <a:srgbClr val="000000"/>
                </a:solidFill>
                <a:latin typeface="Consolas"/>
                <a:ea typeface="Consolas"/>
                <a:cs typeface="Consolas"/>
                <a:sym typeface="Consolas"/>
              </a:rPr>
              <a:t>  const rating = </a:t>
            </a:r>
            <a:r>
              <a:rPr lang="en-US" sz="1400" b="0" i="0" u="none" strike="noStrike" cap="none" dirty="0" err="1">
                <a:solidFill>
                  <a:srgbClr val="000000"/>
                </a:solidFill>
                <a:latin typeface="Consolas"/>
                <a:ea typeface="Consolas"/>
                <a:cs typeface="Consolas"/>
                <a:sym typeface="Consolas"/>
              </a:rPr>
              <a:t>req.body.rating</a:t>
            </a:r>
            <a:r>
              <a:rPr lang="en-US" sz="1400" b="0" i="0" u="none" strike="noStrike" cap="none" dirty="0">
                <a:solidFill>
                  <a:srgbClr val="000000"/>
                </a:solidFill>
                <a:latin typeface="Consolas"/>
                <a:ea typeface="Consolas"/>
                <a:cs typeface="Consolas"/>
                <a:sym typeface="Consolas"/>
              </a:rPr>
              <a:t>;</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dirty="0">
                <a:solidFill>
                  <a:srgbClr val="000000"/>
                </a:solidFill>
                <a:latin typeface="Consolas"/>
                <a:ea typeface="Consolas"/>
                <a:cs typeface="Consolas"/>
                <a:sym typeface="Consolas"/>
              </a:rPr>
              <a:t>  const price = </a:t>
            </a:r>
            <a:r>
              <a:rPr lang="en-US" sz="1400" b="0" i="0" u="none" strike="noStrike" cap="none" dirty="0" err="1">
                <a:solidFill>
                  <a:srgbClr val="000000"/>
                </a:solidFill>
                <a:latin typeface="Consolas"/>
                <a:ea typeface="Consolas"/>
                <a:cs typeface="Consolas"/>
                <a:sym typeface="Consolas"/>
              </a:rPr>
              <a:t>req.body.price</a:t>
            </a:r>
            <a:r>
              <a:rPr lang="en-US" sz="1400" b="0" i="0" u="none" strike="noStrike" cap="none" dirty="0">
                <a:solidFill>
                  <a:srgbClr val="000000"/>
                </a:solidFill>
                <a:latin typeface="Consolas"/>
                <a:ea typeface="Consolas"/>
                <a:cs typeface="Consolas"/>
                <a:sym typeface="Consolas"/>
              </a:rPr>
              <a:t>;</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dirty="0">
                <a:solidFill>
                  <a:srgbClr val="000000"/>
                </a:solidFill>
                <a:latin typeface="Consolas"/>
                <a:ea typeface="Consolas"/>
                <a:cs typeface="Consolas"/>
                <a:sym typeface="Consolas"/>
              </a:rPr>
              <a:t> </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dirty="0">
                <a:solidFill>
                  <a:srgbClr val="000000"/>
                </a:solidFill>
                <a:latin typeface="Consolas"/>
                <a:ea typeface="Consolas"/>
                <a:cs typeface="Consolas"/>
                <a:sym typeface="Consolas"/>
              </a:rPr>
              <a:t>  //do some form validation here</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br>
              <a:rPr lang="en-US" sz="1400" b="0" i="0" u="none" strike="noStrike" cap="none" dirty="0">
                <a:solidFill>
                  <a:srgbClr val="000000"/>
                </a:solidFill>
                <a:latin typeface="Consolas"/>
                <a:ea typeface="Consolas"/>
                <a:cs typeface="Consolas"/>
                <a:sym typeface="Consolas"/>
              </a:rPr>
            </a:br>
            <a:r>
              <a:rPr lang="en-US" sz="1400" b="0" i="0" u="none" strike="noStrike" cap="none" dirty="0">
                <a:solidFill>
                  <a:srgbClr val="000000"/>
                </a:solidFill>
                <a:latin typeface="Consolas"/>
                <a:ea typeface="Consolas"/>
                <a:cs typeface="Consolas"/>
                <a:sym typeface="Consolas"/>
              </a:rPr>
              <a:t>  //create a structure that stores the new book</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dirty="0">
                <a:solidFill>
                  <a:srgbClr val="000000"/>
                </a:solidFill>
                <a:latin typeface="Consolas"/>
                <a:ea typeface="Consolas"/>
                <a:cs typeface="Consolas"/>
                <a:sym typeface="Consolas"/>
              </a:rPr>
              <a:t>  let </a:t>
            </a:r>
            <a:r>
              <a:rPr lang="en-US" sz="1400" b="0" i="0" u="none" strike="noStrike" cap="none" dirty="0" err="1">
                <a:solidFill>
                  <a:srgbClr val="000000"/>
                </a:solidFill>
                <a:latin typeface="Consolas"/>
                <a:ea typeface="Consolas"/>
                <a:cs typeface="Consolas"/>
                <a:sym typeface="Consolas"/>
              </a:rPr>
              <a:t>newBook</a:t>
            </a:r>
            <a:r>
              <a:rPr lang="en-US" sz="1400" b="0" i="0" u="none" strike="noStrike" cap="none" dirty="0">
                <a:solidFill>
                  <a:srgbClr val="000000"/>
                </a:solidFill>
                <a:latin typeface="Consolas"/>
                <a:ea typeface="Consolas"/>
                <a:cs typeface="Consolas"/>
                <a:sym typeface="Consolas"/>
              </a:rPr>
              <a:t> = {</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dirty="0">
                <a:solidFill>
                  <a:srgbClr val="000000"/>
                </a:solidFill>
                <a:latin typeface="Consolas"/>
                <a:ea typeface="Consolas"/>
                <a:cs typeface="Consolas"/>
                <a:sym typeface="Consolas"/>
              </a:rPr>
              <a:t>    title: title,</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dirty="0">
                <a:solidFill>
                  <a:srgbClr val="000000"/>
                </a:solidFill>
                <a:latin typeface="Consolas"/>
                <a:ea typeface="Consolas"/>
                <a:cs typeface="Consolas"/>
                <a:sym typeface="Consolas"/>
              </a:rPr>
              <a:t>    </a:t>
            </a:r>
            <a:r>
              <a:rPr lang="en-US" sz="1400" b="0" i="0" u="none" strike="noStrike" cap="none" dirty="0" err="1">
                <a:solidFill>
                  <a:srgbClr val="000000"/>
                </a:solidFill>
                <a:latin typeface="Consolas"/>
                <a:ea typeface="Consolas"/>
                <a:cs typeface="Consolas"/>
                <a:sym typeface="Consolas"/>
              </a:rPr>
              <a:t>isbn</a:t>
            </a:r>
            <a:r>
              <a:rPr lang="en-US" sz="1400" b="0" i="0" u="none" strike="noStrike" cap="none" dirty="0">
                <a:solidFill>
                  <a:srgbClr val="000000"/>
                </a:solidFill>
                <a:latin typeface="Consolas"/>
                <a:ea typeface="Consolas"/>
                <a:cs typeface="Consolas"/>
                <a:sym typeface="Consolas"/>
              </a:rPr>
              <a:t>: </a:t>
            </a:r>
            <a:r>
              <a:rPr lang="en-US" sz="1400" b="0" i="0" u="none" strike="noStrike" cap="none" dirty="0" err="1">
                <a:solidFill>
                  <a:srgbClr val="000000"/>
                </a:solidFill>
                <a:latin typeface="Consolas"/>
                <a:ea typeface="Consolas"/>
                <a:cs typeface="Consolas"/>
                <a:sym typeface="Consolas"/>
              </a:rPr>
              <a:t>isbn</a:t>
            </a:r>
            <a:r>
              <a:rPr lang="en-US" sz="1400" b="0" i="0" u="none" strike="noStrike" cap="none" dirty="0">
                <a:solidFill>
                  <a:srgbClr val="000000"/>
                </a:solidFill>
                <a:latin typeface="Consolas"/>
                <a:ea typeface="Consolas"/>
                <a:cs typeface="Consolas"/>
                <a:sym typeface="Consolas"/>
              </a:rPr>
              <a:t>,</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dirty="0">
                <a:solidFill>
                  <a:srgbClr val="000000"/>
                </a:solidFill>
                <a:latin typeface="Consolas"/>
                <a:ea typeface="Consolas"/>
                <a:cs typeface="Consolas"/>
                <a:sym typeface="Consolas"/>
              </a:rPr>
              <a:t>    rating: rating,</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dirty="0">
                <a:solidFill>
                  <a:srgbClr val="000000"/>
                </a:solidFill>
                <a:latin typeface="Consolas"/>
                <a:ea typeface="Consolas"/>
                <a:cs typeface="Consolas"/>
                <a:sym typeface="Consolas"/>
              </a:rPr>
              <a:t>    price: price</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dirty="0">
                <a:solidFill>
                  <a:srgbClr val="000000"/>
                </a:solidFill>
                <a:latin typeface="Consolas"/>
                <a:ea typeface="Consolas"/>
                <a:cs typeface="Consolas"/>
                <a:sym typeface="Consolas"/>
              </a:rPr>
              <a:t>  };</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dirty="0">
                <a:solidFill>
                  <a:srgbClr val="000000"/>
                </a:solidFill>
                <a:latin typeface="Consolas"/>
                <a:ea typeface="Consolas"/>
                <a:cs typeface="Consolas"/>
                <a:sym typeface="Consolas"/>
              </a:rPr>
              <a:t>  // code continues in the next slide</a:t>
            </a:r>
            <a:endParaRPr sz="1100" b="0" i="0" u="none" strike="noStrike" cap="none" dirty="0">
              <a:solidFill>
                <a:schemeClr val="dk1"/>
              </a:solidFill>
              <a:latin typeface="Consolas"/>
              <a:ea typeface="Consolas"/>
              <a:cs typeface="Consolas"/>
              <a:sym typeface="Consolas"/>
            </a:endParaRPr>
          </a:p>
        </p:txBody>
      </p:sp>
      <p:sp>
        <p:nvSpPr>
          <p:cNvPr id="484" name="Google Shape;484;p37"/>
          <p:cNvSpPr/>
          <p:nvPr/>
        </p:nvSpPr>
        <p:spPr>
          <a:xfrm>
            <a:off x="1725526" y="2369684"/>
            <a:ext cx="3472639" cy="879691"/>
          </a:xfrm>
          <a:prstGeom prst="flowChartAlternateProcess">
            <a:avLst/>
          </a:prstGeom>
          <a:noFill/>
          <a:ln w="19050" cap="flat" cmpd="sng">
            <a:solidFill>
              <a:srgbClr val="6AA84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485" name="Google Shape;485;p37"/>
          <p:cNvCxnSpPr>
            <a:stCxn id="486" idx="1"/>
            <a:endCxn id="484" idx="3"/>
          </p:cNvCxnSpPr>
          <p:nvPr/>
        </p:nvCxnSpPr>
        <p:spPr>
          <a:xfrm rot="10800000">
            <a:off x="5198211" y="2809566"/>
            <a:ext cx="3424800" cy="36000"/>
          </a:xfrm>
          <a:prstGeom prst="straightConnector1">
            <a:avLst/>
          </a:prstGeom>
          <a:noFill/>
          <a:ln w="19050" cap="flat" cmpd="sng">
            <a:solidFill>
              <a:srgbClr val="6AA84F"/>
            </a:solidFill>
            <a:prstDash val="solid"/>
            <a:round/>
            <a:headEnd type="none" w="sm" len="sm"/>
            <a:tailEnd type="triangle" w="med" len="med"/>
          </a:ln>
        </p:spPr>
      </p:cxnSp>
      <p:sp>
        <p:nvSpPr>
          <p:cNvPr id="486" name="Google Shape;486;p37"/>
          <p:cNvSpPr txBox="1"/>
          <p:nvPr/>
        </p:nvSpPr>
        <p:spPr>
          <a:xfrm>
            <a:off x="8623011" y="2630137"/>
            <a:ext cx="3043598" cy="430857"/>
          </a:xfrm>
          <a:prstGeom prst="rect">
            <a:avLst/>
          </a:prstGeom>
          <a:solidFill>
            <a:srgbClr val="B6D7A8"/>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chemeClr val="dk1"/>
                </a:solidFill>
                <a:latin typeface="Arial"/>
                <a:ea typeface="Arial"/>
                <a:cs typeface="Arial"/>
                <a:sym typeface="Arial"/>
              </a:rPr>
              <a:t>Get all the data from the form</a:t>
            </a:r>
            <a:endParaRPr sz="1600" b="0" i="0" u="none" strike="noStrike" cap="none">
              <a:solidFill>
                <a:srgbClr val="000000"/>
              </a:solidFill>
              <a:latin typeface="Arial"/>
              <a:ea typeface="Arial"/>
              <a:cs typeface="Arial"/>
              <a:sym typeface="Arial"/>
            </a:endParaRPr>
          </a:p>
        </p:txBody>
      </p:sp>
      <p:sp>
        <p:nvSpPr>
          <p:cNvPr id="487" name="Google Shape;487;p37"/>
          <p:cNvSpPr/>
          <p:nvPr/>
        </p:nvSpPr>
        <p:spPr>
          <a:xfrm>
            <a:off x="1725527" y="4040946"/>
            <a:ext cx="1707102" cy="313617"/>
          </a:xfrm>
          <a:prstGeom prst="flowChartAlternateProcess">
            <a:avLst/>
          </a:prstGeom>
          <a:noFill/>
          <a:ln w="19050"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488" name="Google Shape;488;p37"/>
          <p:cNvCxnSpPr>
            <a:stCxn id="489" idx="1"/>
            <a:endCxn id="487" idx="3"/>
          </p:cNvCxnSpPr>
          <p:nvPr/>
        </p:nvCxnSpPr>
        <p:spPr>
          <a:xfrm flipH="1">
            <a:off x="3432582" y="4173725"/>
            <a:ext cx="5102100" cy="24000"/>
          </a:xfrm>
          <a:prstGeom prst="straightConnector1">
            <a:avLst/>
          </a:prstGeom>
          <a:noFill/>
          <a:ln w="19050" cap="flat" cmpd="sng">
            <a:solidFill>
              <a:srgbClr val="0000FF"/>
            </a:solidFill>
            <a:prstDash val="solid"/>
            <a:round/>
            <a:headEnd type="none" w="sm" len="sm"/>
            <a:tailEnd type="triangle" w="med" len="med"/>
          </a:ln>
        </p:spPr>
      </p:cxnSp>
      <p:sp>
        <p:nvSpPr>
          <p:cNvPr id="489" name="Google Shape;489;p37"/>
          <p:cNvSpPr txBox="1"/>
          <p:nvPr/>
        </p:nvSpPr>
        <p:spPr>
          <a:xfrm>
            <a:off x="8534682" y="3712075"/>
            <a:ext cx="3369143" cy="923299"/>
          </a:xfrm>
          <a:prstGeom prst="rect">
            <a:avLst/>
          </a:prstGeom>
          <a:solidFill>
            <a:srgbClr val="9FC5E8"/>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US" sz="1600" b="0" i="0" u="none" strike="noStrike" cap="none">
                <a:solidFill>
                  <a:schemeClr val="dk1"/>
                </a:solidFill>
                <a:latin typeface="Arial"/>
                <a:ea typeface="Arial"/>
                <a:cs typeface="Arial"/>
                <a:sym typeface="Arial"/>
              </a:rPr>
              <a:t>Create a new structure Book to store the inputs</a:t>
            </a:r>
            <a:endParaRPr sz="1600" b="0"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Arial"/>
              <a:ea typeface="Arial"/>
              <a:cs typeface="Arial"/>
              <a:sym typeface="Arial"/>
            </a:endParaRPr>
          </a:p>
        </p:txBody>
      </p:sp>
      <p:sp>
        <p:nvSpPr>
          <p:cNvPr id="490" name="Google Shape;490;p37"/>
          <p:cNvSpPr txBox="1"/>
          <p:nvPr/>
        </p:nvSpPr>
        <p:spPr>
          <a:xfrm>
            <a:off x="3560973" y="6089751"/>
            <a:ext cx="1749000" cy="307800"/>
          </a:xfrm>
          <a:prstGeom prst="rect">
            <a:avLst/>
          </a:prstGeom>
          <a:noFill/>
          <a:ln>
            <a:noFill/>
          </a:ln>
        </p:spPr>
        <p:txBody>
          <a:bodyPr spcFirstLastPara="1" wrap="square" lIns="68575" tIns="68575" rIns="68575" bIns="68575"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sng" strike="noStrike" cap="none">
                <a:solidFill>
                  <a:srgbClr val="000000"/>
                </a:solidFill>
                <a:latin typeface="Consolas"/>
                <a:ea typeface="Consolas"/>
                <a:cs typeface="Consolas"/>
                <a:sym typeface="Consolas"/>
              </a:rPr>
              <a:t>book-controller.js</a:t>
            </a:r>
            <a:endParaRPr sz="1100" b="0" i="0" u="sng" strike="noStrike" cap="none">
              <a:solidFill>
                <a:srgbClr val="000000"/>
              </a:solidFill>
              <a:latin typeface="Consolas"/>
              <a:ea typeface="Consolas"/>
              <a:cs typeface="Consolas"/>
              <a:sym typeface="Consolas"/>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94"/>
        <p:cNvGrpSpPr/>
        <p:nvPr/>
      </p:nvGrpSpPr>
      <p:grpSpPr>
        <a:xfrm>
          <a:off x="0" y="0"/>
          <a:ext cx="0" cy="0"/>
          <a:chOff x="0" y="0"/>
          <a:chExt cx="0" cy="0"/>
        </a:xfrm>
      </p:grpSpPr>
      <p:sp>
        <p:nvSpPr>
          <p:cNvPr id="495" name="Google Shape;495;p38"/>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None/>
            </a:pPr>
            <a:r>
              <a:rPr lang="en-US" sz="2400" b="1" i="0" u="none" strike="noStrike" cap="none">
                <a:solidFill>
                  <a:srgbClr val="11175E"/>
                </a:solidFill>
                <a:latin typeface="Arial"/>
                <a:ea typeface="Arial"/>
                <a:cs typeface="Arial"/>
                <a:sym typeface="Arial"/>
              </a:rPr>
              <a:t>Create a Document (</a:t>
            </a:r>
            <a:r>
              <a:rPr lang="en-US" sz="2400" b="1" i="0" u="none" strike="noStrike" cap="none">
                <a:solidFill>
                  <a:srgbClr val="11175E"/>
                </a:solidFill>
                <a:latin typeface="Consolas"/>
                <a:ea typeface="Consolas"/>
                <a:cs typeface="Consolas"/>
                <a:sym typeface="Consolas"/>
              </a:rPr>
              <a:t>addBook</a:t>
            </a:r>
            <a:r>
              <a:rPr lang="en-US" sz="2400" b="1" i="0" u="none" strike="noStrike" cap="none">
                <a:solidFill>
                  <a:srgbClr val="11175E"/>
                </a:solidFill>
                <a:latin typeface="Arial"/>
                <a:ea typeface="Arial"/>
                <a:cs typeface="Arial"/>
                <a:sym typeface="Arial"/>
              </a:rPr>
              <a:t>)</a:t>
            </a:r>
            <a:endParaRPr sz="2400" b="1" i="0" u="none" strike="noStrike" cap="none">
              <a:solidFill>
                <a:srgbClr val="11175E"/>
              </a:solidFill>
              <a:latin typeface="Arial"/>
              <a:ea typeface="Arial"/>
              <a:cs typeface="Arial"/>
              <a:sym typeface="Arial"/>
            </a:endParaRPr>
          </a:p>
        </p:txBody>
      </p:sp>
      <p:sp>
        <p:nvSpPr>
          <p:cNvPr id="496" name="Google Shape;496;p38"/>
          <p:cNvSpPr txBox="1"/>
          <p:nvPr/>
        </p:nvSpPr>
        <p:spPr>
          <a:xfrm>
            <a:off x="250012" y="1368654"/>
            <a:ext cx="9542195" cy="807618"/>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Arial"/>
                <a:ea typeface="Arial"/>
                <a:cs typeface="Arial"/>
                <a:sym typeface="Arial"/>
              </a:rPr>
              <a:t>Let’s look at the controller function for adding a document.</a:t>
            </a:r>
            <a:endParaRPr sz="1600" b="0" i="0" u="none" strike="noStrike" cap="none">
              <a:solidFill>
                <a:srgbClr val="000000"/>
              </a:solidFill>
              <a:latin typeface="Arial"/>
              <a:ea typeface="Arial"/>
              <a:cs typeface="Arial"/>
              <a:sym typeface="Arial"/>
            </a:endParaRPr>
          </a:p>
        </p:txBody>
      </p:sp>
      <p:sp>
        <p:nvSpPr>
          <p:cNvPr id="497" name="Google Shape;497;p38"/>
          <p:cNvSpPr txBox="1"/>
          <p:nvPr/>
        </p:nvSpPr>
        <p:spPr>
          <a:xfrm>
            <a:off x="350650" y="2072225"/>
            <a:ext cx="7958100" cy="3591000"/>
          </a:xfrm>
          <a:prstGeom prst="rect">
            <a:avLst/>
          </a:prstGeom>
          <a:noFill/>
          <a:ln w="9525" cap="flat" cmpd="sng">
            <a:solidFill>
              <a:schemeClr val="accent1"/>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dirty="0">
                <a:solidFill>
                  <a:srgbClr val="000000"/>
                </a:solidFill>
                <a:latin typeface="Consolas"/>
                <a:ea typeface="Consolas"/>
                <a:cs typeface="Consolas"/>
                <a:sym typeface="Consolas"/>
              </a:rPr>
              <a:t>try {</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dirty="0">
                <a:solidFill>
                  <a:srgbClr val="000000"/>
                </a:solidFill>
                <a:latin typeface="Consolas"/>
                <a:ea typeface="Consolas"/>
                <a:cs typeface="Consolas"/>
                <a:sym typeface="Consolas"/>
              </a:rPr>
              <a:t>    let msg="";</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dirty="0">
                <a:solidFill>
                  <a:srgbClr val="000000"/>
                </a:solidFill>
                <a:latin typeface="Consolas"/>
                <a:ea typeface="Consolas"/>
                <a:cs typeface="Consolas"/>
                <a:sym typeface="Consolas"/>
              </a:rPr>
              <a:t>    let result= await </a:t>
            </a:r>
            <a:r>
              <a:rPr lang="en-US" sz="1400" b="0" i="0" u="none" strike="noStrike" cap="none" dirty="0" err="1">
                <a:solidFill>
                  <a:srgbClr val="000000"/>
                </a:solidFill>
                <a:latin typeface="Consolas"/>
                <a:ea typeface="Consolas"/>
                <a:cs typeface="Consolas"/>
                <a:sym typeface="Consolas"/>
              </a:rPr>
              <a:t>Book.addBook</a:t>
            </a:r>
            <a:r>
              <a:rPr lang="en-US" sz="1400" b="0" i="0" u="none" strike="noStrike" cap="none" dirty="0">
                <a:solidFill>
                  <a:srgbClr val="000000"/>
                </a:solidFill>
                <a:latin typeface="Consolas"/>
                <a:ea typeface="Consolas"/>
                <a:cs typeface="Consolas"/>
                <a:sym typeface="Consolas"/>
              </a:rPr>
              <a:t>(</a:t>
            </a:r>
            <a:r>
              <a:rPr lang="en-US" sz="1400" b="0" i="0" u="none" strike="noStrike" cap="none" dirty="0" err="1">
                <a:solidFill>
                  <a:srgbClr val="000000"/>
                </a:solidFill>
                <a:latin typeface="Consolas"/>
                <a:ea typeface="Consolas"/>
                <a:cs typeface="Consolas"/>
                <a:sym typeface="Consolas"/>
              </a:rPr>
              <a:t>newBook</a:t>
            </a:r>
            <a:r>
              <a:rPr lang="en-US" sz="1400" b="0" i="0" u="none" strike="noStrike" cap="none" dirty="0">
                <a:solidFill>
                  <a:srgbClr val="000000"/>
                </a:solidFill>
                <a:latin typeface="Consolas"/>
                <a:ea typeface="Consolas"/>
                <a:cs typeface="Consolas"/>
                <a:sym typeface="Consolas"/>
              </a:rPr>
              <a:t>); // create new book  </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dirty="0">
                <a:solidFill>
                  <a:srgbClr val="000000"/>
                </a:solidFill>
                <a:latin typeface="Consolas"/>
                <a:ea typeface="Consolas"/>
                <a:cs typeface="Consolas"/>
                <a:sym typeface="Consolas"/>
              </a:rPr>
              <a:t>    </a:t>
            </a:r>
            <a:r>
              <a:rPr lang="en-US" sz="1400" b="0" i="0" u="none" strike="noStrike" cap="none" dirty="0" err="1">
                <a:solidFill>
                  <a:srgbClr val="000000"/>
                </a:solidFill>
                <a:latin typeface="Consolas"/>
                <a:ea typeface="Consolas"/>
                <a:cs typeface="Consolas"/>
                <a:sym typeface="Consolas"/>
              </a:rPr>
              <a:t>console.log</a:t>
            </a:r>
            <a:r>
              <a:rPr lang="en-US" sz="1400" b="0" i="0" u="none" strike="noStrike" cap="none" dirty="0">
                <a:solidFill>
                  <a:srgbClr val="000000"/>
                </a:solidFill>
                <a:latin typeface="Consolas"/>
                <a:ea typeface="Consolas"/>
                <a:cs typeface="Consolas"/>
                <a:sym typeface="Consolas"/>
              </a:rPr>
              <a:t>("</a:t>
            </a:r>
            <a:r>
              <a:rPr lang="en-US" sz="1400" b="0" i="0" u="none" strike="noStrike" cap="none" dirty="0" err="1">
                <a:solidFill>
                  <a:srgbClr val="000000"/>
                </a:solidFill>
                <a:latin typeface="Consolas"/>
                <a:ea typeface="Consolas"/>
                <a:cs typeface="Consolas"/>
                <a:sym typeface="Consolas"/>
              </a:rPr>
              <a:t>mylog</a:t>
            </a:r>
            <a:r>
              <a:rPr lang="en-US" sz="1400" b="0" i="0" u="none" strike="noStrike" cap="none" dirty="0">
                <a:solidFill>
                  <a:srgbClr val="000000"/>
                </a:solidFill>
                <a:latin typeface="Consolas"/>
                <a:ea typeface="Consolas"/>
                <a:cs typeface="Consolas"/>
                <a:sym typeface="Consolas"/>
              </a:rPr>
              <a:t>:" +result);</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dirty="0">
                <a:solidFill>
                  <a:srgbClr val="000000"/>
                </a:solidFill>
                <a:latin typeface="Consolas"/>
                <a:ea typeface="Consolas"/>
                <a:cs typeface="Consolas"/>
                <a:sym typeface="Consolas"/>
              </a:rPr>
              <a:t>     </a:t>
            </a:r>
            <a:r>
              <a:rPr lang="en-US" sz="1400" b="0" i="0" u="none" strike="noStrike" cap="none" dirty="0" err="1">
                <a:solidFill>
                  <a:srgbClr val="000000"/>
                </a:solidFill>
                <a:latin typeface="Consolas"/>
                <a:ea typeface="Consolas"/>
                <a:cs typeface="Consolas"/>
                <a:sym typeface="Consolas"/>
              </a:rPr>
              <a:t>res.render</a:t>
            </a:r>
            <a:r>
              <a:rPr lang="en-US" sz="1400" b="0" i="0" u="none" strike="noStrike" cap="none" dirty="0">
                <a:solidFill>
                  <a:srgbClr val="000000"/>
                </a:solidFill>
                <a:latin typeface="Consolas"/>
                <a:ea typeface="Consolas"/>
                <a:cs typeface="Consolas"/>
                <a:sym typeface="Consolas"/>
              </a:rPr>
              <a:t>("add-book", {</a:t>
            </a:r>
            <a:r>
              <a:rPr lang="en-US" sz="1400" b="0" i="0" u="none" strike="noStrike" cap="none" dirty="0" err="1">
                <a:solidFill>
                  <a:srgbClr val="000000"/>
                </a:solidFill>
                <a:latin typeface="Consolas"/>
                <a:ea typeface="Consolas"/>
                <a:cs typeface="Consolas"/>
                <a:sym typeface="Consolas"/>
              </a:rPr>
              <a:t>result:result</a:t>
            </a:r>
            <a:r>
              <a:rPr lang="en-US" sz="1400" b="0" i="0" u="none" strike="noStrike" cap="none" dirty="0">
                <a:solidFill>
                  <a:srgbClr val="000000"/>
                </a:solidFill>
                <a:latin typeface="Consolas"/>
                <a:ea typeface="Consolas"/>
                <a:cs typeface="Consolas"/>
                <a:sym typeface="Consolas"/>
              </a:rPr>
              <a:t> ||null, msg}); </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br>
              <a:rPr lang="en-US" sz="1400" b="0" i="0" u="none" strike="noStrike" cap="none" dirty="0">
                <a:solidFill>
                  <a:srgbClr val="000000"/>
                </a:solidFill>
                <a:latin typeface="Consolas"/>
                <a:ea typeface="Consolas"/>
                <a:cs typeface="Consolas"/>
                <a:sym typeface="Consolas"/>
              </a:rPr>
            </a:br>
            <a:r>
              <a:rPr lang="en-US" sz="1400" b="0" i="0" u="none" strike="noStrike" cap="none" dirty="0">
                <a:solidFill>
                  <a:srgbClr val="000000"/>
                </a:solidFill>
                <a:latin typeface="Consolas"/>
                <a:ea typeface="Consolas"/>
                <a:cs typeface="Consolas"/>
                <a:sym typeface="Consolas"/>
              </a:rPr>
              <a:t>  } catch (error) {</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dirty="0">
                <a:solidFill>
                  <a:srgbClr val="000000"/>
                </a:solidFill>
                <a:latin typeface="Consolas"/>
                <a:ea typeface="Consolas"/>
                <a:cs typeface="Consolas"/>
                <a:sym typeface="Consolas"/>
              </a:rPr>
              <a:t>    </a:t>
            </a:r>
            <a:r>
              <a:rPr lang="en-US" sz="1400" b="0" i="0" u="none" strike="noStrike" cap="none" dirty="0" err="1">
                <a:solidFill>
                  <a:srgbClr val="000000"/>
                </a:solidFill>
                <a:latin typeface="Consolas"/>
                <a:ea typeface="Consolas"/>
                <a:cs typeface="Consolas"/>
                <a:sym typeface="Consolas"/>
              </a:rPr>
              <a:t>console.error</a:t>
            </a:r>
            <a:r>
              <a:rPr lang="en-US" sz="1400" b="0" i="0" u="none" strike="noStrike" cap="none" dirty="0">
                <a:solidFill>
                  <a:srgbClr val="000000"/>
                </a:solidFill>
                <a:latin typeface="Consolas"/>
                <a:ea typeface="Consolas"/>
                <a:cs typeface="Consolas"/>
                <a:sym typeface="Consolas"/>
              </a:rPr>
              <a:t>(error);</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dirty="0">
                <a:solidFill>
                  <a:srgbClr val="000000"/>
                </a:solidFill>
                <a:latin typeface="Consolas"/>
                <a:ea typeface="Consolas"/>
                <a:cs typeface="Consolas"/>
                <a:sym typeface="Consolas"/>
              </a:rPr>
              <a:t>    let result="fail";</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dirty="0">
                <a:solidFill>
                  <a:srgbClr val="000000"/>
                </a:solidFill>
                <a:latin typeface="Consolas"/>
                <a:ea typeface="Consolas"/>
                <a:cs typeface="Consolas"/>
                <a:sym typeface="Consolas"/>
              </a:rPr>
              <a:t>    let msg=""; </a:t>
            </a:r>
            <a:br>
              <a:rPr lang="en-US" sz="1400" b="0" i="0" u="none" strike="noStrike" cap="none" dirty="0">
                <a:solidFill>
                  <a:srgbClr val="000000"/>
                </a:solidFill>
                <a:latin typeface="Consolas"/>
                <a:ea typeface="Consolas"/>
                <a:cs typeface="Consolas"/>
                <a:sym typeface="Consolas"/>
              </a:rPr>
            </a:br>
            <a:r>
              <a:rPr lang="en-US" sz="1400" b="0" i="0" u="none" strike="noStrike" cap="none" dirty="0">
                <a:solidFill>
                  <a:srgbClr val="000000"/>
                </a:solidFill>
                <a:latin typeface="Consolas"/>
                <a:ea typeface="Consolas"/>
                <a:cs typeface="Consolas"/>
                <a:sym typeface="Consolas"/>
              </a:rPr>
              <a:t>    // added as result will not be returned when the operation is not       </a:t>
            </a:r>
            <a:endParaRPr sz="1400" b="0" i="0" u="none" strike="noStrike" cap="none" dirty="0">
              <a:solidFill>
                <a:srgbClr val="000000"/>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dirty="0">
                <a:solidFill>
                  <a:srgbClr val="000000"/>
                </a:solidFill>
                <a:latin typeface="Consolas"/>
                <a:ea typeface="Consolas"/>
                <a:cs typeface="Consolas"/>
                <a:sym typeface="Consolas"/>
              </a:rPr>
              <a:t>    // successful</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dirty="0">
                <a:solidFill>
                  <a:srgbClr val="000000"/>
                </a:solidFill>
                <a:latin typeface="Consolas"/>
                <a:ea typeface="Consolas"/>
                <a:cs typeface="Consolas"/>
                <a:sym typeface="Consolas"/>
              </a:rPr>
              <a:t>    </a:t>
            </a:r>
            <a:r>
              <a:rPr lang="en-US" sz="1400" b="0" i="0" u="none" strike="noStrike" cap="none" dirty="0" err="1">
                <a:solidFill>
                  <a:srgbClr val="000000"/>
                </a:solidFill>
                <a:latin typeface="Consolas"/>
                <a:ea typeface="Consolas"/>
                <a:cs typeface="Consolas"/>
                <a:sym typeface="Consolas"/>
              </a:rPr>
              <a:t>res.render</a:t>
            </a:r>
            <a:r>
              <a:rPr lang="en-US" sz="1400" b="0" i="0" u="none" strike="noStrike" cap="none" dirty="0">
                <a:solidFill>
                  <a:srgbClr val="000000"/>
                </a:solidFill>
                <a:latin typeface="Consolas"/>
                <a:ea typeface="Consolas"/>
                <a:cs typeface="Consolas"/>
                <a:sym typeface="Consolas"/>
              </a:rPr>
              <a:t>("add-book", {</a:t>
            </a:r>
            <a:r>
              <a:rPr lang="en-US" sz="1400" b="0" i="0" u="none" strike="noStrike" cap="none" dirty="0" err="1">
                <a:solidFill>
                  <a:srgbClr val="000000"/>
                </a:solidFill>
                <a:latin typeface="Consolas"/>
                <a:ea typeface="Consolas"/>
                <a:cs typeface="Consolas"/>
                <a:sym typeface="Consolas"/>
              </a:rPr>
              <a:t>result,msg</a:t>
            </a:r>
            <a:r>
              <a:rPr lang="en-US" sz="1400" b="0" i="0" u="none" strike="noStrike" cap="none" dirty="0">
                <a:solidFill>
                  <a:srgbClr val="000000"/>
                </a:solidFill>
                <a:latin typeface="Consolas"/>
                <a:ea typeface="Consolas"/>
                <a:cs typeface="Consolas"/>
                <a:sym typeface="Consolas"/>
              </a:rPr>
              <a:t>}); </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dirty="0">
                <a:solidFill>
                  <a:srgbClr val="000000"/>
                </a:solidFill>
                <a:latin typeface="Consolas"/>
                <a:ea typeface="Consolas"/>
                <a:cs typeface="Consolas"/>
                <a:sym typeface="Consolas"/>
              </a:rPr>
              <a:t>  }</a:t>
            </a:r>
            <a:endParaRPr sz="1400" b="0" i="0" u="none" strike="noStrike" cap="none" dirty="0">
              <a:solidFill>
                <a:srgbClr val="000000"/>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400"/>
              <a:buFont typeface="Arial"/>
              <a:buNone/>
            </a:pPr>
            <a:r>
              <a:rPr lang="en-US" dirty="0">
                <a:latin typeface="Consolas"/>
                <a:ea typeface="Consolas"/>
                <a:cs typeface="Consolas"/>
                <a:sym typeface="Consolas"/>
              </a:rPr>
              <a:t>}</a:t>
            </a:r>
            <a:endParaRPr dirty="0">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dirty="0">
              <a:solidFill>
                <a:schemeClr val="dk1"/>
              </a:solidFill>
              <a:latin typeface="Consolas"/>
              <a:ea typeface="Consolas"/>
              <a:cs typeface="Consolas"/>
              <a:sym typeface="Consolas"/>
            </a:endParaRPr>
          </a:p>
        </p:txBody>
      </p:sp>
      <p:sp>
        <p:nvSpPr>
          <p:cNvPr id="498" name="Google Shape;498;p38"/>
          <p:cNvSpPr/>
          <p:nvPr/>
        </p:nvSpPr>
        <p:spPr>
          <a:xfrm>
            <a:off x="2563019" y="2550162"/>
            <a:ext cx="2117838" cy="272483"/>
          </a:xfrm>
          <a:prstGeom prst="flowChartAlternateProcess">
            <a:avLst/>
          </a:prstGeom>
          <a:noFill/>
          <a:ln w="19050" cap="flat" cmpd="sng">
            <a:solidFill>
              <a:srgbClr val="6AA84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499" name="Google Shape;499;p38"/>
          <p:cNvCxnSpPr>
            <a:stCxn id="500" idx="1"/>
            <a:endCxn id="498" idx="3"/>
          </p:cNvCxnSpPr>
          <p:nvPr/>
        </p:nvCxnSpPr>
        <p:spPr>
          <a:xfrm flipH="1">
            <a:off x="4680997" y="2601665"/>
            <a:ext cx="3779700" cy="84600"/>
          </a:xfrm>
          <a:prstGeom prst="straightConnector1">
            <a:avLst/>
          </a:prstGeom>
          <a:noFill/>
          <a:ln w="19050" cap="flat" cmpd="sng">
            <a:solidFill>
              <a:srgbClr val="6AA84F"/>
            </a:solidFill>
            <a:prstDash val="solid"/>
            <a:round/>
            <a:headEnd type="none" w="sm" len="sm"/>
            <a:tailEnd type="triangle" w="med" len="med"/>
          </a:ln>
        </p:spPr>
      </p:cxnSp>
      <p:sp>
        <p:nvSpPr>
          <p:cNvPr id="500" name="Google Shape;500;p38"/>
          <p:cNvSpPr txBox="1"/>
          <p:nvPr/>
        </p:nvSpPr>
        <p:spPr>
          <a:xfrm>
            <a:off x="8460697" y="2263126"/>
            <a:ext cx="3369142" cy="677078"/>
          </a:xfrm>
          <a:prstGeom prst="rect">
            <a:avLst/>
          </a:prstGeom>
          <a:solidFill>
            <a:srgbClr val="B6D7A8"/>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chemeClr val="dk1"/>
                </a:solidFill>
                <a:latin typeface="Arial"/>
                <a:ea typeface="Arial"/>
                <a:cs typeface="Arial"/>
                <a:sym typeface="Arial"/>
              </a:rPr>
              <a:t>Creates a new document with the </a:t>
            </a:r>
            <a:r>
              <a:rPr lang="en-US" sz="1600" b="1" i="0" u="none" strike="noStrike" cap="none">
                <a:solidFill>
                  <a:schemeClr val="dk1"/>
                </a:solidFill>
                <a:latin typeface="Consolas"/>
                <a:ea typeface="Consolas"/>
                <a:cs typeface="Consolas"/>
                <a:sym typeface="Consolas"/>
              </a:rPr>
              <a:t>newBook</a:t>
            </a:r>
            <a:r>
              <a:rPr lang="en-US" sz="1600" b="0" i="0" u="none" strike="noStrike" cap="none">
                <a:solidFill>
                  <a:schemeClr val="dk1"/>
                </a:solidFill>
                <a:latin typeface="Arial"/>
                <a:ea typeface="Arial"/>
                <a:cs typeface="Arial"/>
                <a:sym typeface="Arial"/>
              </a:rPr>
              <a:t> structure</a:t>
            </a:r>
            <a:endParaRPr sz="1600" b="0" i="0" u="none" strike="noStrike" cap="none">
              <a:solidFill>
                <a:srgbClr val="000000"/>
              </a:solidFill>
              <a:latin typeface="Arial"/>
              <a:ea typeface="Arial"/>
              <a:cs typeface="Arial"/>
              <a:sym typeface="Arial"/>
            </a:endParaRPr>
          </a:p>
        </p:txBody>
      </p:sp>
      <p:sp>
        <p:nvSpPr>
          <p:cNvPr id="501" name="Google Shape;501;p38"/>
          <p:cNvSpPr/>
          <p:nvPr/>
        </p:nvSpPr>
        <p:spPr>
          <a:xfrm>
            <a:off x="799873" y="3196535"/>
            <a:ext cx="5361441" cy="301899"/>
          </a:xfrm>
          <a:prstGeom prst="flowChartAlternateProcess">
            <a:avLst/>
          </a:prstGeom>
          <a:noFill/>
          <a:ln w="19050"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502" name="Google Shape;502;p38"/>
          <p:cNvCxnSpPr>
            <a:stCxn id="503" idx="1"/>
            <a:endCxn id="501" idx="3"/>
          </p:cNvCxnSpPr>
          <p:nvPr/>
        </p:nvCxnSpPr>
        <p:spPr>
          <a:xfrm flipH="1">
            <a:off x="6161196" y="3307458"/>
            <a:ext cx="2299500" cy="39900"/>
          </a:xfrm>
          <a:prstGeom prst="straightConnector1">
            <a:avLst/>
          </a:prstGeom>
          <a:noFill/>
          <a:ln w="19050" cap="flat" cmpd="sng">
            <a:solidFill>
              <a:srgbClr val="0000FF"/>
            </a:solidFill>
            <a:prstDash val="solid"/>
            <a:round/>
            <a:headEnd type="none" w="sm" len="sm"/>
            <a:tailEnd type="triangle" w="med" len="med"/>
          </a:ln>
        </p:spPr>
      </p:cxnSp>
      <p:sp>
        <p:nvSpPr>
          <p:cNvPr id="503" name="Google Shape;503;p38"/>
          <p:cNvSpPr txBox="1"/>
          <p:nvPr/>
        </p:nvSpPr>
        <p:spPr>
          <a:xfrm>
            <a:off x="8460696" y="2968919"/>
            <a:ext cx="3369143" cy="677078"/>
          </a:xfrm>
          <a:prstGeom prst="rect">
            <a:avLst/>
          </a:prstGeom>
          <a:solidFill>
            <a:srgbClr val="9FC5E8"/>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US" sz="1600" b="0" i="0" u="none" strike="noStrike" cap="none">
                <a:solidFill>
                  <a:schemeClr val="dk1"/>
                </a:solidFill>
                <a:latin typeface="Arial"/>
                <a:ea typeface="Arial"/>
                <a:cs typeface="Arial"/>
                <a:sym typeface="Arial"/>
              </a:rPr>
              <a:t>Renders the form with the book result</a:t>
            </a:r>
            <a:endParaRPr sz="1600" b="0" i="0" u="none" strike="noStrike" cap="none">
              <a:solidFill>
                <a:schemeClr val="dk1"/>
              </a:solidFill>
              <a:latin typeface="Arial"/>
              <a:ea typeface="Arial"/>
              <a:cs typeface="Arial"/>
              <a:sym typeface="Arial"/>
            </a:endParaRPr>
          </a:p>
        </p:txBody>
      </p:sp>
      <p:sp>
        <p:nvSpPr>
          <p:cNvPr id="504" name="Google Shape;504;p38"/>
          <p:cNvSpPr/>
          <p:nvPr/>
        </p:nvSpPr>
        <p:spPr>
          <a:xfrm>
            <a:off x="799873" y="4066671"/>
            <a:ext cx="1878013" cy="240153"/>
          </a:xfrm>
          <a:prstGeom prst="flowChartAlternateProcess">
            <a:avLst/>
          </a:prstGeom>
          <a:noFill/>
          <a:ln w="1905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505" name="Google Shape;505;p38"/>
          <p:cNvCxnSpPr>
            <a:stCxn id="506" idx="1"/>
            <a:endCxn id="504" idx="3"/>
          </p:cNvCxnSpPr>
          <p:nvPr/>
        </p:nvCxnSpPr>
        <p:spPr>
          <a:xfrm rot="10800000">
            <a:off x="2677896" y="4186748"/>
            <a:ext cx="5782800" cy="0"/>
          </a:xfrm>
          <a:prstGeom prst="straightConnector1">
            <a:avLst/>
          </a:prstGeom>
          <a:noFill/>
          <a:ln w="19050" cap="flat" cmpd="sng">
            <a:solidFill>
              <a:srgbClr val="FF9900"/>
            </a:solidFill>
            <a:prstDash val="solid"/>
            <a:round/>
            <a:headEnd type="none" w="sm" len="sm"/>
            <a:tailEnd type="triangle" w="med" len="med"/>
          </a:ln>
        </p:spPr>
      </p:cxnSp>
      <p:sp>
        <p:nvSpPr>
          <p:cNvPr id="506" name="Google Shape;506;p38"/>
          <p:cNvSpPr txBox="1"/>
          <p:nvPr/>
        </p:nvSpPr>
        <p:spPr>
          <a:xfrm>
            <a:off x="8460696" y="3725098"/>
            <a:ext cx="3369142" cy="923299"/>
          </a:xfrm>
          <a:prstGeom prst="rect">
            <a:avLst/>
          </a:prstGeom>
          <a:solidFill>
            <a:srgbClr val="F9CB9C"/>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Renders the form with a fail result so we can use the fail condition to display a message. </a:t>
            </a:r>
            <a:endParaRPr sz="1600" b="0" i="0" u="none" strike="noStrike" cap="none">
              <a:solidFill>
                <a:srgbClr val="000000"/>
              </a:solidFill>
              <a:latin typeface="Arial"/>
              <a:ea typeface="Arial"/>
              <a:cs typeface="Arial"/>
              <a:sym typeface="Arial"/>
            </a:endParaRPr>
          </a:p>
        </p:txBody>
      </p:sp>
      <p:sp>
        <p:nvSpPr>
          <p:cNvPr id="507" name="Google Shape;507;p38"/>
          <p:cNvSpPr txBox="1"/>
          <p:nvPr/>
        </p:nvSpPr>
        <p:spPr>
          <a:xfrm>
            <a:off x="3277453" y="5801447"/>
            <a:ext cx="1749000" cy="307800"/>
          </a:xfrm>
          <a:prstGeom prst="rect">
            <a:avLst/>
          </a:prstGeom>
          <a:noFill/>
          <a:ln>
            <a:noFill/>
          </a:ln>
        </p:spPr>
        <p:txBody>
          <a:bodyPr spcFirstLastPara="1" wrap="square" lIns="68575" tIns="68575" rIns="68575" bIns="68575"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sng" strike="noStrike" cap="none">
                <a:solidFill>
                  <a:srgbClr val="000000"/>
                </a:solidFill>
                <a:latin typeface="Consolas"/>
                <a:ea typeface="Consolas"/>
                <a:cs typeface="Consolas"/>
                <a:sym typeface="Consolas"/>
              </a:rPr>
              <a:t>book-controller.js</a:t>
            </a:r>
            <a:endParaRPr sz="1100" b="0" i="0" u="sng" strike="noStrike" cap="none">
              <a:solidFill>
                <a:srgbClr val="000000"/>
              </a:solidFill>
              <a:latin typeface="Consolas"/>
              <a:ea typeface="Consolas"/>
              <a:cs typeface="Consolas"/>
              <a:sym typeface="Consolas"/>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511"/>
        <p:cNvGrpSpPr/>
        <p:nvPr/>
      </p:nvGrpSpPr>
      <p:grpSpPr>
        <a:xfrm>
          <a:off x="0" y="0"/>
          <a:ext cx="0" cy="0"/>
          <a:chOff x="0" y="0"/>
          <a:chExt cx="0" cy="0"/>
        </a:xfrm>
      </p:grpSpPr>
      <p:sp>
        <p:nvSpPr>
          <p:cNvPr id="512" name="Google Shape;512;p39"/>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Clr>
                <a:srgbClr val="000000"/>
              </a:buClr>
              <a:buSzPts val="2400"/>
              <a:buFont typeface="Arial"/>
              <a:buNone/>
            </a:pPr>
            <a:r>
              <a:rPr lang="en-US" sz="2400" b="1" i="0" u="none" strike="noStrike" cap="none">
                <a:solidFill>
                  <a:srgbClr val="11175E"/>
                </a:solidFill>
                <a:latin typeface="Arial"/>
                <a:ea typeface="Arial"/>
                <a:cs typeface="Arial"/>
                <a:sym typeface="Arial"/>
              </a:rPr>
              <a:t>Exercise 2: </a:t>
            </a:r>
            <a:r>
              <a:rPr lang="en-US" sz="2400" b="1" i="0" u="none" strike="noStrike" cap="none">
                <a:solidFill>
                  <a:srgbClr val="11175E"/>
                </a:solidFill>
                <a:latin typeface="Consolas"/>
                <a:ea typeface="Consolas"/>
                <a:cs typeface="Consolas"/>
                <a:sym typeface="Consolas"/>
              </a:rPr>
              <a:t>create()</a:t>
            </a:r>
            <a:endParaRPr sz="2400" b="1" i="0" u="none" strike="noStrike" cap="none">
              <a:solidFill>
                <a:srgbClr val="11175E"/>
              </a:solidFill>
              <a:latin typeface="Consolas"/>
              <a:ea typeface="Consolas"/>
              <a:cs typeface="Consolas"/>
              <a:sym typeface="Consolas"/>
            </a:endParaRPr>
          </a:p>
        </p:txBody>
      </p:sp>
      <p:sp>
        <p:nvSpPr>
          <p:cNvPr id="513" name="Google Shape;513;p39"/>
          <p:cNvSpPr txBox="1"/>
          <p:nvPr/>
        </p:nvSpPr>
        <p:spPr>
          <a:xfrm>
            <a:off x="2244227" y="-106022"/>
            <a:ext cx="10987964" cy="1036218"/>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br>
              <a:rPr lang="en-US" sz="1800" b="0" i="0" u="none" strike="noStrike" cap="none">
                <a:solidFill>
                  <a:schemeClr val="dk1"/>
                </a:solidFill>
                <a:latin typeface="Arial"/>
                <a:ea typeface="Arial"/>
                <a:cs typeface="Arial"/>
                <a:sym typeface="Arial"/>
              </a:rPr>
            </a:br>
            <a:endParaRPr sz="1800" b="0" i="0" u="none" strike="noStrike" cap="none">
              <a:solidFill>
                <a:schemeClr val="dk1"/>
              </a:solidFill>
              <a:latin typeface="Arial"/>
              <a:ea typeface="Arial"/>
              <a:cs typeface="Arial"/>
              <a:sym typeface="Arial"/>
            </a:endParaRPr>
          </a:p>
        </p:txBody>
      </p:sp>
      <p:grpSp>
        <p:nvGrpSpPr>
          <p:cNvPr id="514" name="Google Shape;514;p39"/>
          <p:cNvGrpSpPr/>
          <p:nvPr/>
        </p:nvGrpSpPr>
        <p:grpSpPr>
          <a:xfrm>
            <a:off x="813816" y="2696113"/>
            <a:ext cx="10752108" cy="3969382"/>
            <a:chOff x="813816" y="2659537"/>
            <a:chExt cx="10752108" cy="3969382"/>
          </a:xfrm>
        </p:grpSpPr>
        <p:sp>
          <p:nvSpPr>
            <p:cNvPr id="515" name="Google Shape;515;p39"/>
            <p:cNvSpPr txBox="1"/>
            <p:nvPr/>
          </p:nvSpPr>
          <p:spPr>
            <a:xfrm>
              <a:off x="2244227" y="2659537"/>
              <a:ext cx="1588599"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000000"/>
                  </a:solidFill>
                  <a:latin typeface="Arial"/>
                  <a:ea typeface="Arial"/>
                  <a:cs typeface="Arial"/>
                  <a:sym typeface="Arial"/>
                </a:rPr>
                <a:t>Condition 1</a:t>
              </a:r>
              <a:endParaRPr sz="2000" b="1" i="0" u="none" strike="noStrike" cap="none">
                <a:solidFill>
                  <a:srgbClr val="000000"/>
                </a:solidFill>
                <a:latin typeface="Arial"/>
                <a:ea typeface="Arial"/>
                <a:cs typeface="Arial"/>
                <a:sym typeface="Arial"/>
              </a:endParaRPr>
            </a:p>
          </p:txBody>
        </p:sp>
        <p:sp>
          <p:nvSpPr>
            <p:cNvPr id="516" name="Google Shape;516;p39"/>
            <p:cNvSpPr/>
            <p:nvPr/>
          </p:nvSpPr>
          <p:spPr>
            <a:xfrm>
              <a:off x="813816" y="2976359"/>
              <a:ext cx="4490046" cy="2948953"/>
            </a:xfrm>
            <a:prstGeom prst="rect">
              <a:avLst/>
            </a:prstGeom>
            <a:no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17" name="Google Shape;517;p39"/>
            <p:cNvSpPr txBox="1"/>
            <p:nvPr/>
          </p:nvSpPr>
          <p:spPr>
            <a:xfrm>
              <a:off x="813816" y="6044184"/>
              <a:ext cx="4599432" cy="58473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When user fills in every field in the form and clicks </a:t>
              </a:r>
              <a:r>
                <a:rPr lang="en-US" sz="1600" b="1" i="0" u="none" strike="noStrike" cap="none">
                  <a:solidFill>
                    <a:srgbClr val="000000"/>
                  </a:solidFill>
                  <a:latin typeface="Arial"/>
                  <a:ea typeface="Arial"/>
                  <a:cs typeface="Arial"/>
                  <a:sym typeface="Arial"/>
                </a:rPr>
                <a:t>Add Book</a:t>
              </a:r>
              <a:r>
                <a:rPr lang="en-US" sz="1600" b="0" i="0" u="none" strike="noStrike" cap="none">
                  <a:solidFill>
                    <a:srgbClr val="000000"/>
                  </a:solidFill>
                  <a:latin typeface="Arial"/>
                  <a:ea typeface="Arial"/>
                  <a:cs typeface="Arial"/>
                  <a:sym typeface="Arial"/>
                </a:rPr>
                <a:t>.</a:t>
              </a:r>
              <a:endParaRPr sz="1600" b="0" i="0" u="none" strike="noStrike" cap="none">
                <a:solidFill>
                  <a:srgbClr val="000000"/>
                </a:solidFill>
                <a:latin typeface="Arial"/>
                <a:ea typeface="Arial"/>
                <a:cs typeface="Arial"/>
                <a:sym typeface="Arial"/>
              </a:endParaRPr>
            </a:p>
          </p:txBody>
        </p:sp>
        <p:sp>
          <p:nvSpPr>
            <p:cNvPr id="518" name="Google Shape;518;p39"/>
            <p:cNvSpPr/>
            <p:nvPr/>
          </p:nvSpPr>
          <p:spPr>
            <a:xfrm>
              <a:off x="6549664" y="2978851"/>
              <a:ext cx="4002512" cy="2948953"/>
            </a:xfrm>
            <a:prstGeom prst="rect">
              <a:avLst/>
            </a:prstGeom>
            <a:no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19" name="Google Shape;519;p39"/>
            <p:cNvSpPr/>
            <p:nvPr/>
          </p:nvSpPr>
          <p:spPr>
            <a:xfrm rot="-5400000">
              <a:off x="5605136" y="3920187"/>
              <a:ext cx="679829" cy="489809"/>
            </a:xfrm>
            <a:prstGeom prst="downArrow">
              <a:avLst>
                <a:gd name="adj1" fmla="val 50000"/>
                <a:gd name="adj2" fmla="val 50000"/>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20" name="Google Shape;520;p39"/>
            <p:cNvSpPr txBox="1"/>
            <p:nvPr/>
          </p:nvSpPr>
          <p:spPr>
            <a:xfrm>
              <a:off x="6189955" y="6019244"/>
              <a:ext cx="5375969" cy="58473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Message “Book has been added successfully” will be displayed and show the details of the book being added. </a:t>
              </a:r>
              <a:endParaRPr sz="1600" b="0" i="0" u="none" strike="noStrike" cap="none">
                <a:solidFill>
                  <a:srgbClr val="000000"/>
                </a:solidFill>
                <a:latin typeface="Arial"/>
                <a:ea typeface="Arial"/>
                <a:cs typeface="Arial"/>
                <a:sym typeface="Arial"/>
              </a:endParaRPr>
            </a:p>
          </p:txBody>
        </p:sp>
        <p:pic>
          <p:nvPicPr>
            <p:cNvPr id="521" name="Google Shape;521;p39"/>
            <p:cNvPicPr preferRelativeResize="0"/>
            <p:nvPr/>
          </p:nvPicPr>
          <p:blipFill rotWithShape="1">
            <a:blip r:embed="rId3">
              <a:alphaModFix/>
            </a:blip>
            <a:srcRect/>
            <a:stretch/>
          </p:blipFill>
          <p:spPr>
            <a:xfrm>
              <a:off x="6739060" y="4757891"/>
              <a:ext cx="2039158" cy="1105905"/>
            </a:xfrm>
            <a:prstGeom prst="rect">
              <a:avLst/>
            </a:prstGeom>
            <a:noFill/>
            <a:ln>
              <a:noFill/>
            </a:ln>
          </p:spPr>
        </p:pic>
        <p:sp>
          <p:nvSpPr>
            <p:cNvPr id="522" name="Google Shape;522;p39"/>
            <p:cNvSpPr txBox="1"/>
            <p:nvPr/>
          </p:nvSpPr>
          <p:spPr>
            <a:xfrm>
              <a:off x="7430973" y="2674232"/>
              <a:ext cx="2349622"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000000"/>
                  </a:solidFill>
                  <a:latin typeface="Arial"/>
                  <a:ea typeface="Arial"/>
                  <a:cs typeface="Arial"/>
                  <a:sym typeface="Arial"/>
                </a:rPr>
                <a:t>Expected Output</a:t>
              </a:r>
              <a:endParaRPr sz="2000" b="1" i="0" u="none" strike="noStrike" cap="none">
                <a:solidFill>
                  <a:srgbClr val="000000"/>
                </a:solidFill>
                <a:latin typeface="Arial"/>
                <a:ea typeface="Arial"/>
                <a:cs typeface="Arial"/>
                <a:sym typeface="Arial"/>
              </a:endParaRPr>
            </a:p>
          </p:txBody>
        </p:sp>
        <p:pic>
          <p:nvPicPr>
            <p:cNvPr id="523" name="Google Shape;523;p39"/>
            <p:cNvPicPr preferRelativeResize="0"/>
            <p:nvPr/>
          </p:nvPicPr>
          <p:blipFill rotWithShape="1">
            <a:blip r:embed="rId4">
              <a:alphaModFix/>
            </a:blip>
            <a:srcRect/>
            <a:stretch/>
          </p:blipFill>
          <p:spPr>
            <a:xfrm>
              <a:off x="1301349" y="3133203"/>
              <a:ext cx="3474357" cy="2587286"/>
            </a:xfrm>
            <a:prstGeom prst="rect">
              <a:avLst/>
            </a:prstGeom>
            <a:noFill/>
            <a:ln>
              <a:noFill/>
            </a:ln>
          </p:spPr>
        </p:pic>
        <p:pic>
          <p:nvPicPr>
            <p:cNvPr id="524" name="Google Shape;524;p39"/>
            <p:cNvPicPr preferRelativeResize="0"/>
            <p:nvPr/>
          </p:nvPicPr>
          <p:blipFill rotWithShape="1">
            <a:blip r:embed="rId5">
              <a:alphaModFix/>
            </a:blip>
            <a:srcRect/>
            <a:stretch/>
          </p:blipFill>
          <p:spPr>
            <a:xfrm>
              <a:off x="6739060" y="3133203"/>
              <a:ext cx="2475465" cy="1663837"/>
            </a:xfrm>
            <a:prstGeom prst="rect">
              <a:avLst/>
            </a:prstGeom>
            <a:noFill/>
            <a:ln>
              <a:noFill/>
            </a:ln>
          </p:spPr>
        </p:pic>
      </p:grpSp>
      <p:sp>
        <p:nvSpPr>
          <p:cNvPr id="525" name="Google Shape;525;p39"/>
          <p:cNvSpPr txBox="1"/>
          <p:nvPr/>
        </p:nvSpPr>
        <p:spPr>
          <a:xfrm>
            <a:off x="245161" y="1387692"/>
            <a:ext cx="11608800" cy="110795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sng" strike="noStrike" cap="none">
                <a:solidFill>
                  <a:schemeClr val="dk1"/>
                </a:solidFill>
                <a:latin typeface="Arial"/>
                <a:ea typeface="Arial"/>
                <a:cs typeface="Arial"/>
                <a:sym typeface="Arial"/>
              </a:rPr>
              <a:t>Exercise 2: Create a new book using user’s input</a:t>
            </a:r>
            <a:br>
              <a:rPr lang="en-US" sz="1800" b="0" i="0" u="none" strike="noStrike" cap="none">
                <a:solidFill>
                  <a:schemeClr val="dk1"/>
                </a:solidFill>
                <a:latin typeface="Arial"/>
                <a:ea typeface="Arial"/>
                <a:cs typeface="Arial"/>
                <a:sym typeface="Arial"/>
              </a:rPr>
            </a:br>
            <a:r>
              <a:rPr lang="en-US" sz="1600" b="0" i="0" u="none" strike="noStrike" cap="none">
                <a:solidFill>
                  <a:schemeClr val="dk1"/>
                </a:solidFill>
                <a:latin typeface="Arial"/>
                <a:ea typeface="Arial"/>
                <a:cs typeface="Arial"/>
                <a:sym typeface="Arial"/>
              </a:rPr>
              <a:t>You are tasked to create a form for users to add a new book. When you navigate to </a:t>
            </a:r>
            <a:r>
              <a:rPr lang="en-US" sz="1600" b="1" i="0" u="none" strike="noStrike" cap="none">
                <a:solidFill>
                  <a:schemeClr val="dk1"/>
                </a:solidFill>
                <a:latin typeface="Consolas"/>
                <a:ea typeface="Consolas"/>
                <a:cs typeface="Consolas"/>
                <a:sym typeface="Consolas"/>
              </a:rPr>
              <a:t>/add-book</a:t>
            </a:r>
            <a:r>
              <a:rPr lang="en-US" sz="1600" b="0" i="0" u="none" strike="noStrike" cap="none">
                <a:solidFill>
                  <a:schemeClr val="dk1"/>
                </a:solidFill>
                <a:latin typeface="Arial"/>
                <a:ea typeface="Arial"/>
                <a:cs typeface="Arial"/>
                <a:sym typeface="Arial"/>
              </a:rPr>
              <a:t>, the form below (from the view file </a:t>
            </a:r>
            <a:r>
              <a:rPr lang="en-US" sz="1600" b="1" i="0" u="none" strike="noStrike" cap="none">
                <a:solidFill>
                  <a:schemeClr val="dk1"/>
                </a:solidFill>
                <a:latin typeface="Consolas"/>
                <a:ea typeface="Consolas"/>
                <a:cs typeface="Consolas"/>
                <a:sym typeface="Consolas"/>
              </a:rPr>
              <a:t>add-book.ejs</a:t>
            </a:r>
            <a:r>
              <a:rPr lang="en-US" sz="1600" b="0" i="0" u="none" strike="noStrike" cap="none">
                <a:solidFill>
                  <a:schemeClr val="dk1"/>
                </a:solidFill>
                <a:latin typeface="Arial"/>
                <a:ea typeface="Arial"/>
                <a:cs typeface="Arial"/>
                <a:sym typeface="Arial"/>
              </a:rPr>
              <a:t>) will be displayed. The user will then key in the book info and </a:t>
            </a:r>
            <a:r>
              <a:rPr lang="en-US" sz="1600" b="1" i="0" u="none" strike="noStrike" cap="none">
                <a:solidFill>
                  <a:schemeClr val="dk1"/>
                </a:solidFill>
                <a:latin typeface="Arial"/>
                <a:ea typeface="Arial"/>
                <a:cs typeface="Arial"/>
                <a:sym typeface="Arial"/>
              </a:rPr>
              <a:t>Click Add Book</a:t>
            </a:r>
            <a:r>
              <a:rPr lang="en-US" sz="1600" b="0" i="0" u="none" strike="noStrike" cap="none">
                <a:solidFill>
                  <a:schemeClr val="dk1"/>
                </a:solidFill>
                <a:latin typeface="Arial"/>
                <a:ea typeface="Arial"/>
                <a:cs typeface="Arial"/>
                <a:sym typeface="Arial"/>
              </a:rPr>
              <a:t>.  The information of the book will be showed if the book is added successfully.</a:t>
            </a:r>
            <a:endParaRPr sz="1800" b="0" i="0" u="none" strike="noStrike" cap="none">
              <a:solidFill>
                <a:srgbClr val="000000"/>
              </a:solidFill>
              <a:latin typeface="Arial"/>
              <a:ea typeface="Arial"/>
              <a:cs typeface="Arial"/>
              <a:sym typeface="Aria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529"/>
        <p:cNvGrpSpPr/>
        <p:nvPr/>
      </p:nvGrpSpPr>
      <p:grpSpPr>
        <a:xfrm>
          <a:off x="0" y="0"/>
          <a:ext cx="0" cy="0"/>
          <a:chOff x="0" y="0"/>
          <a:chExt cx="0" cy="0"/>
        </a:xfrm>
      </p:grpSpPr>
      <p:sp>
        <p:nvSpPr>
          <p:cNvPr id="530" name="Google Shape;530;p40"/>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Clr>
                <a:srgbClr val="000000"/>
              </a:buClr>
              <a:buSzPts val="2400"/>
              <a:buFont typeface="Arial"/>
              <a:buNone/>
            </a:pPr>
            <a:r>
              <a:rPr lang="en-US" sz="2400" b="1" i="0" u="none" strike="noStrike" cap="none">
                <a:solidFill>
                  <a:srgbClr val="11175E"/>
                </a:solidFill>
                <a:latin typeface="Arial"/>
                <a:ea typeface="Arial"/>
                <a:cs typeface="Arial"/>
                <a:sym typeface="Arial"/>
              </a:rPr>
              <a:t>Exercise 2: </a:t>
            </a:r>
            <a:r>
              <a:rPr lang="en-US" sz="2400" b="1" i="0" u="none" strike="noStrike" cap="none">
                <a:solidFill>
                  <a:srgbClr val="11175E"/>
                </a:solidFill>
                <a:latin typeface="Consolas"/>
                <a:ea typeface="Consolas"/>
                <a:cs typeface="Consolas"/>
                <a:sym typeface="Consolas"/>
              </a:rPr>
              <a:t>create()</a:t>
            </a:r>
            <a:endParaRPr sz="2400" b="1" i="0" u="none" strike="noStrike" cap="none">
              <a:solidFill>
                <a:srgbClr val="11175E"/>
              </a:solidFill>
              <a:latin typeface="Consolas"/>
              <a:ea typeface="Consolas"/>
              <a:cs typeface="Consolas"/>
              <a:sym typeface="Consolas"/>
            </a:endParaRPr>
          </a:p>
        </p:txBody>
      </p:sp>
      <p:grpSp>
        <p:nvGrpSpPr>
          <p:cNvPr id="531" name="Google Shape;531;p40"/>
          <p:cNvGrpSpPr/>
          <p:nvPr/>
        </p:nvGrpSpPr>
        <p:grpSpPr>
          <a:xfrm>
            <a:off x="813816" y="2622961"/>
            <a:ext cx="9738360" cy="4005958"/>
            <a:chOff x="813816" y="2622961"/>
            <a:chExt cx="9738360" cy="4005958"/>
          </a:xfrm>
        </p:grpSpPr>
        <p:sp>
          <p:nvSpPr>
            <p:cNvPr id="532" name="Google Shape;532;p40"/>
            <p:cNvSpPr txBox="1"/>
            <p:nvPr/>
          </p:nvSpPr>
          <p:spPr>
            <a:xfrm>
              <a:off x="2244227" y="2622961"/>
              <a:ext cx="1588599"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000000"/>
                  </a:solidFill>
                  <a:latin typeface="Arial"/>
                  <a:ea typeface="Arial"/>
                  <a:cs typeface="Arial"/>
                  <a:sym typeface="Arial"/>
                </a:rPr>
                <a:t>Condition 2</a:t>
              </a:r>
              <a:endParaRPr sz="2000" b="1" i="0" u="none" strike="noStrike" cap="none">
                <a:solidFill>
                  <a:srgbClr val="000000"/>
                </a:solidFill>
                <a:latin typeface="Arial"/>
                <a:ea typeface="Arial"/>
                <a:cs typeface="Arial"/>
                <a:sym typeface="Arial"/>
              </a:endParaRPr>
            </a:p>
          </p:txBody>
        </p:sp>
        <p:sp>
          <p:nvSpPr>
            <p:cNvPr id="533" name="Google Shape;533;p40"/>
            <p:cNvSpPr/>
            <p:nvPr/>
          </p:nvSpPr>
          <p:spPr>
            <a:xfrm>
              <a:off x="813816" y="2976359"/>
              <a:ext cx="4490046" cy="2948953"/>
            </a:xfrm>
            <a:prstGeom prst="rect">
              <a:avLst/>
            </a:prstGeom>
            <a:no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34" name="Google Shape;534;p40"/>
            <p:cNvSpPr txBox="1"/>
            <p:nvPr/>
          </p:nvSpPr>
          <p:spPr>
            <a:xfrm>
              <a:off x="813816" y="6044184"/>
              <a:ext cx="4599432" cy="58473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When user tries to add a book with an ISBN that exist in the database.</a:t>
              </a:r>
              <a:endParaRPr sz="1600" b="0" i="0" u="none" strike="noStrike" cap="none">
                <a:solidFill>
                  <a:srgbClr val="000000"/>
                </a:solidFill>
                <a:latin typeface="Arial"/>
                <a:ea typeface="Arial"/>
                <a:cs typeface="Arial"/>
                <a:sym typeface="Arial"/>
              </a:endParaRPr>
            </a:p>
          </p:txBody>
        </p:sp>
        <p:sp>
          <p:nvSpPr>
            <p:cNvPr id="535" name="Google Shape;535;p40"/>
            <p:cNvSpPr/>
            <p:nvPr/>
          </p:nvSpPr>
          <p:spPr>
            <a:xfrm>
              <a:off x="6549664" y="2978851"/>
              <a:ext cx="4002512" cy="2948953"/>
            </a:xfrm>
            <a:prstGeom prst="rect">
              <a:avLst/>
            </a:prstGeom>
            <a:no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36" name="Google Shape;536;p40"/>
            <p:cNvSpPr/>
            <p:nvPr/>
          </p:nvSpPr>
          <p:spPr>
            <a:xfrm rot="-5400000">
              <a:off x="5605136" y="3920187"/>
              <a:ext cx="679829" cy="489809"/>
            </a:xfrm>
            <a:prstGeom prst="downArrow">
              <a:avLst>
                <a:gd name="adj1" fmla="val 50000"/>
                <a:gd name="adj2" fmla="val 50000"/>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37" name="Google Shape;537;p40"/>
            <p:cNvSpPr txBox="1"/>
            <p:nvPr/>
          </p:nvSpPr>
          <p:spPr>
            <a:xfrm>
              <a:off x="6549664" y="6019244"/>
              <a:ext cx="4002512" cy="58473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Message “Error adding book” message will be displayed.</a:t>
              </a:r>
              <a:endParaRPr sz="1600" b="0" i="0" u="none" strike="noStrike" cap="none">
                <a:solidFill>
                  <a:srgbClr val="000000"/>
                </a:solidFill>
                <a:latin typeface="Arial"/>
                <a:ea typeface="Arial"/>
                <a:cs typeface="Arial"/>
                <a:sym typeface="Arial"/>
              </a:endParaRPr>
            </a:p>
          </p:txBody>
        </p:sp>
        <p:sp>
          <p:nvSpPr>
            <p:cNvPr id="538" name="Google Shape;538;p40"/>
            <p:cNvSpPr txBox="1"/>
            <p:nvPr/>
          </p:nvSpPr>
          <p:spPr>
            <a:xfrm>
              <a:off x="7376109" y="2628512"/>
              <a:ext cx="2349622"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000000"/>
                  </a:solidFill>
                  <a:latin typeface="Arial"/>
                  <a:ea typeface="Arial"/>
                  <a:cs typeface="Arial"/>
                  <a:sym typeface="Arial"/>
                </a:rPr>
                <a:t>Expected Output</a:t>
              </a:r>
              <a:endParaRPr sz="2000" b="1" i="0" u="none" strike="noStrike" cap="none">
                <a:solidFill>
                  <a:srgbClr val="000000"/>
                </a:solidFill>
                <a:latin typeface="Arial"/>
                <a:ea typeface="Arial"/>
                <a:cs typeface="Arial"/>
                <a:sym typeface="Arial"/>
              </a:endParaRPr>
            </a:p>
          </p:txBody>
        </p:sp>
        <p:pic>
          <p:nvPicPr>
            <p:cNvPr id="539" name="Google Shape;539;p40"/>
            <p:cNvPicPr preferRelativeResize="0"/>
            <p:nvPr/>
          </p:nvPicPr>
          <p:blipFill rotWithShape="1">
            <a:blip r:embed="rId3">
              <a:alphaModFix/>
            </a:blip>
            <a:srcRect/>
            <a:stretch/>
          </p:blipFill>
          <p:spPr>
            <a:xfrm>
              <a:off x="1301349" y="3133203"/>
              <a:ext cx="3474357" cy="2587286"/>
            </a:xfrm>
            <a:prstGeom prst="rect">
              <a:avLst/>
            </a:prstGeom>
            <a:noFill/>
            <a:ln>
              <a:noFill/>
            </a:ln>
          </p:spPr>
        </p:pic>
      </p:grpSp>
      <p:pic>
        <p:nvPicPr>
          <p:cNvPr id="540" name="Google Shape;540;p40"/>
          <p:cNvPicPr preferRelativeResize="0"/>
          <p:nvPr/>
        </p:nvPicPr>
        <p:blipFill rotWithShape="1">
          <a:blip r:embed="rId4">
            <a:alphaModFix/>
          </a:blip>
          <a:srcRect/>
          <a:stretch/>
        </p:blipFill>
        <p:spPr>
          <a:xfrm>
            <a:off x="6661462" y="3180539"/>
            <a:ext cx="2768562" cy="2648933"/>
          </a:xfrm>
          <a:prstGeom prst="rect">
            <a:avLst/>
          </a:prstGeom>
          <a:noFill/>
          <a:ln>
            <a:noFill/>
          </a:ln>
        </p:spPr>
      </p:pic>
      <p:sp>
        <p:nvSpPr>
          <p:cNvPr id="541" name="Google Shape;541;p40"/>
          <p:cNvSpPr txBox="1"/>
          <p:nvPr/>
        </p:nvSpPr>
        <p:spPr>
          <a:xfrm>
            <a:off x="245161" y="1396836"/>
            <a:ext cx="11608800" cy="86173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sng" strike="noStrike" cap="none">
                <a:solidFill>
                  <a:schemeClr val="dk1"/>
                </a:solidFill>
                <a:latin typeface="Arial"/>
                <a:ea typeface="Arial"/>
                <a:cs typeface="Arial"/>
                <a:sym typeface="Arial"/>
              </a:rPr>
              <a:t>Exercise 2: Create a new book using user’s input</a:t>
            </a:r>
            <a:br>
              <a:rPr lang="en-US" sz="1800" b="0" i="0" u="none" strike="noStrike" cap="none">
                <a:solidFill>
                  <a:schemeClr val="dk1"/>
                </a:solidFill>
                <a:latin typeface="Arial"/>
                <a:ea typeface="Arial"/>
                <a:cs typeface="Arial"/>
                <a:sym typeface="Arial"/>
              </a:rPr>
            </a:br>
            <a:r>
              <a:rPr lang="en-US" sz="1600" b="0" i="0" u="none" strike="noStrike" cap="none">
                <a:solidFill>
                  <a:schemeClr val="dk1"/>
                </a:solidFill>
                <a:latin typeface="Arial"/>
                <a:ea typeface="Arial"/>
                <a:cs typeface="Arial"/>
                <a:sym typeface="Arial"/>
              </a:rPr>
              <a:t>When an ISBN number exists in the database or any other errors, it will fail to add the book and show an error message “Error adding book.”</a:t>
            </a:r>
            <a:endParaRPr sz="1800" b="0" i="0" u="none" strike="noStrike" cap="none">
              <a:solidFill>
                <a:srgbClr val="000000"/>
              </a:solidFill>
              <a:latin typeface="Arial"/>
              <a:ea typeface="Arial"/>
              <a:cs typeface="Arial"/>
              <a:sym typeface="Aria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545"/>
        <p:cNvGrpSpPr/>
        <p:nvPr/>
      </p:nvGrpSpPr>
      <p:grpSpPr>
        <a:xfrm>
          <a:off x="0" y="0"/>
          <a:ext cx="0" cy="0"/>
          <a:chOff x="0" y="0"/>
          <a:chExt cx="0" cy="0"/>
        </a:xfrm>
      </p:grpSpPr>
      <p:sp>
        <p:nvSpPr>
          <p:cNvPr id="546" name="Google Shape;546;p41"/>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Clr>
                <a:srgbClr val="000000"/>
              </a:buClr>
              <a:buSzPts val="2400"/>
              <a:buFont typeface="Arial"/>
              <a:buNone/>
            </a:pPr>
            <a:r>
              <a:rPr lang="en-US" sz="2400" b="1" i="0" u="none" strike="noStrike" cap="none">
                <a:solidFill>
                  <a:srgbClr val="11175E"/>
                </a:solidFill>
                <a:latin typeface="Arial"/>
                <a:ea typeface="Arial"/>
                <a:cs typeface="Arial"/>
                <a:sym typeface="Arial"/>
              </a:rPr>
              <a:t>Exercise 2: </a:t>
            </a:r>
            <a:r>
              <a:rPr lang="en-US" sz="2400" b="1" i="0" u="none" strike="noStrike" cap="none">
                <a:solidFill>
                  <a:srgbClr val="11175E"/>
                </a:solidFill>
                <a:latin typeface="Consolas"/>
                <a:ea typeface="Consolas"/>
                <a:cs typeface="Consolas"/>
                <a:sym typeface="Consolas"/>
              </a:rPr>
              <a:t>create()</a:t>
            </a:r>
            <a:endParaRPr sz="2400" b="1" i="0" u="none" strike="noStrike" cap="none">
              <a:solidFill>
                <a:srgbClr val="11175E"/>
              </a:solidFill>
              <a:latin typeface="Consolas"/>
              <a:ea typeface="Consolas"/>
              <a:cs typeface="Consolas"/>
              <a:sym typeface="Consolas"/>
            </a:endParaRPr>
          </a:p>
        </p:txBody>
      </p:sp>
      <p:sp>
        <p:nvSpPr>
          <p:cNvPr id="547" name="Google Shape;547;p41"/>
          <p:cNvSpPr txBox="1"/>
          <p:nvPr/>
        </p:nvSpPr>
        <p:spPr>
          <a:xfrm>
            <a:off x="249453" y="1394600"/>
            <a:ext cx="11608800" cy="3540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sng" strike="noStrike" cap="none" dirty="0">
                <a:solidFill>
                  <a:schemeClr val="dk1"/>
                </a:solidFill>
                <a:latin typeface="Arial"/>
                <a:ea typeface="Arial"/>
                <a:cs typeface="Arial"/>
                <a:sym typeface="Arial"/>
              </a:rPr>
              <a:t>Exercise 2: Create a new book using user’s input</a:t>
            </a:r>
            <a:br>
              <a:rPr lang="en-US" sz="1600" b="1" i="0" u="sng" strike="noStrike" cap="none" dirty="0">
                <a:solidFill>
                  <a:schemeClr val="dk1"/>
                </a:solidFill>
                <a:latin typeface="Arial"/>
                <a:ea typeface="Arial"/>
                <a:cs typeface="Arial"/>
                <a:sym typeface="Arial"/>
              </a:rPr>
            </a:br>
            <a:endParaRPr sz="1600" b="1" i="0" u="sng"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dirty="0">
                <a:solidFill>
                  <a:schemeClr val="dk1"/>
                </a:solidFill>
                <a:latin typeface="Arial"/>
                <a:ea typeface="Arial"/>
                <a:cs typeface="Arial"/>
                <a:sym typeface="Arial"/>
              </a:rPr>
              <a:t>Review the requirements below and follow the task instructions step by step to complete the exercise.</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US" sz="1600" b="1" i="0" u="sng" strike="noStrike" cap="none" dirty="0">
                <a:solidFill>
                  <a:schemeClr val="dk1"/>
                </a:solidFill>
                <a:latin typeface="Arial"/>
                <a:ea typeface="Arial"/>
                <a:cs typeface="Arial"/>
                <a:sym typeface="Arial"/>
              </a:rPr>
              <a:t>Requirements</a:t>
            </a:r>
            <a:br>
              <a:rPr lang="en-US" sz="1600" b="0" i="0" u="none" strike="noStrike" cap="none" dirty="0">
                <a:solidFill>
                  <a:schemeClr val="dk1"/>
                </a:solidFill>
                <a:latin typeface="Arial"/>
                <a:ea typeface="Arial"/>
                <a:cs typeface="Arial"/>
                <a:sym typeface="Arial"/>
              </a:rPr>
            </a:br>
            <a:endParaRPr sz="1600" b="0" i="0" u="none" strike="noStrike" cap="none" dirty="0">
              <a:solidFill>
                <a:schemeClr val="dk1"/>
              </a:solidFill>
              <a:latin typeface="Arial"/>
              <a:ea typeface="Arial"/>
              <a:cs typeface="Arial"/>
              <a:sym typeface="Arial"/>
            </a:endParaRPr>
          </a:p>
          <a:p>
            <a:pPr marL="342900" marR="0" lvl="0" indent="-241300" algn="just" rtl="0">
              <a:lnSpc>
                <a:spcPct val="100000"/>
              </a:lnSpc>
              <a:spcBef>
                <a:spcPts val="0"/>
              </a:spcBef>
              <a:spcAft>
                <a:spcPts val="0"/>
              </a:spcAft>
              <a:buClr>
                <a:schemeClr val="dk1"/>
              </a:buClr>
              <a:buSzPts val="1200"/>
              <a:buFont typeface="Arial"/>
              <a:buChar char="●"/>
            </a:pPr>
            <a:r>
              <a:rPr lang="en-US" sz="1600" b="0" i="0" u="none" strike="noStrike" cap="none" dirty="0">
                <a:solidFill>
                  <a:schemeClr val="dk1"/>
                </a:solidFill>
                <a:latin typeface="Arial"/>
                <a:ea typeface="Arial"/>
                <a:cs typeface="Arial"/>
                <a:sym typeface="Arial"/>
              </a:rPr>
              <a:t>Upon initial load of /add-book, the application should render a </a:t>
            </a:r>
            <a:r>
              <a:rPr lang="en-US" sz="1600" b="1" i="0" u="none" strike="noStrike" cap="none" dirty="0">
                <a:solidFill>
                  <a:schemeClr val="dk1"/>
                </a:solidFill>
                <a:latin typeface="Consolas"/>
                <a:ea typeface="Consolas"/>
                <a:cs typeface="Consolas"/>
                <a:sym typeface="Consolas"/>
              </a:rPr>
              <a:t>view</a:t>
            </a:r>
            <a:r>
              <a:rPr lang="en-US" sz="1600" b="0" i="0" u="none" strike="noStrike" cap="none" dirty="0">
                <a:solidFill>
                  <a:schemeClr val="dk1"/>
                </a:solidFill>
                <a:latin typeface="Arial"/>
                <a:ea typeface="Arial"/>
                <a:cs typeface="Arial"/>
                <a:sym typeface="Arial"/>
              </a:rPr>
              <a:t> named </a:t>
            </a:r>
            <a:r>
              <a:rPr lang="en-US" sz="1600" b="1" i="0" u="none" strike="noStrike" cap="none" dirty="0">
                <a:solidFill>
                  <a:schemeClr val="dk1"/>
                </a:solidFill>
                <a:latin typeface="Consolas"/>
                <a:ea typeface="Consolas"/>
                <a:cs typeface="Consolas"/>
                <a:sym typeface="Consolas"/>
              </a:rPr>
              <a:t>add-</a:t>
            </a:r>
            <a:r>
              <a:rPr lang="en-US" sz="1600" b="1" i="0" u="none" strike="noStrike" cap="none" dirty="0" err="1">
                <a:solidFill>
                  <a:schemeClr val="dk1"/>
                </a:solidFill>
                <a:latin typeface="Consolas"/>
                <a:ea typeface="Consolas"/>
                <a:cs typeface="Consolas"/>
                <a:sym typeface="Consolas"/>
              </a:rPr>
              <a:t>book.ejs</a:t>
            </a:r>
            <a:r>
              <a:rPr lang="en-US" sz="1600" b="1" i="0" u="none" strike="noStrike" cap="none" dirty="0">
                <a:solidFill>
                  <a:srgbClr val="0000FF"/>
                </a:solidFill>
                <a:latin typeface="Arial"/>
                <a:ea typeface="Arial"/>
                <a:cs typeface="Arial"/>
                <a:sym typeface="Arial"/>
              </a:rPr>
              <a:t> </a:t>
            </a:r>
            <a:r>
              <a:rPr lang="en-US" sz="1600" b="0" i="0" u="none" strike="noStrike" cap="none" dirty="0">
                <a:solidFill>
                  <a:schemeClr val="dk1"/>
                </a:solidFill>
                <a:latin typeface="Arial"/>
                <a:ea typeface="Arial"/>
                <a:cs typeface="Arial"/>
                <a:sym typeface="Arial"/>
              </a:rPr>
              <a:t>located in a folder called </a:t>
            </a:r>
            <a:r>
              <a:rPr lang="en-US" sz="1600" b="1" i="0" u="none" strike="noStrike" cap="none" dirty="0">
                <a:solidFill>
                  <a:schemeClr val="dk1"/>
                </a:solidFill>
                <a:latin typeface="Consolas"/>
                <a:ea typeface="Consolas"/>
                <a:cs typeface="Consolas"/>
                <a:sym typeface="Consolas"/>
              </a:rPr>
              <a:t>views</a:t>
            </a:r>
            <a:r>
              <a:rPr lang="en-US" sz="1600" b="0" i="0" u="none" strike="noStrike" cap="none" dirty="0">
                <a:solidFill>
                  <a:schemeClr val="dk1"/>
                </a:solidFill>
                <a:latin typeface="Arial"/>
                <a:ea typeface="Arial"/>
                <a:cs typeface="Arial"/>
                <a:sym typeface="Arial"/>
              </a:rPr>
              <a:t>.  (see Condition 1):</a:t>
            </a:r>
            <a:endParaRPr sz="1400" b="0" i="0" u="none" strike="noStrike" cap="none" dirty="0">
              <a:solidFill>
                <a:srgbClr val="000000"/>
              </a:solidFill>
              <a:latin typeface="Arial"/>
              <a:ea typeface="Arial"/>
              <a:cs typeface="Arial"/>
              <a:sym typeface="Arial"/>
            </a:endParaRPr>
          </a:p>
          <a:p>
            <a:pPr marL="342900" marR="0" lvl="0" indent="-241300" algn="just" rtl="0">
              <a:lnSpc>
                <a:spcPct val="100000"/>
              </a:lnSpc>
              <a:spcBef>
                <a:spcPts val="0"/>
              </a:spcBef>
              <a:spcAft>
                <a:spcPts val="0"/>
              </a:spcAft>
              <a:buClr>
                <a:schemeClr val="dk1"/>
              </a:buClr>
              <a:buSzPts val="1200"/>
              <a:buFont typeface="Arial"/>
              <a:buChar char="●"/>
            </a:pPr>
            <a:r>
              <a:rPr lang="en-US" sz="1600" b="0" i="0" u="none" strike="noStrike" cap="none" dirty="0">
                <a:solidFill>
                  <a:schemeClr val="dk1"/>
                </a:solidFill>
                <a:latin typeface="Arial"/>
                <a:ea typeface="Arial"/>
                <a:cs typeface="Arial"/>
                <a:sym typeface="Arial"/>
              </a:rPr>
              <a:t>The user will key in all the details of the book and press the </a:t>
            </a:r>
            <a:r>
              <a:rPr lang="en-US" sz="1600" b="1" i="0" u="none" strike="noStrike" cap="none" dirty="0">
                <a:solidFill>
                  <a:schemeClr val="dk1"/>
                </a:solidFill>
                <a:latin typeface="Arial"/>
                <a:ea typeface="Arial"/>
                <a:cs typeface="Arial"/>
                <a:sym typeface="Arial"/>
              </a:rPr>
              <a:t>Add Book</a:t>
            </a:r>
            <a:r>
              <a:rPr lang="en-US" sz="1600" b="0" i="0" u="none" strike="noStrike" cap="none" dirty="0">
                <a:solidFill>
                  <a:schemeClr val="dk1"/>
                </a:solidFill>
                <a:latin typeface="Arial"/>
                <a:ea typeface="Arial"/>
                <a:cs typeface="Arial"/>
                <a:sym typeface="Arial"/>
              </a:rPr>
              <a:t> button to submit.</a:t>
            </a:r>
            <a:endParaRPr sz="1400" b="0" i="0" u="none" strike="noStrike" cap="none" dirty="0">
              <a:solidFill>
                <a:srgbClr val="000000"/>
              </a:solidFill>
              <a:latin typeface="Arial"/>
              <a:ea typeface="Arial"/>
              <a:cs typeface="Arial"/>
              <a:sym typeface="Arial"/>
            </a:endParaRPr>
          </a:p>
          <a:p>
            <a:pPr marL="342900" marR="0" lvl="0" indent="-241300" algn="just" rtl="0">
              <a:lnSpc>
                <a:spcPct val="100000"/>
              </a:lnSpc>
              <a:spcBef>
                <a:spcPts val="0"/>
              </a:spcBef>
              <a:spcAft>
                <a:spcPts val="0"/>
              </a:spcAft>
              <a:buClr>
                <a:schemeClr val="dk1"/>
              </a:buClr>
              <a:buSzPts val="1200"/>
              <a:buFont typeface="Arial"/>
              <a:buChar char="●"/>
            </a:pPr>
            <a:r>
              <a:rPr lang="en-US" sz="1600" b="0" i="0" u="none" strike="noStrike" cap="none" dirty="0">
                <a:solidFill>
                  <a:schemeClr val="dk1"/>
                </a:solidFill>
                <a:latin typeface="Arial"/>
                <a:ea typeface="Arial"/>
                <a:cs typeface="Arial"/>
                <a:sym typeface="Arial"/>
              </a:rPr>
              <a:t>When the book </a:t>
            </a:r>
            <a:r>
              <a:rPr lang="en-US" sz="1600" b="1" i="0" u="none" strike="noStrike" cap="none" dirty="0">
                <a:solidFill>
                  <a:srgbClr val="0000FF"/>
                </a:solidFill>
                <a:latin typeface="Arial"/>
                <a:ea typeface="Arial"/>
                <a:cs typeface="Arial"/>
                <a:sym typeface="Arial"/>
              </a:rPr>
              <a:t>is created successfully</a:t>
            </a:r>
            <a:r>
              <a:rPr lang="en-US" sz="1600" b="0" i="0" u="none" strike="noStrike" cap="none" dirty="0">
                <a:solidFill>
                  <a:schemeClr val="dk1"/>
                </a:solidFill>
                <a:latin typeface="Arial"/>
                <a:ea typeface="Arial"/>
                <a:cs typeface="Arial"/>
                <a:sym typeface="Arial"/>
              </a:rPr>
              <a:t>, it will display the details of the book.  (see Condition 1)</a:t>
            </a:r>
            <a:endParaRPr sz="1600" b="0" i="0" u="none" strike="noStrike" cap="none" dirty="0">
              <a:solidFill>
                <a:schemeClr val="dk1"/>
              </a:solidFill>
              <a:latin typeface="Arial"/>
              <a:ea typeface="Arial"/>
              <a:cs typeface="Arial"/>
              <a:sym typeface="Arial"/>
            </a:endParaRPr>
          </a:p>
          <a:p>
            <a:pPr marL="342900" marR="0" lvl="0" indent="-241300" algn="just" rtl="0">
              <a:lnSpc>
                <a:spcPct val="100000"/>
              </a:lnSpc>
              <a:spcBef>
                <a:spcPts val="0"/>
              </a:spcBef>
              <a:spcAft>
                <a:spcPts val="0"/>
              </a:spcAft>
              <a:buClr>
                <a:schemeClr val="dk1"/>
              </a:buClr>
              <a:buSzPts val="1200"/>
              <a:buFont typeface="Arial"/>
              <a:buChar char="●"/>
            </a:pPr>
            <a:r>
              <a:rPr lang="en-US" sz="1600" b="0" i="0" u="none" strike="noStrike" cap="none" dirty="0">
                <a:solidFill>
                  <a:schemeClr val="dk1"/>
                </a:solidFill>
                <a:latin typeface="Arial"/>
                <a:ea typeface="Arial"/>
                <a:cs typeface="Arial"/>
                <a:sym typeface="Arial"/>
              </a:rPr>
              <a:t>When the book </a:t>
            </a:r>
            <a:r>
              <a:rPr lang="en-US" sz="1600" b="1" i="0" u="none" strike="noStrike" cap="none" dirty="0">
                <a:solidFill>
                  <a:srgbClr val="0000FF"/>
                </a:solidFill>
                <a:latin typeface="Arial"/>
                <a:ea typeface="Arial"/>
                <a:cs typeface="Arial"/>
                <a:sym typeface="Arial"/>
              </a:rPr>
              <a:t>creation fails or has a duplicate ISBN, </a:t>
            </a:r>
            <a:r>
              <a:rPr lang="en-US" sz="1600" b="0" i="0" u="none" strike="noStrike" cap="none" dirty="0">
                <a:solidFill>
                  <a:schemeClr val="dk1"/>
                </a:solidFill>
                <a:latin typeface="Arial"/>
                <a:ea typeface="Arial"/>
                <a:cs typeface="Arial"/>
                <a:sym typeface="Arial"/>
              </a:rPr>
              <a:t>it will display an error message “Error creating book”.  (see Condition 2)</a:t>
            </a:r>
            <a:endParaRPr sz="1400" b="0" i="0" u="none" strike="noStrike" cap="none" dirty="0">
              <a:solidFill>
                <a:srgbClr val="000000"/>
              </a:solidFill>
              <a:latin typeface="Arial"/>
              <a:ea typeface="Arial"/>
              <a:cs typeface="Arial"/>
              <a:sym typeface="Arial"/>
            </a:endParaRPr>
          </a:p>
          <a:p>
            <a:pPr marL="342900" marR="0" lvl="0" indent="-241300" algn="just" rtl="0">
              <a:lnSpc>
                <a:spcPct val="100000"/>
              </a:lnSpc>
              <a:spcBef>
                <a:spcPts val="0"/>
              </a:spcBef>
              <a:spcAft>
                <a:spcPts val="0"/>
              </a:spcAft>
              <a:buClr>
                <a:schemeClr val="dk1"/>
              </a:buClr>
              <a:buSzPts val="1200"/>
              <a:buFont typeface="Arial"/>
              <a:buChar char="●"/>
            </a:pPr>
            <a:r>
              <a:rPr lang="en-US" sz="1600" b="0" i="0" u="none" strike="noStrike" cap="none" dirty="0">
                <a:solidFill>
                  <a:schemeClr val="dk1"/>
                </a:solidFill>
                <a:latin typeface="Arial"/>
                <a:ea typeface="Arial"/>
                <a:cs typeface="Arial"/>
                <a:sym typeface="Arial"/>
              </a:rPr>
              <a:t>When the user does not key in anything in the textbox and presses the </a:t>
            </a:r>
            <a:r>
              <a:rPr lang="en-US" sz="1600" b="1" i="0" u="none" strike="noStrike" cap="none" dirty="0">
                <a:solidFill>
                  <a:schemeClr val="dk1"/>
                </a:solidFill>
                <a:latin typeface="Arial"/>
                <a:ea typeface="Arial"/>
                <a:cs typeface="Arial"/>
                <a:sym typeface="Arial"/>
              </a:rPr>
              <a:t>Add Book</a:t>
            </a:r>
            <a:r>
              <a:rPr lang="en-US" sz="1600" b="0" i="0" u="none" strike="noStrike" cap="none" dirty="0">
                <a:solidFill>
                  <a:schemeClr val="dk1"/>
                </a:solidFill>
                <a:latin typeface="Arial"/>
                <a:ea typeface="Arial"/>
                <a:cs typeface="Arial"/>
                <a:sym typeface="Arial"/>
              </a:rPr>
              <a:t> button, it will show a message “All fields are required".</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551"/>
        <p:cNvGrpSpPr/>
        <p:nvPr/>
      </p:nvGrpSpPr>
      <p:grpSpPr>
        <a:xfrm>
          <a:off x="0" y="0"/>
          <a:ext cx="0" cy="0"/>
          <a:chOff x="0" y="0"/>
          <a:chExt cx="0" cy="0"/>
        </a:xfrm>
      </p:grpSpPr>
      <p:sp>
        <p:nvSpPr>
          <p:cNvPr id="552" name="Google Shape;552;p42"/>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Clr>
                <a:srgbClr val="000000"/>
              </a:buClr>
              <a:buSzPts val="2400"/>
              <a:buFont typeface="Arial"/>
              <a:buNone/>
            </a:pPr>
            <a:r>
              <a:rPr lang="en-US" sz="2400" b="1" i="0" u="none" strike="noStrike" cap="none">
                <a:solidFill>
                  <a:srgbClr val="11175E"/>
                </a:solidFill>
                <a:latin typeface="Arial"/>
                <a:ea typeface="Arial"/>
                <a:cs typeface="Arial"/>
                <a:sym typeface="Arial"/>
              </a:rPr>
              <a:t>Exercise 2: </a:t>
            </a:r>
            <a:r>
              <a:rPr lang="en-US" sz="2400" b="1" i="0" u="none" strike="noStrike" cap="none">
                <a:solidFill>
                  <a:srgbClr val="11175E"/>
                </a:solidFill>
                <a:latin typeface="Consolas"/>
                <a:ea typeface="Consolas"/>
                <a:cs typeface="Consolas"/>
                <a:sym typeface="Consolas"/>
              </a:rPr>
              <a:t>create()</a:t>
            </a:r>
            <a:endParaRPr sz="2400" b="1" i="0" u="none" strike="noStrike" cap="none">
              <a:solidFill>
                <a:srgbClr val="11175E"/>
              </a:solidFill>
              <a:latin typeface="Consolas"/>
              <a:ea typeface="Consolas"/>
              <a:cs typeface="Consolas"/>
              <a:sym typeface="Consolas"/>
            </a:endParaRPr>
          </a:p>
        </p:txBody>
      </p:sp>
      <p:sp>
        <p:nvSpPr>
          <p:cNvPr id="553" name="Google Shape;553;p42"/>
          <p:cNvSpPr txBox="1">
            <a:spLocks noGrp="1"/>
          </p:cNvSpPr>
          <p:nvPr>
            <p:ph type="subTitle" idx="1"/>
          </p:nvPr>
        </p:nvSpPr>
        <p:spPr>
          <a:xfrm>
            <a:off x="231725" y="2070201"/>
            <a:ext cx="5819716" cy="4700714"/>
          </a:xfrm>
          <a:prstGeom prst="rect">
            <a:avLst/>
          </a:prstGeom>
          <a:noFill/>
          <a:ln>
            <a:noFill/>
          </a:ln>
        </p:spPr>
        <p:txBody>
          <a:bodyPr spcFirstLastPara="1" wrap="square" lIns="91425" tIns="45700" rIns="91425" bIns="45700" anchor="t" anchorCtr="0">
            <a:noAutofit/>
          </a:bodyPr>
          <a:lstStyle/>
          <a:p>
            <a:pPr marL="457200" lvl="0" indent="-330200" algn="l" rtl="0">
              <a:lnSpc>
                <a:spcPct val="90000"/>
              </a:lnSpc>
              <a:spcBef>
                <a:spcPts val="1000"/>
              </a:spcBef>
              <a:spcAft>
                <a:spcPts val="0"/>
              </a:spcAft>
              <a:buSzPts val="1600"/>
              <a:buFont typeface="Arial"/>
              <a:buChar char="●"/>
            </a:pPr>
            <a:r>
              <a:rPr lang="en-US" sz="1400"/>
              <a:t>You can use </a:t>
            </a:r>
            <a:r>
              <a:rPr lang="en-US" sz="1400" b="1">
                <a:latin typeface="Consolas"/>
                <a:ea typeface="Consolas"/>
                <a:cs typeface="Consolas"/>
                <a:sym typeface="Consolas"/>
              </a:rPr>
              <a:t>week10 </a:t>
            </a:r>
            <a:r>
              <a:rPr lang="en-US" sz="1400" b="1">
                <a:solidFill>
                  <a:schemeClr val="dk1"/>
                </a:solidFill>
                <a:latin typeface="Consolas"/>
                <a:ea typeface="Consolas"/>
                <a:cs typeface="Consolas"/>
                <a:sym typeface="Consolas"/>
              </a:rPr>
              <a:t>⟶ </a:t>
            </a:r>
            <a:r>
              <a:rPr lang="en-US" sz="1400" b="1">
                <a:latin typeface="Consolas"/>
                <a:ea typeface="Consolas"/>
                <a:cs typeface="Consolas"/>
                <a:sym typeface="Consolas"/>
              </a:rPr>
              <a:t>exercises </a:t>
            </a:r>
            <a:r>
              <a:rPr lang="en-US" sz="1400" b="1">
                <a:solidFill>
                  <a:schemeClr val="dk1"/>
                </a:solidFill>
                <a:latin typeface="Consolas"/>
                <a:ea typeface="Consolas"/>
                <a:cs typeface="Consolas"/>
                <a:sym typeface="Consolas"/>
              </a:rPr>
              <a:t>⟶ </a:t>
            </a:r>
            <a:r>
              <a:rPr lang="en-US" sz="1400" b="1">
                <a:latin typeface="Consolas"/>
                <a:ea typeface="Consolas"/>
                <a:cs typeface="Consolas"/>
                <a:sym typeface="Consolas"/>
              </a:rPr>
              <a:t>exercise1</a:t>
            </a:r>
            <a:r>
              <a:rPr lang="en-US" sz="1400" b="1">
                <a:solidFill>
                  <a:srgbClr val="0000FF"/>
                </a:solidFill>
              </a:rPr>
              <a:t> </a:t>
            </a:r>
            <a:r>
              <a:rPr lang="en-US" sz="1400"/>
              <a:t>resource file to do this exercise or continue from your previous exercise</a:t>
            </a:r>
            <a:endParaRPr sz="1400"/>
          </a:p>
          <a:p>
            <a:pPr marL="457200" lvl="0" indent="-330200" algn="l" rtl="0">
              <a:lnSpc>
                <a:spcPct val="90000"/>
              </a:lnSpc>
              <a:spcBef>
                <a:spcPts val="1000"/>
              </a:spcBef>
              <a:spcAft>
                <a:spcPts val="0"/>
              </a:spcAft>
              <a:buSzPts val="1600"/>
              <a:buFont typeface="Arial"/>
              <a:buChar char="●"/>
            </a:pPr>
            <a:r>
              <a:rPr lang="en-US" sz="1400"/>
              <a:t>Navigate to the </a:t>
            </a:r>
            <a:r>
              <a:rPr lang="en-US" sz="1400" b="1">
                <a:latin typeface="Consolas"/>
                <a:ea typeface="Consolas"/>
                <a:cs typeface="Consolas"/>
                <a:sym typeface="Consolas"/>
              </a:rPr>
              <a:t>exercise1</a:t>
            </a:r>
            <a:r>
              <a:rPr lang="en-US" sz="1400"/>
              <a:t> directory.</a:t>
            </a:r>
            <a:endParaRPr sz="1400"/>
          </a:p>
          <a:p>
            <a:pPr marL="457200" lvl="0" indent="-330200" algn="l" rtl="0">
              <a:lnSpc>
                <a:spcPct val="90000"/>
              </a:lnSpc>
              <a:spcBef>
                <a:spcPts val="1000"/>
              </a:spcBef>
              <a:spcAft>
                <a:spcPts val="0"/>
              </a:spcAft>
              <a:buSzPts val="1600"/>
              <a:buFont typeface="Arial"/>
              <a:buChar char="●"/>
            </a:pPr>
            <a:r>
              <a:rPr lang="en-US" sz="1400"/>
              <a:t>Install all the dependencies in the </a:t>
            </a:r>
            <a:r>
              <a:rPr lang="en-US" sz="1400" b="1">
                <a:latin typeface="Consolas"/>
                <a:ea typeface="Consolas"/>
                <a:cs typeface="Consolas"/>
                <a:sym typeface="Consolas"/>
              </a:rPr>
              <a:t>package.json </a:t>
            </a:r>
            <a:r>
              <a:rPr lang="en-US" sz="1400"/>
              <a:t>if you have not.</a:t>
            </a:r>
            <a:endParaRPr sz="1400"/>
          </a:p>
          <a:p>
            <a:pPr marL="457200" lvl="0" indent="-330200" algn="l" rtl="0">
              <a:lnSpc>
                <a:spcPct val="90000"/>
              </a:lnSpc>
              <a:spcBef>
                <a:spcPts val="1000"/>
              </a:spcBef>
              <a:spcAft>
                <a:spcPts val="0"/>
              </a:spcAft>
              <a:buSzPts val="1600"/>
              <a:buFont typeface="Arial"/>
              <a:buChar char="●"/>
            </a:pPr>
            <a:r>
              <a:rPr lang="en-US" sz="1400"/>
              <a:t>Update the </a:t>
            </a:r>
            <a:r>
              <a:rPr lang="en-US" sz="1400" b="1">
                <a:latin typeface="Consolas"/>
                <a:ea typeface="Consolas"/>
                <a:cs typeface="Consolas"/>
                <a:sym typeface="Consolas"/>
              </a:rPr>
              <a:t>config.env</a:t>
            </a:r>
            <a:r>
              <a:rPr lang="en-US" sz="1400" b="1">
                <a:solidFill>
                  <a:srgbClr val="0000FF"/>
                </a:solidFill>
              </a:rPr>
              <a:t> </a:t>
            </a:r>
            <a:r>
              <a:rPr lang="en-US" sz="1400"/>
              <a:t>file with your username, password and cluster address.</a:t>
            </a:r>
            <a:endParaRPr sz="1400"/>
          </a:p>
          <a:p>
            <a:pPr marL="457200" lvl="0" indent="-330200" algn="l" rtl="0">
              <a:lnSpc>
                <a:spcPct val="90000"/>
              </a:lnSpc>
              <a:spcBef>
                <a:spcPts val="1000"/>
              </a:spcBef>
              <a:spcAft>
                <a:spcPts val="0"/>
              </a:spcAft>
              <a:buSzPts val="1600"/>
              <a:buFont typeface="Arial"/>
              <a:buChar char="●"/>
            </a:pPr>
            <a:r>
              <a:rPr lang="en-US" sz="1400"/>
              <a:t>Enter the following command in the terminal to start the Express server:</a:t>
            </a:r>
            <a:endParaRPr sz="1400"/>
          </a:p>
          <a:p>
            <a:pPr marL="457200" lvl="0" indent="-406400" algn="l" rtl="0">
              <a:lnSpc>
                <a:spcPct val="90000"/>
              </a:lnSpc>
              <a:spcBef>
                <a:spcPts val="1000"/>
              </a:spcBef>
              <a:spcAft>
                <a:spcPts val="0"/>
              </a:spcAft>
              <a:buSzPts val="1600"/>
              <a:buNone/>
            </a:pPr>
            <a:r>
              <a:rPr lang="en-US" sz="1400"/>
              <a:t>         </a:t>
            </a:r>
            <a:r>
              <a:rPr lang="en-US" sz="1400" b="1">
                <a:latin typeface="Consolas"/>
                <a:ea typeface="Consolas"/>
                <a:cs typeface="Consolas"/>
                <a:sym typeface="Consolas"/>
              </a:rPr>
              <a:t>&gt; nodemon server.js</a:t>
            </a:r>
            <a:endParaRPr sz="1400" b="1">
              <a:latin typeface="Consolas"/>
              <a:ea typeface="Consolas"/>
              <a:cs typeface="Consolas"/>
              <a:sym typeface="Consolas"/>
            </a:endParaRPr>
          </a:p>
          <a:p>
            <a:pPr marL="457200" lvl="0" indent="-330200" algn="l" rtl="0">
              <a:lnSpc>
                <a:spcPct val="90000"/>
              </a:lnSpc>
              <a:spcBef>
                <a:spcPts val="1000"/>
              </a:spcBef>
              <a:spcAft>
                <a:spcPts val="0"/>
              </a:spcAft>
              <a:buSzPts val="1600"/>
              <a:buFont typeface="Arial"/>
              <a:buChar char="●"/>
            </a:pPr>
            <a:r>
              <a:rPr lang="en-US" sz="1400"/>
              <a:t>In </a:t>
            </a:r>
            <a:r>
              <a:rPr lang="en-US" sz="1400" b="1">
                <a:latin typeface="Consolas"/>
                <a:ea typeface="Consolas"/>
                <a:cs typeface="Consolas"/>
                <a:sym typeface="Consolas"/>
              </a:rPr>
              <a:t>book-routes.js</a:t>
            </a:r>
            <a:r>
              <a:rPr lang="en-US" sz="1400"/>
              <a:t>, create two routes for the get and post functions</a:t>
            </a:r>
            <a:endParaRPr sz="1400"/>
          </a:p>
          <a:p>
            <a:pPr marL="914400" lvl="1" indent="-330200" algn="l" rtl="0">
              <a:lnSpc>
                <a:spcPct val="90000"/>
              </a:lnSpc>
              <a:spcBef>
                <a:spcPts val="500"/>
              </a:spcBef>
              <a:spcAft>
                <a:spcPts val="0"/>
              </a:spcAft>
              <a:buSzPts val="1600"/>
              <a:buFont typeface="Arial"/>
              <a:buChar char="●"/>
            </a:pPr>
            <a:r>
              <a:rPr lang="en-US" sz="1400"/>
              <a:t>A </a:t>
            </a:r>
            <a:r>
              <a:rPr lang="en-US" sz="1400" b="1"/>
              <a:t>get</a:t>
            </a:r>
            <a:r>
              <a:rPr lang="en-US" sz="1400"/>
              <a:t> route to display form:</a:t>
            </a:r>
            <a:endParaRPr/>
          </a:p>
          <a:p>
            <a:pPr marL="1041400" lvl="2" indent="0" algn="l" rtl="0">
              <a:lnSpc>
                <a:spcPct val="90000"/>
              </a:lnSpc>
              <a:spcBef>
                <a:spcPts val="500"/>
              </a:spcBef>
              <a:spcAft>
                <a:spcPts val="0"/>
              </a:spcAft>
              <a:buSzPts val="1600"/>
              <a:buNone/>
            </a:pPr>
            <a:r>
              <a:rPr lang="en-US" sz="1200" b="1">
                <a:latin typeface="Consolas"/>
                <a:ea typeface="Consolas"/>
                <a:cs typeface="Consolas"/>
                <a:sym typeface="Consolas"/>
              </a:rPr>
              <a:t>router.get("/add-book", booksController.showAddForm);</a:t>
            </a:r>
            <a:endParaRPr sz="1400" b="1">
              <a:latin typeface="Consolas"/>
              <a:ea typeface="Consolas"/>
              <a:cs typeface="Consolas"/>
              <a:sym typeface="Consolas"/>
            </a:endParaRPr>
          </a:p>
          <a:p>
            <a:pPr marL="914400" lvl="1" indent="-330200" algn="l" rtl="0">
              <a:lnSpc>
                <a:spcPct val="90000"/>
              </a:lnSpc>
              <a:spcBef>
                <a:spcPts val="500"/>
              </a:spcBef>
              <a:spcAft>
                <a:spcPts val="0"/>
              </a:spcAft>
              <a:buSzPts val="1600"/>
              <a:buFont typeface="Arial"/>
              <a:buChar char="●"/>
            </a:pPr>
            <a:r>
              <a:rPr lang="en-US" sz="1400"/>
              <a:t>A </a:t>
            </a:r>
            <a:r>
              <a:rPr lang="en-US" sz="1400" b="1"/>
              <a:t>post</a:t>
            </a:r>
            <a:r>
              <a:rPr lang="en-US" sz="1400"/>
              <a:t> route to submit form:</a:t>
            </a:r>
            <a:endParaRPr/>
          </a:p>
          <a:p>
            <a:pPr marL="1041400" lvl="2" indent="0" algn="l" rtl="0">
              <a:lnSpc>
                <a:spcPct val="90000"/>
              </a:lnSpc>
              <a:spcBef>
                <a:spcPts val="500"/>
              </a:spcBef>
              <a:spcAft>
                <a:spcPts val="0"/>
              </a:spcAft>
              <a:buSzPts val="1600"/>
              <a:buNone/>
            </a:pPr>
            <a:r>
              <a:rPr lang="en-US" sz="1200" b="1">
                <a:latin typeface="Consolas"/>
                <a:ea typeface="Consolas"/>
                <a:cs typeface="Consolas"/>
                <a:sym typeface="Consolas"/>
              </a:rPr>
              <a:t>router.post("/add-book", booksController.createBook);</a:t>
            </a:r>
            <a:endParaRPr sz="1300" b="1">
              <a:latin typeface="Consolas"/>
              <a:ea typeface="Consolas"/>
              <a:cs typeface="Consolas"/>
              <a:sym typeface="Consolas"/>
            </a:endParaRPr>
          </a:p>
          <a:p>
            <a:pPr marL="127000" lvl="0" indent="0" algn="l" rtl="0">
              <a:lnSpc>
                <a:spcPct val="90000"/>
              </a:lnSpc>
              <a:spcBef>
                <a:spcPts val="1000"/>
              </a:spcBef>
              <a:spcAft>
                <a:spcPts val="0"/>
              </a:spcAft>
              <a:buSzPts val="1600"/>
              <a:buNone/>
            </a:pPr>
            <a:endParaRPr sz="1400"/>
          </a:p>
          <a:p>
            <a:pPr marL="457200" lvl="0" indent="-406400" algn="l" rtl="0">
              <a:lnSpc>
                <a:spcPct val="90000"/>
              </a:lnSpc>
              <a:spcBef>
                <a:spcPts val="1000"/>
              </a:spcBef>
              <a:spcAft>
                <a:spcPts val="0"/>
              </a:spcAft>
              <a:buSzPts val="2400"/>
              <a:buNone/>
            </a:pPr>
            <a:endParaRPr sz="1400"/>
          </a:p>
        </p:txBody>
      </p:sp>
      <p:sp>
        <p:nvSpPr>
          <p:cNvPr id="554" name="Google Shape;554;p42"/>
          <p:cNvSpPr txBox="1"/>
          <p:nvPr/>
        </p:nvSpPr>
        <p:spPr>
          <a:xfrm>
            <a:off x="6064877" y="1797036"/>
            <a:ext cx="6017124" cy="4700714"/>
          </a:xfrm>
          <a:prstGeom prst="rect">
            <a:avLst/>
          </a:prstGeom>
          <a:noFill/>
          <a:ln>
            <a:noFill/>
          </a:ln>
        </p:spPr>
        <p:txBody>
          <a:bodyPr spcFirstLastPara="1" wrap="square" lIns="91425" tIns="45700" rIns="91425" bIns="45700" anchor="t" anchorCtr="0">
            <a:noAutofit/>
          </a:bodyPr>
          <a:lstStyle/>
          <a:p>
            <a:pPr marL="457200" marR="0" lvl="0" indent="-330200" algn="l" rtl="0">
              <a:lnSpc>
                <a:spcPct val="90000"/>
              </a:lnSpc>
              <a:spcBef>
                <a:spcPts val="1000"/>
              </a:spcBef>
              <a:spcAft>
                <a:spcPts val="0"/>
              </a:spcAft>
              <a:buClr>
                <a:srgbClr val="000000"/>
              </a:buClr>
              <a:buSzPts val="1600"/>
              <a:buFont typeface="Arial"/>
              <a:buChar char="●"/>
            </a:pPr>
            <a:r>
              <a:rPr lang="en-US" sz="1400" b="0" i="0" u="none" strike="noStrike" cap="none">
                <a:solidFill>
                  <a:srgbClr val="000000"/>
                </a:solidFill>
                <a:latin typeface="Arial"/>
                <a:ea typeface="Arial"/>
                <a:cs typeface="Arial"/>
                <a:sym typeface="Arial"/>
              </a:rPr>
              <a:t>In </a:t>
            </a:r>
            <a:r>
              <a:rPr lang="en-US" sz="1400" b="1" i="0" u="none" strike="noStrike" cap="none">
                <a:solidFill>
                  <a:srgbClr val="000000"/>
                </a:solidFill>
                <a:latin typeface="Consolas"/>
                <a:ea typeface="Consolas"/>
                <a:cs typeface="Consolas"/>
                <a:sym typeface="Consolas"/>
              </a:rPr>
              <a:t>book-controller.js,</a:t>
            </a:r>
            <a:r>
              <a:rPr lang="en-US" sz="1400" b="1" i="0" u="none" strike="noStrike" cap="none">
                <a:solidFill>
                  <a:srgbClr val="0000FF"/>
                </a:solidFill>
                <a:latin typeface="Arial"/>
                <a:ea typeface="Arial"/>
                <a:cs typeface="Arial"/>
                <a:sym typeface="Arial"/>
              </a:rPr>
              <a:t> </a:t>
            </a:r>
            <a:r>
              <a:rPr lang="en-US" sz="1400" b="0" i="0" u="none" strike="noStrike" cap="none">
                <a:solidFill>
                  <a:srgbClr val="000000"/>
                </a:solidFill>
                <a:latin typeface="Arial"/>
                <a:ea typeface="Arial"/>
                <a:cs typeface="Arial"/>
                <a:sym typeface="Arial"/>
              </a:rPr>
              <a:t>create two functions one to display form and one to submit form.</a:t>
            </a:r>
            <a:endParaRPr/>
          </a:p>
          <a:p>
            <a:pPr marL="914400" marR="0" lvl="1" indent="-330200" algn="l" rtl="0">
              <a:lnSpc>
                <a:spcPct val="90000"/>
              </a:lnSpc>
              <a:spcBef>
                <a:spcPts val="500"/>
              </a:spcBef>
              <a:spcAft>
                <a:spcPts val="0"/>
              </a:spcAft>
              <a:buClr>
                <a:srgbClr val="000000"/>
              </a:buClr>
              <a:buSzPts val="1600"/>
              <a:buFont typeface="Arial"/>
              <a:buChar char="●"/>
            </a:pPr>
            <a:r>
              <a:rPr lang="en-US" sz="1400" b="1" i="0" u="none" strike="noStrike" cap="none">
                <a:solidFill>
                  <a:srgbClr val="000000"/>
                </a:solidFill>
                <a:latin typeface="Consolas"/>
                <a:ea typeface="Consolas"/>
                <a:cs typeface="Consolas"/>
                <a:sym typeface="Consolas"/>
              </a:rPr>
              <a:t>showAddForm()</a:t>
            </a:r>
            <a:r>
              <a:rPr lang="en-US" sz="1400" b="0" i="0" u="none" strike="noStrike" cap="none">
                <a:solidFill>
                  <a:srgbClr val="000000"/>
                </a:solidFill>
                <a:latin typeface="Arial"/>
                <a:ea typeface="Arial"/>
                <a:cs typeface="Arial"/>
                <a:sym typeface="Arial"/>
              </a:rPr>
              <a:t>, </a:t>
            </a:r>
            <a:r>
              <a:rPr lang="en-US" sz="1400" b="1" i="0" u="none" strike="noStrike" cap="none">
                <a:solidFill>
                  <a:srgbClr val="000000"/>
                </a:solidFill>
                <a:latin typeface="Consolas"/>
                <a:ea typeface="Consolas"/>
                <a:cs typeface="Consolas"/>
                <a:sym typeface="Consolas"/>
              </a:rPr>
              <a:t>createBook()</a:t>
            </a:r>
            <a:endParaRPr/>
          </a:p>
          <a:p>
            <a:pPr marL="457200" marR="0" lvl="0" indent="-330200" algn="l" rtl="0">
              <a:lnSpc>
                <a:spcPct val="90000"/>
              </a:lnSpc>
              <a:spcBef>
                <a:spcPts val="1000"/>
              </a:spcBef>
              <a:spcAft>
                <a:spcPts val="0"/>
              </a:spcAft>
              <a:buClr>
                <a:schemeClr val="dk1"/>
              </a:buClr>
              <a:buSzPts val="1600"/>
              <a:buFont typeface="Arial"/>
              <a:buChar char="●"/>
            </a:pPr>
            <a:r>
              <a:rPr lang="en-US" sz="1400" b="0" i="0" u="none" strike="noStrike" cap="none">
                <a:solidFill>
                  <a:schemeClr val="dk1"/>
                </a:solidFill>
                <a:latin typeface="Arial"/>
                <a:ea typeface="Arial"/>
                <a:cs typeface="Arial"/>
                <a:sym typeface="Arial"/>
              </a:rPr>
              <a:t>In </a:t>
            </a:r>
            <a:r>
              <a:rPr lang="en-US" sz="1400" b="1" i="0" u="none" strike="noStrike" cap="none">
                <a:solidFill>
                  <a:schemeClr val="dk1"/>
                </a:solidFill>
                <a:latin typeface="Consolas"/>
                <a:ea typeface="Consolas"/>
                <a:cs typeface="Consolas"/>
                <a:sym typeface="Consolas"/>
              </a:rPr>
              <a:t>showAddForm()</a:t>
            </a:r>
            <a:r>
              <a:rPr lang="en-US" sz="1400" b="0" i="0" u="none" strike="noStrike" cap="none">
                <a:solidFill>
                  <a:schemeClr val="dk1"/>
                </a:solidFill>
                <a:latin typeface="Arial"/>
                <a:ea typeface="Arial"/>
                <a:cs typeface="Arial"/>
                <a:sym typeface="Arial"/>
              </a:rPr>
              <a:t>, renders the </a:t>
            </a:r>
            <a:r>
              <a:rPr lang="en-US" sz="1400" b="1" i="0" u="none" strike="noStrike" cap="none">
                <a:solidFill>
                  <a:schemeClr val="dk1"/>
                </a:solidFill>
                <a:latin typeface="Consolas"/>
                <a:ea typeface="Consolas"/>
                <a:cs typeface="Consolas"/>
                <a:sym typeface="Consolas"/>
              </a:rPr>
              <a:t>add-book.ejs</a:t>
            </a:r>
            <a:r>
              <a:rPr lang="en-US" sz="1400" b="0" i="0" u="none" strike="noStrike" cap="none">
                <a:solidFill>
                  <a:schemeClr val="dk1"/>
                </a:solidFill>
                <a:latin typeface="Arial"/>
                <a:ea typeface="Arial"/>
                <a:cs typeface="Arial"/>
                <a:sym typeface="Arial"/>
              </a:rPr>
              <a:t> with empty results.</a:t>
            </a:r>
            <a:endParaRPr sz="1400" b="0" i="0" u="none" strike="noStrike" cap="none">
              <a:solidFill>
                <a:srgbClr val="000000"/>
              </a:solidFill>
              <a:latin typeface="Arial"/>
              <a:ea typeface="Arial"/>
              <a:cs typeface="Arial"/>
              <a:sym typeface="Arial"/>
            </a:endParaRPr>
          </a:p>
          <a:p>
            <a:pPr marL="457200" marR="0" lvl="0" indent="-330200" algn="l" rtl="0">
              <a:lnSpc>
                <a:spcPct val="90000"/>
              </a:lnSpc>
              <a:spcBef>
                <a:spcPts val="1000"/>
              </a:spcBef>
              <a:spcAft>
                <a:spcPts val="0"/>
              </a:spcAft>
              <a:buClr>
                <a:schemeClr val="dk1"/>
              </a:buClr>
              <a:buSzPts val="1600"/>
              <a:buFont typeface="Arial"/>
              <a:buChar char="●"/>
            </a:pPr>
            <a:r>
              <a:rPr lang="en-US" sz="1400" b="0" i="0" u="none" strike="noStrike" cap="none">
                <a:solidFill>
                  <a:schemeClr val="dk1"/>
                </a:solidFill>
                <a:latin typeface="Arial"/>
                <a:ea typeface="Arial"/>
                <a:cs typeface="Arial"/>
                <a:sym typeface="Arial"/>
              </a:rPr>
              <a:t>In </a:t>
            </a:r>
            <a:r>
              <a:rPr lang="en-US" sz="1400" b="1" i="0" u="none" strike="noStrike" cap="none">
                <a:solidFill>
                  <a:schemeClr val="dk1"/>
                </a:solidFill>
                <a:latin typeface="Consolas"/>
                <a:ea typeface="Consolas"/>
                <a:cs typeface="Consolas"/>
                <a:sym typeface="Consolas"/>
              </a:rPr>
              <a:t>createBook()</a:t>
            </a:r>
            <a:r>
              <a:rPr lang="en-US" sz="1400" b="0" i="0" u="none" strike="noStrike" cap="none">
                <a:solidFill>
                  <a:schemeClr val="dk1"/>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a:p>
            <a:pPr marL="914400" marR="0" lvl="1" indent="-330200" algn="l" rtl="0">
              <a:lnSpc>
                <a:spcPct val="90000"/>
              </a:lnSpc>
              <a:spcBef>
                <a:spcPts val="500"/>
              </a:spcBef>
              <a:spcAft>
                <a:spcPts val="0"/>
              </a:spcAft>
              <a:buClr>
                <a:schemeClr val="dk1"/>
              </a:buClr>
              <a:buSzPts val="1600"/>
              <a:buFont typeface="Arial"/>
              <a:buChar char="●"/>
            </a:pPr>
            <a:r>
              <a:rPr lang="en-US" sz="1400" b="0" i="0" u="none" strike="noStrike" cap="none">
                <a:solidFill>
                  <a:schemeClr val="dk1"/>
                </a:solidFill>
                <a:latin typeface="Arial"/>
                <a:ea typeface="Arial"/>
                <a:cs typeface="Arial"/>
                <a:sym typeface="Arial"/>
              </a:rPr>
              <a:t>Retrieves the user input. </a:t>
            </a:r>
            <a:endParaRPr sz="1400" b="0" i="0" u="none" strike="noStrike" cap="none">
              <a:solidFill>
                <a:srgbClr val="000000"/>
              </a:solidFill>
              <a:latin typeface="Arial"/>
              <a:ea typeface="Arial"/>
              <a:cs typeface="Arial"/>
              <a:sym typeface="Arial"/>
            </a:endParaRPr>
          </a:p>
          <a:p>
            <a:pPr marL="914400" marR="0" lvl="1" indent="-330200" algn="l" rtl="0">
              <a:lnSpc>
                <a:spcPct val="90000"/>
              </a:lnSpc>
              <a:spcBef>
                <a:spcPts val="500"/>
              </a:spcBef>
              <a:spcAft>
                <a:spcPts val="0"/>
              </a:spcAft>
              <a:buClr>
                <a:schemeClr val="dk1"/>
              </a:buClr>
              <a:buSzPts val="1600"/>
              <a:buFont typeface="Arial"/>
              <a:buChar char="●"/>
            </a:pPr>
            <a:r>
              <a:rPr lang="en-US" sz="1400" b="0" i="0" u="none" strike="noStrike" cap="none">
                <a:solidFill>
                  <a:schemeClr val="dk1"/>
                </a:solidFill>
                <a:latin typeface="Arial"/>
                <a:ea typeface="Arial"/>
                <a:cs typeface="Arial"/>
                <a:sym typeface="Arial"/>
              </a:rPr>
              <a:t>Puts all the user input into a structure and creates the book using </a:t>
            </a:r>
            <a:r>
              <a:rPr lang="en-US" sz="1400" b="1" i="0" u="none" strike="noStrike" cap="none">
                <a:solidFill>
                  <a:schemeClr val="dk1"/>
                </a:solidFill>
                <a:latin typeface="Consolas"/>
                <a:ea typeface="Consolas"/>
                <a:cs typeface="Consolas"/>
                <a:sym typeface="Consolas"/>
              </a:rPr>
              <a:t>Book.addBook()</a:t>
            </a:r>
            <a:r>
              <a:rPr lang="en-US" sz="1400" b="0" i="0" u="none" strike="noStrike" cap="none">
                <a:solidFill>
                  <a:schemeClr val="dk1"/>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a:p>
            <a:pPr marL="914400" marR="0" lvl="1" indent="-330200" algn="l" rtl="0">
              <a:lnSpc>
                <a:spcPct val="90000"/>
              </a:lnSpc>
              <a:spcBef>
                <a:spcPts val="500"/>
              </a:spcBef>
              <a:spcAft>
                <a:spcPts val="0"/>
              </a:spcAft>
              <a:buClr>
                <a:schemeClr val="dk1"/>
              </a:buClr>
              <a:buSzPts val="1600"/>
              <a:buFont typeface="Arial"/>
              <a:buChar char="●"/>
            </a:pPr>
            <a:r>
              <a:rPr lang="en-US" sz="1400" b="0" i="0" u="none" strike="noStrike" cap="none">
                <a:solidFill>
                  <a:schemeClr val="dk1"/>
                </a:solidFill>
                <a:latin typeface="Arial"/>
                <a:ea typeface="Arial"/>
                <a:cs typeface="Arial"/>
                <a:sym typeface="Arial"/>
              </a:rPr>
              <a:t>If the result is successful, It will display the message in expected output 1 and display the book details</a:t>
            </a:r>
            <a:endParaRPr sz="1400" b="0" i="0" u="none" strike="noStrike" cap="none">
              <a:solidFill>
                <a:srgbClr val="000000"/>
              </a:solidFill>
              <a:latin typeface="Arial"/>
              <a:ea typeface="Arial"/>
              <a:cs typeface="Arial"/>
              <a:sym typeface="Arial"/>
            </a:endParaRPr>
          </a:p>
          <a:p>
            <a:pPr marL="914400" marR="0" lvl="1" indent="-330200" algn="l" rtl="0">
              <a:lnSpc>
                <a:spcPct val="90000"/>
              </a:lnSpc>
              <a:spcBef>
                <a:spcPts val="500"/>
              </a:spcBef>
              <a:spcAft>
                <a:spcPts val="0"/>
              </a:spcAft>
              <a:buClr>
                <a:schemeClr val="dk1"/>
              </a:buClr>
              <a:buSzPts val="1600"/>
              <a:buFont typeface="Arial"/>
              <a:buChar char="●"/>
            </a:pPr>
            <a:r>
              <a:rPr lang="en-US" sz="1400" b="0" i="0" u="none" strike="noStrike" cap="none">
                <a:solidFill>
                  <a:schemeClr val="dk1"/>
                </a:solidFill>
                <a:latin typeface="Arial"/>
                <a:ea typeface="Arial"/>
                <a:cs typeface="Arial"/>
                <a:sym typeface="Arial"/>
              </a:rPr>
              <a:t>If add fails, it will set result to fail and renders the form with a “fail” result and display the message in expected output 2</a:t>
            </a:r>
            <a:endParaRPr sz="1400" b="0" i="0" u="none" strike="noStrike" cap="none">
              <a:solidFill>
                <a:srgbClr val="000000"/>
              </a:solidFill>
              <a:latin typeface="Arial"/>
              <a:ea typeface="Arial"/>
              <a:cs typeface="Arial"/>
              <a:sym typeface="Arial"/>
            </a:endParaRPr>
          </a:p>
          <a:p>
            <a:pPr marL="457200" marR="0" lvl="0" indent="-330200" algn="l" rtl="0">
              <a:lnSpc>
                <a:spcPct val="90000"/>
              </a:lnSpc>
              <a:spcBef>
                <a:spcPts val="1000"/>
              </a:spcBef>
              <a:spcAft>
                <a:spcPts val="0"/>
              </a:spcAft>
              <a:buClr>
                <a:schemeClr val="dk1"/>
              </a:buClr>
              <a:buSzPts val="1600"/>
              <a:buFont typeface="Arial"/>
              <a:buChar char="●"/>
            </a:pPr>
            <a:r>
              <a:rPr lang="en-US" sz="1400" b="0" i="0" u="none" strike="noStrike" cap="none">
                <a:solidFill>
                  <a:schemeClr val="dk1"/>
                </a:solidFill>
                <a:latin typeface="Arial"/>
                <a:ea typeface="Arial"/>
                <a:cs typeface="Arial"/>
                <a:sym typeface="Arial"/>
              </a:rPr>
              <a:t>Complete </a:t>
            </a:r>
            <a:r>
              <a:rPr lang="en-US" sz="1400" b="1" i="0" u="none" strike="noStrike" cap="none">
                <a:solidFill>
                  <a:schemeClr val="dk1"/>
                </a:solidFill>
                <a:latin typeface="Consolas"/>
                <a:ea typeface="Consolas"/>
                <a:cs typeface="Consolas"/>
                <a:sym typeface="Consolas"/>
              </a:rPr>
              <a:t>add-book.ejs</a:t>
            </a:r>
            <a:r>
              <a:rPr lang="en-US" sz="1400" b="0" i="0" u="none" strike="noStrike" cap="none">
                <a:solidFill>
                  <a:schemeClr val="dk1"/>
                </a:solidFill>
                <a:latin typeface="Arial"/>
                <a:ea typeface="Arial"/>
                <a:cs typeface="Arial"/>
                <a:sym typeface="Arial"/>
              </a:rPr>
              <a:t> to display the relevant outputs</a:t>
            </a:r>
            <a:endParaRPr sz="1400" b="0" i="0" u="none" strike="noStrike" cap="none">
              <a:solidFill>
                <a:srgbClr val="000000"/>
              </a:solidFill>
              <a:latin typeface="Arial"/>
              <a:ea typeface="Arial"/>
              <a:cs typeface="Arial"/>
              <a:sym typeface="Arial"/>
            </a:endParaRPr>
          </a:p>
          <a:p>
            <a:pPr marL="127000" marR="0" lvl="0" indent="0" algn="l" rtl="0">
              <a:lnSpc>
                <a:spcPct val="90000"/>
              </a:lnSpc>
              <a:spcBef>
                <a:spcPts val="1000"/>
              </a:spcBef>
              <a:spcAft>
                <a:spcPts val="0"/>
              </a:spcAft>
              <a:buClr>
                <a:schemeClr val="dk1"/>
              </a:buClr>
              <a:buSzPts val="1600"/>
              <a:buFont typeface="Arial"/>
              <a:buNone/>
            </a:pPr>
            <a:r>
              <a:rPr lang="en-US" sz="1400" b="1" i="0" u="none" strike="noStrike" cap="none">
                <a:solidFill>
                  <a:srgbClr val="0000FF"/>
                </a:solidFill>
                <a:latin typeface="Arial"/>
                <a:ea typeface="Arial"/>
                <a:cs typeface="Arial"/>
                <a:sym typeface="Arial"/>
              </a:rPr>
              <a:t>Extra: </a:t>
            </a:r>
            <a:r>
              <a:rPr lang="en-US" sz="1400" b="0" i="0" u="none" strike="noStrike" cap="none">
                <a:solidFill>
                  <a:schemeClr val="dk1"/>
                </a:solidFill>
                <a:latin typeface="Arial"/>
                <a:ea typeface="Arial"/>
                <a:cs typeface="Arial"/>
                <a:sym typeface="Arial"/>
              </a:rPr>
              <a:t>Do data validation for all the fields, checking that all of them are required and not an empty string.</a:t>
            </a:r>
            <a:endParaRPr sz="1400" b="0" i="0" u="none" strike="noStrike" cap="none">
              <a:solidFill>
                <a:srgbClr val="000000"/>
              </a:solidFill>
              <a:latin typeface="Arial"/>
              <a:ea typeface="Arial"/>
              <a:cs typeface="Arial"/>
              <a:sym typeface="Arial"/>
            </a:endParaRPr>
          </a:p>
          <a:p>
            <a:pPr marL="457200" marR="0" lvl="0" indent="-406400" algn="l" rtl="0">
              <a:lnSpc>
                <a:spcPct val="90000"/>
              </a:lnSpc>
              <a:spcBef>
                <a:spcPts val="1000"/>
              </a:spcBef>
              <a:spcAft>
                <a:spcPts val="0"/>
              </a:spcAft>
              <a:buClr>
                <a:schemeClr val="dk1"/>
              </a:buClr>
              <a:buSzPts val="2400"/>
              <a:buFont typeface="Arial"/>
              <a:buNone/>
            </a:pPr>
            <a:endParaRPr sz="1400" b="0" i="0" u="none" strike="noStrike" cap="none">
              <a:solidFill>
                <a:schemeClr val="dk1"/>
              </a:solidFill>
              <a:latin typeface="Arial"/>
              <a:ea typeface="Arial"/>
              <a:cs typeface="Arial"/>
              <a:sym typeface="Arial"/>
            </a:endParaRPr>
          </a:p>
        </p:txBody>
      </p:sp>
      <p:sp>
        <p:nvSpPr>
          <p:cNvPr id="555" name="Google Shape;555;p42"/>
          <p:cNvSpPr txBox="1"/>
          <p:nvPr/>
        </p:nvSpPr>
        <p:spPr>
          <a:xfrm>
            <a:off x="245161" y="1396836"/>
            <a:ext cx="5819716" cy="800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1" i="0" u="sng" strike="noStrike" cap="none">
                <a:solidFill>
                  <a:schemeClr val="dk1"/>
                </a:solidFill>
                <a:latin typeface="Arial"/>
                <a:ea typeface="Arial"/>
                <a:cs typeface="Arial"/>
                <a:sym typeface="Arial"/>
              </a:rPr>
              <a:t>Exercise 2: Create a new book using user’s input</a:t>
            </a:r>
            <a:br>
              <a:rPr lang="en-US" sz="1600" b="0" i="0" u="none" strike="noStrike" cap="none">
                <a:solidFill>
                  <a:schemeClr val="dk1"/>
                </a:solidFill>
                <a:latin typeface="Arial"/>
                <a:ea typeface="Arial"/>
                <a:cs typeface="Arial"/>
                <a:sym typeface="Arial"/>
              </a:rPr>
            </a:br>
            <a:br>
              <a:rPr lang="en-US" sz="1600" b="0" i="0" u="none" strike="noStrike" cap="none">
                <a:solidFill>
                  <a:schemeClr val="dk1"/>
                </a:solidFill>
                <a:latin typeface="Arial"/>
                <a:ea typeface="Arial"/>
                <a:cs typeface="Arial"/>
                <a:sym typeface="Arial"/>
              </a:rPr>
            </a:br>
            <a:r>
              <a:rPr lang="en-US" sz="1400" b="1" i="0" u="sng" strike="noStrike" cap="none">
                <a:solidFill>
                  <a:schemeClr val="dk1"/>
                </a:solidFill>
                <a:latin typeface="Arial"/>
                <a:ea typeface="Arial"/>
                <a:cs typeface="Arial"/>
                <a:sym typeface="Arial"/>
              </a:rPr>
              <a:t>TASKS</a:t>
            </a:r>
            <a:endParaRPr sz="1400" b="1" i="0" u="sng" strike="noStrike" cap="none">
              <a:solidFill>
                <a:schemeClr val="dk1"/>
              </a:solidFill>
              <a:latin typeface="Arial"/>
              <a:ea typeface="Arial"/>
              <a:cs typeface="Arial"/>
              <a:sym typeface="Aria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559"/>
        <p:cNvGrpSpPr/>
        <p:nvPr/>
      </p:nvGrpSpPr>
      <p:grpSpPr>
        <a:xfrm>
          <a:off x="0" y="0"/>
          <a:ext cx="0" cy="0"/>
          <a:chOff x="0" y="0"/>
          <a:chExt cx="0" cy="0"/>
        </a:xfrm>
      </p:grpSpPr>
      <p:sp>
        <p:nvSpPr>
          <p:cNvPr id="560" name="Google Shape;560;p43"/>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Clr>
                <a:srgbClr val="000000"/>
              </a:buClr>
              <a:buSzPts val="2400"/>
              <a:buFont typeface="Arial"/>
              <a:buNone/>
            </a:pPr>
            <a:r>
              <a:rPr lang="en-US" sz="2400" b="1" i="0" u="none" strike="noStrike" cap="none" dirty="0">
                <a:solidFill>
                  <a:srgbClr val="11175E"/>
                </a:solidFill>
                <a:highlight>
                  <a:srgbClr val="FFFF00"/>
                </a:highlight>
                <a:latin typeface="Arial"/>
                <a:ea typeface="Arial"/>
                <a:cs typeface="Arial"/>
                <a:sym typeface="Arial"/>
              </a:rPr>
              <a:t>Update a Document (Patch)</a:t>
            </a:r>
            <a:endParaRPr sz="2400" b="1" i="0" u="none" strike="noStrike" cap="none" dirty="0">
              <a:solidFill>
                <a:srgbClr val="11175E"/>
              </a:solidFill>
              <a:highlight>
                <a:srgbClr val="FFFF00"/>
              </a:highlight>
              <a:latin typeface="Arial"/>
              <a:ea typeface="Arial"/>
              <a:cs typeface="Arial"/>
              <a:sym typeface="Arial"/>
            </a:endParaRPr>
          </a:p>
        </p:txBody>
      </p:sp>
      <p:sp>
        <p:nvSpPr>
          <p:cNvPr id="561" name="Google Shape;561;p43"/>
          <p:cNvSpPr txBox="1"/>
          <p:nvPr/>
        </p:nvSpPr>
        <p:spPr>
          <a:xfrm>
            <a:off x="240868" y="1375766"/>
            <a:ext cx="10997108" cy="807618"/>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chemeClr val="dk1"/>
                </a:solidFill>
                <a:latin typeface="Arial"/>
                <a:ea typeface="Arial"/>
                <a:cs typeface="Arial"/>
                <a:sym typeface="Arial"/>
              </a:rPr>
              <a:t>Let’s add a method in </a:t>
            </a:r>
            <a:r>
              <a:rPr lang="en-US" sz="1600" b="1" i="0" u="none" strike="noStrike" cap="none">
                <a:solidFill>
                  <a:schemeClr val="dk1"/>
                </a:solidFill>
                <a:latin typeface="Consolas"/>
                <a:ea typeface="Consolas"/>
                <a:cs typeface="Consolas"/>
                <a:sym typeface="Consolas"/>
              </a:rPr>
              <a:t>book-model.js</a:t>
            </a:r>
            <a:r>
              <a:rPr lang="en-US" sz="1600" b="0" i="0" u="none" strike="noStrike" cap="none">
                <a:solidFill>
                  <a:schemeClr val="dk1"/>
                </a:solidFill>
                <a:latin typeface="Arial"/>
                <a:ea typeface="Arial"/>
                <a:cs typeface="Arial"/>
                <a:sym typeface="Arial"/>
              </a:rPr>
              <a:t> to update a document. Updating a document will require the field that we want to find </a:t>
            </a:r>
            <a:r>
              <a:rPr lang="en-US" sz="1600">
                <a:solidFill>
                  <a:schemeClr val="dk1"/>
                </a:solidFill>
              </a:rPr>
              <a:t>(</a:t>
            </a:r>
            <a:r>
              <a:rPr lang="en-US" sz="1600" b="0" i="0" u="none" strike="noStrike" cap="none">
                <a:solidFill>
                  <a:schemeClr val="dk1"/>
                </a:solidFill>
                <a:latin typeface="Arial"/>
                <a:ea typeface="Arial"/>
                <a:cs typeface="Arial"/>
                <a:sym typeface="Arial"/>
              </a:rPr>
              <a:t>normally a unique key/index)  e.g ISBN number and new values for attributes</a:t>
            </a:r>
            <a:endParaRPr sz="1600" b="0" i="0" u="none" strike="noStrike" cap="none">
              <a:solidFill>
                <a:schemeClr val="dk1"/>
              </a:solidFill>
              <a:latin typeface="Arial"/>
              <a:ea typeface="Arial"/>
              <a:cs typeface="Arial"/>
              <a:sym typeface="Arial"/>
            </a:endParaRPr>
          </a:p>
        </p:txBody>
      </p:sp>
      <p:sp>
        <p:nvSpPr>
          <p:cNvPr id="562" name="Google Shape;562;p43"/>
          <p:cNvSpPr txBox="1"/>
          <p:nvPr/>
        </p:nvSpPr>
        <p:spPr>
          <a:xfrm>
            <a:off x="1367937" y="2321859"/>
            <a:ext cx="7606215" cy="2118739"/>
          </a:xfrm>
          <a:prstGeom prst="rect">
            <a:avLst/>
          </a:prstGeom>
          <a:noFill/>
          <a:ln w="9525" cap="flat" cmpd="sng">
            <a:solidFill>
              <a:schemeClr val="accent1"/>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000000"/>
                </a:solidFill>
                <a:latin typeface="Arial"/>
                <a:ea typeface="Arial"/>
                <a:cs typeface="Arial"/>
                <a:sym typeface="Arial"/>
              </a:rPr>
              <a:t>…</a:t>
            </a:r>
            <a:endParaRPr sz="1800" b="1"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Consolas"/>
                <a:ea typeface="Consolas"/>
                <a:cs typeface="Consolas"/>
                <a:sym typeface="Consolas"/>
              </a:rPr>
              <a:t>exports.editBook = function(isbn,rating,price)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Consolas"/>
                <a:ea typeface="Consolas"/>
                <a:cs typeface="Consolas"/>
                <a:sym typeface="Consolas"/>
              </a:rPr>
              <a:t>  return Book.updateOne({isbn:isbn}, {rating:rating, price:price});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Consolas"/>
                <a:ea typeface="Consolas"/>
                <a:cs typeface="Consolas"/>
                <a:sym typeface="Consolas"/>
              </a:rPr>
              <a: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000000"/>
                </a:solidFill>
                <a:latin typeface="Arial"/>
                <a:ea typeface="Arial"/>
                <a:cs typeface="Arial"/>
                <a:sym typeface="Arial"/>
              </a:rPr>
              <a:t>…</a:t>
            </a:r>
            <a:endParaRPr sz="1800" b="1" i="0" u="none" strike="noStrike" cap="none">
              <a:solidFill>
                <a:srgbClr val="000000"/>
              </a:solidFill>
              <a:latin typeface="Arial"/>
              <a:ea typeface="Arial"/>
              <a:cs typeface="Arial"/>
              <a:sym typeface="Arial"/>
            </a:endParaRPr>
          </a:p>
        </p:txBody>
      </p:sp>
      <p:sp>
        <p:nvSpPr>
          <p:cNvPr id="563" name="Google Shape;563;p43"/>
          <p:cNvSpPr/>
          <p:nvPr/>
        </p:nvSpPr>
        <p:spPr>
          <a:xfrm>
            <a:off x="2207283" y="2836337"/>
            <a:ext cx="884260" cy="336036"/>
          </a:xfrm>
          <a:prstGeom prst="flowChartAlternateProcess">
            <a:avLst/>
          </a:prstGeom>
          <a:noFill/>
          <a:ln w="19050" cap="flat" cmpd="sng">
            <a:solidFill>
              <a:srgbClr val="6AA84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564" name="Google Shape;564;p43"/>
          <p:cNvCxnSpPr>
            <a:stCxn id="565" idx="1"/>
            <a:endCxn id="563" idx="0"/>
          </p:cNvCxnSpPr>
          <p:nvPr/>
        </p:nvCxnSpPr>
        <p:spPr>
          <a:xfrm flipH="1">
            <a:off x="2649336" y="2617115"/>
            <a:ext cx="6897000" cy="219300"/>
          </a:xfrm>
          <a:prstGeom prst="bentConnector2">
            <a:avLst/>
          </a:prstGeom>
          <a:noFill/>
          <a:ln w="19050" cap="flat" cmpd="sng">
            <a:solidFill>
              <a:srgbClr val="6AA84F"/>
            </a:solidFill>
            <a:prstDash val="solid"/>
            <a:round/>
            <a:headEnd type="none" w="sm" len="sm"/>
            <a:tailEnd type="triangle" w="med" len="med"/>
          </a:ln>
        </p:spPr>
      </p:cxnSp>
      <p:sp>
        <p:nvSpPr>
          <p:cNvPr id="565" name="Google Shape;565;p43"/>
          <p:cNvSpPr txBox="1"/>
          <p:nvPr/>
        </p:nvSpPr>
        <p:spPr>
          <a:xfrm>
            <a:off x="9546336" y="2155465"/>
            <a:ext cx="2223008" cy="923299"/>
          </a:xfrm>
          <a:prstGeom prst="rect">
            <a:avLst/>
          </a:prstGeom>
          <a:solidFill>
            <a:srgbClr val="B6D7A8"/>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chemeClr val="dk1"/>
                </a:solidFill>
                <a:latin typeface="Arial"/>
                <a:ea typeface="Arial"/>
                <a:cs typeface="Arial"/>
                <a:sym typeface="Arial"/>
              </a:rPr>
              <a:t>We create a method call </a:t>
            </a:r>
            <a:r>
              <a:rPr lang="en-US" sz="1600" b="1" i="0" u="none" strike="noStrike" cap="none">
                <a:solidFill>
                  <a:schemeClr val="dk1"/>
                </a:solidFill>
                <a:latin typeface="Consolas"/>
                <a:ea typeface="Consolas"/>
                <a:cs typeface="Consolas"/>
                <a:sym typeface="Consolas"/>
              </a:rPr>
              <a:t>editBook()</a:t>
            </a:r>
            <a:r>
              <a:rPr lang="en-US" sz="1600" b="0" i="0" u="none" strike="noStrike" cap="none">
                <a:solidFill>
                  <a:schemeClr val="dk1"/>
                </a:solidFill>
                <a:latin typeface="Arial"/>
                <a:ea typeface="Arial"/>
                <a:cs typeface="Arial"/>
                <a:sym typeface="Arial"/>
              </a:rPr>
              <a:t> to update a document</a:t>
            </a:r>
            <a:endParaRPr sz="1600" b="0" i="0" u="none" strike="noStrike" cap="none">
              <a:solidFill>
                <a:srgbClr val="000000"/>
              </a:solidFill>
              <a:latin typeface="Arial"/>
              <a:ea typeface="Arial"/>
              <a:cs typeface="Arial"/>
              <a:sym typeface="Arial"/>
            </a:endParaRPr>
          </a:p>
        </p:txBody>
      </p:sp>
      <p:sp>
        <p:nvSpPr>
          <p:cNvPr id="566" name="Google Shape;566;p43"/>
          <p:cNvSpPr/>
          <p:nvPr/>
        </p:nvSpPr>
        <p:spPr>
          <a:xfrm>
            <a:off x="2305878" y="3272592"/>
            <a:ext cx="5664513" cy="336037"/>
          </a:xfrm>
          <a:prstGeom prst="flowChartAlternateProcess">
            <a:avLst/>
          </a:prstGeom>
          <a:noFill/>
          <a:ln w="19050"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567" name="Google Shape;567;p43"/>
          <p:cNvCxnSpPr>
            <a:stCxn id="568" idx="3"/>
          </p:cNvCxnSpPr>
          <p:nvPr/>
        </p:nvCxnSpPr>
        <p:spPr>
          <a:xfrm rot="10800000" flipH="1">
            <a:off x="4477142" y="3597168"/>
            <a:ext cx="375900" cy="1774500"/>
          </a:xfrm>
          <a:prstGeom prst="bentConnector2">
            <a:avLst/>
          </a:prstGeom>
          <a:noFill/>
          <a:ln w="19050" cap="flat" cmpd="sng">
            <a:solidFill>
              <a:srgbClr val="0000FF"/>
            </a:solidFill>
            <a:prstDash val="solid"/>
            <a:round/>
            <a:headEnd type="none" w="sm" len="sm"/>
            <a:tailEnd type="triangle" w="med" len="med"/>
          </a:ln>
        </p:spPr>
      </p:cxnSp>
      <p:sp>
        <p:nvSpPr>
          <p:cNvPr id="568" name="Google Shape;568;p43"/>
          <p:cNvSpPr txBox="1"/>
          <p:nvPr/>
        </p:nvSpPr>
        <p:spPr>
          <a:xfrm>
            <a:off x="592162" y="4540686"/>
            <a:ext cx="3884980" cy="1661963"/>
          </a:xfrm>
          <a:prstGeom prst="rect">
            <a:avLst/>
          </a:prstGeom>
          <a:solidFill>
            <a:srgbClr val="9FC5E8"/>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US" sz="1600" b="1" i="0" u="none" strike="noStrike" cap="none">
                <a:solidFill>
                  <a:schemeClr val="dk1"/>
                </a:solidFill>
                <a:latin typeface="Consolas"/>
                <a:ea typeface="Consolas"/>
                <a:cs typeface="Consolas"/>
                <a:sym typeface="Consolas"/>
              </a:rPr>
              <a:t>Book.updateOne()</a:t>
            </a:r>
            <a:r>
              <a:rPr lang="en-US" sz="1600" b="0" i="0" u="none" strike="noStrike" cap="none">
                <a:solidFill>
                  <a:schemeClr val="dk1"/>
                </a:solidFill>
                <a:latin typeface="Arial"/>
                <a:ea typeface="Arial"/>
                <a:cs typeface="Arial"/>
                <a:sym typeface="Arial"/>
              </a:rPr>
              <a:t> is the actual syntax to update a documents and the first paramenter is the key value (the </a:t>
            </a:r>
            <a:r>
              <a:rPr lang="en-US" sz="1600" b="1" i="0" u="none" strike="noStrike" cap="none">
                <a:solidFill>
                  <a:schemeClr val="dk1"/>
                </a:solidFill>
                <a:latin typeface="Consolas"/>
                <a:ea typeface="Consolas"/>
                <a:cs typeface="Consolas"/>
                <a:sym typeface="Consolas"/>
              </a:rPr>
              <a:t>WHERE</a:t>
            </a:r>
            <a:r>
              <a:rPr lang="en-US" sz="1600" b="0" i="0" u="none" strike="noStrike" cap="none">
                <a:solidFill>
                  <a:schemeClr val="dk1"/>
                </a:solidFill>
                <a:latin typeface="Arial"/>
                <a:ea typeface="Arial"/>
                <a:cs typeface="Arial"/>
                <a:sym typeface="Arial"/>
              </a:rPr>
              <a:t> clause) and the rest are the attributes to be updated.</a:t>
            </a:r>
            <a:endParaRPr sz="1600" b="0"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Arial"/>
              <a:ea typeface="Arial"/>
              <a:cs typeface="Arial"/>
              <a:sym typeface="Arial"/>
            </a:endParaRPr>
          </a:p>
        </p:txBody>
      </p:sp>
      <p:sp>
        <p:nvSpPr>
          <p:cNvPr id="569" name="Google Shape;569;p43"/>
          <p:cNvSpPr/>
          <p:nvPr/>
        </p:nvSpPr>
        <p:spPr>
          <a:xfrm>
            <a:off x="4147956" y="2853541"/>
            <a:ext cx="1868216" cy="321091"/>
          </a:xfrm>
          <a:prstGeom prst="flowChartAlternateProcess">
            <a:avLst/>
          </a:prstGeom>
          <a:noFill/>
          <a:ln w="19050" cap="flat" cmpd="sng">
            <a:solidFill>
              <a:srgbClr val="CC99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570" name="Google Shape;570;p43"/>
          <p:cNvCxnSpPr>
            <a:stCxn id="571" idx="1"/>
            <a:endCxn id="569" idx="3"/>
          </p:cNvCxnSpPr>
          <p:nvPr/>
        </p:nvCxnSpPr>
        <p:spPr>
          <a:xfrm rot="10800000">
            <a:off x="6016152" y="3014164"/>
            <a:ext cx="3522600" cy="1691700"/>
          </a:xfrm>
          <a:prstGeom prst="bentConnector3">
            <a:avLst>
              <a:gd name="adj1" fmla="val 50000"/>
            </a:avLst>
          </a:prstGeom>
          <a:noFill/>
          <a:ln w="19050" cap="flat" cmpd="sng">
            <a:solidFill>
              <a:srgbClr val="CC99FF"/>
            </a:solidFill>
            <a:prstDash val="solid"/>
            <a:round/>
            <a:headEnd type="none" w="sm" len="sm"/>
            <a:tailEnd type="triangle" w="med" len="med"/>
          </a:ln>
        </p:spPr>
      </p:cxnSp>
      <p:sp>
        <p:nvSpPr>
          <p:cNvPr id="571" name="Google Shape;571;p43"/>
          <p:cNvSpPr txBox="1"/>
          <p:nvPr/>
        </p:nvSpPr>
        <p:spPr>
          <a:xfrm>
            <a:off x="9538752" y="4244215"/>
            <a:ext cx="2230592" cy="923299"/>
          </a:xfrm>
          <a:prstGeom prst="rect">
            <a:avLst/>
          </a:prstGeom>
          <a:solidFill>
            <a:srgbClr val="CC99FF"/>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We will be taking 1 key and 2 values as parameter</a:t>
            </a:r>
            <a:endParaRPr sz="1600" b="0" i="0" u="none" strike="noStrike" cap="none">
              <a:solidFill>
                <a:srgbClr val="000000"/>
              </a:solidFill>
              <a:latin typeface="Arial"/>
              <a:ea typeface="Arial"/>
              <a:cs typeface="Arial"/>
              <a:sym typeface="Arial"/>
            </a:endParaRPr>
          </a:p>
        </p:txBody>
      </p:sp>
      <p:sp>
        <p:nvSpPr>
          <p:cNvPr id="572" name="Google Shape;572;p43"/>
          <p:cNvSpPr txBox="1"/>
          <p:nvPr/>
        </p:nvSpPr>
        <p:spPr>
          <a:xfrm>
            <a:off x="8634604" y="5862109"/>
            <a:ext cx="3522579"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sng" strike="noStrike" cap="none">
                <a:solidFill>
                  <a:srgbClr val="0070C0"/>
                </a:solidFill>
                <a:latin typeface="Arial"/>
                <a:ea typeface="Arial"/>
                <a:cs typeface="Arial"/>
                <a:sym typeface="Arial"/>
                <a:hlinkClick r:id="rId3">
                  <a:extLst>
                    <a:ext uri="{A12FA001-AC4F-418D-AE19-62706E023703}">
                      <ahyp:hlinkClr xmlns:ahyp="http://schemas.microsoft.com/office/drawing/2018/hyperlinkcolor" val="tx"/>
                    </a:ext>
                  </a:extLst>
                </a:hlinkClick>
              </a:rPr>
              <a:t>Read more about  </a:t>
            </a:r>
            <a:r>
              <a:rPr lang="en-US" sz="1400" b="1" i="0" u="sng" strike="noStrike" cap="none">
                <a:solidFill>
                  <a:srgbClr val="0070C0"/>
                </a:solidFill>
                <a:latin typeface="Consolas"/>
                <a:ea typeface="Consolas"/>
                <a:cs typeface="Consolas"/>
                <a:sym typeface="Consolas"/>
              </a:rPr>
              <a:t>M</a:t>
            </a:r>
            <a:r>
              <a:rPr lang="en-US" sz="1400" b="1" i="0" u="sng" strike="noStrike" cap="none">
                <a:solidFill>
                  <a:srgbClr val="0070C0"/>
                </a:solidFill>
                <a:latin typeface="Consolas"/>
                <a:ea typeface="Consolas"/>
                <a:cs typeface="Consolas"/>
                <a:sym typeface="Consolas"/>
                <a:hlinkClick r:id="rId4">
                  <a:extLst>
                    <a:ext uri="{A12FA001-AC4F-418D-AE19-62706E023703}">
                      <ahyp:hlinkClr xmlns:ahyp="http://schemas.microsoft.com/office/drawing/2018/hyperlinkcolor" val="tx"/>
                    </a:ext>
                  </a:extLst>
                </a:hlinkClick>
              </a:rPr>
              <a:t>odel.updateOne()</a:t>
            </a:r>
            <a:endParaRPr sz="1400" b="1" i="0" u="none" strike="noStrike" cap="none">
              <a:solidFill>
                <a:srgbClr val="0070C0"/>
              </a:solidFill>
              <a:latin typeface="Consolas"/>
              <a:ea typeface="Consolas"/>
              <a:cs typeface="Consolas"/>
              <a:sym typeface="Consolas"/>
            </a:endParaRPr>
          </a:p>
        </p:txBody>
      </p:sp>
      <p:sp>
        <p:nvSpPr>
          <p:cNvPr id="573" name="Google Shape;573;p43"/>
          <p:cNvSpPr txBox="1"/>
          <p:nvPr/>
        </p:nvSpPr>
        <p:spPr>
          <a:xfrm>
            <a:off x="4694472" y="4547330"/>
            <a:ext cx="1749000" cy="307800"/>
          </a:xfrm>
          <a:prstGeom prst="rect">
            <a:avLst/>
          </a:prstGeom>
          <a:noFill/>
          <a:ln>
            <a:noFill/>
          </a:ln>
        </p:spPr>
        <p:txBody>
          <a:bodyPr spcFirstLastPara="1" wrap="square" lIns="68575" tIns="68575" rIns="68575" bIns="68575"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sng" strike="noStrike" cap="none">
                <a:solidFill>
                  <a:srgbClr val="000000"/>
                </a:solidFill>
                <a:latin typeface="Consolas"/>
                <a:ea typeface="Consolas"/>
                <a:cs typeface="Consolas"/>
                <a:sym typeface="Consolas"/>
              </a:rPr>
              <a:t>book-model.js</a:t>
            </a:r>
            <a:endParaRPr sz="1100" b="0" i="0" u="sng" strike="noStrike" cap="none">
              <a:solidFill>
                <a:srgbClr val="000000"/>
              </a:solidFill>
              <a:latin typeface="Consolas"/>
              <a:ea typeface="Consolas"/>
              <a:cs typeface="Consolas"/>
              <a:sym typeface="Consolas"/>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577"/>
        <p:cNvGrpSpPr/>
        <p:nvPr/>
      </p:nvGrpSpPr>
      <p:grpSpPr>
        <a:xfrm>
          <a:off x="0" y="0"/>
          <a:ext cx="0" cy="0"/>
          <a:chOff x="0" y="0"/>
          <a:chExt cx="0" cy="0"/>
        </a:xfrm>
      </p:grpSpPr>
      <p:sp>
        <p:nvSpPr>
          <p:cNvPr id="578" name="Google Shape;578;p44"/>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Clr>
                <a:srgbClr val="000000"/>
              </a:buClr>
              <a:buSzPts val="2400"/>
              <a:buFont typeface="Arial"/>
              <a:buNone/>
            </a:pPr>
            <a:r>
              <a:rPr lang="en-US" sz="2400" b="1" i="0" u="none" strike="noStrike" cap="none" dirty="0">
                <a:solidFill>
                  <a:srgbClr val="11175E"/>
                </a:solidFill>
                <a:highlight>
                  <a:srgbClr val="FFFF00"/>
                </a:highlight>
                <a:latin typeface="Arial"/>
                <a:ea typeface="Arial"/>
                <a:cs typeface="Arial"/>
                <a:sym typeface="Arial"/>
              </a:rPr>
              <a:t>Update a Document (Patch)</a:t>
            </a:r>
            <a:endParaRPr sz="2400" b="1" i="0" u="none" strike="noStrike" cap="none" dirty="0">
              <a:solidFill>
                <a:srgbClr val="11175E"/>
              </a:solidFill>
              <a:highlight>
                <a:srgbClr val="FFFF00"/>
              </a:highlight>
              <a:latin typeface="Arial"/>
              <a:ea typeface="Arial"/>
              <a:cs typeface="Arial"/>
              <a:sym typeface="Arial"/>
            </a:endParaRPr>
          </a:p>
        </p:txBody>
      </p:sp>
      <p:sp>
        <p:nvSpPr>
          <p:cNvPr id="579" name="Google Shape;579;p44"/>
          <p:cNvSpPr txBox="1"/>
          <p:nvPr/>
        </p:nvSpPr>
        <p:spPr>
          <a:xfrm>
            <a:off x="242900" y="1375766"/>
            <a:ext cx="11344580" cy="807618"/>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600" b="0" i="0" u="none" strike="noStrike" cap="none">
                <a:solidFill>
                  <a:schemeClr val="dk1"/>
                </a:solidFill>
                <a:latin typeface="Arial"/>
                <a:ea typeface="Arial"/>
                <a:cs typeface="Arial"/>
                <a:sym typeface="Arial"/>
              </a:rPr>
              <a:t>Let’s look at the code for updating a document. Updating a document will require the field that we want to find (normally a unique key/index)  e.g ISBN number and new values for attributes</a:t>
            </a:r>
            <a:endParaRPr sz="1600" b="0" i="0" u="none" strike="noStrike" cap="none">
              <a:solidFill>
                <a:schemeClr val="dk1"/>
              </a:solidFill>
              <a:latin typeface="Arial"/>
              <a:ea typeface="Arial"/>
              <a:cs typeface="Arial"/>
              <a:sym typeface="Arial"/>
            </a:endParaRPr>
          </a:p>
        </p:txBody>
      </p:sp>
      <p:sp>
        <p:nvSpPr>
          <p:cNvPr id="580" name="Google Shape;580;p44"/>
          <p:cNvSpPr txBox="1"/>
          <p:nvPr/>
        </p:nvSpPr>
        <p:spPr>
          <a:xfrm>
            <a:off x="766324" y="2146808"/>
            <a:ext cx="7695259" cy="4177976"/>
          </a:xfrm>
          <a:prstGeom prst="rect">
            <a:avLst/>
          </a:prstGeom>
          <a:noFill/>
          <a:ln w="9525" cap="flat" cmpd="sng">
            <a:solidFill>
              <a:schemeClr val="accent1"/>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50000"/>
              </a:lnSpc>
              <a:spcBef>
                <a:spcPts val="0"/>
              </a:spcBef>
              <a:spcAft>
                <a:spcPts val="0"/>
              </a:spcAft>
              <a:buClr>
                <a:srgbClr val="000000"/>
              </a:buClr>
              <a:buSzPts val="1400"/>
              <a:buFont typeface="Arial"/>
              <a:buNone/>
            </a:pPr>
            <a:r>
              <a:rPr lang="en-US" sz="1400" b="0" i="0" u="none" strike="noStrike" cap="none">
                <a:solidFill>
                  <a:srgbClr val="000000"/>
                </a:solidFill>
                <a:latin typeface="Consolas"/>
                <a:ea typeface="Consolas"/>
                <a:cs typeface="Consolas"/>
                <a:sym typeface="Consolas"/>
              </a:rPr>
              <a:t>exports.updateBook = async (req, res) =&gt; {</a:t>
            </a:r>
            <a:endParaRPr sz="1400" b="0" i="0" u="none" strike="noStrike" cap="none">
              <a:solidFill>
                <a:srgbClr val="000000"/>
              </a:solidFill>
              <a:latin typeface="Arial"/>
              <a:ea typeface="Arial"/>
              <a:cs typeface="Arial"/>
              <a:sym typeface="Arial"/>
            </a:endParaRPr>
          </a:p>
          <a:p>
            <a:pPr marL="0" marR="0" lvl="0" indent="0" algn="l" rtl="0">
              <a:lnSpc>
                <a:spcPct val="150000"/>
              </a:lnSpc>
              <a:spcBef>
                <a:spcPts val="0"/>
              </a:spcBef>
              <a:spcAft>
                <a:spcPts val="0"/>
              </a:spcAft>
              <a:buClr>
                <a:srgbClr val="000000"/>
              </a:buClr>
              <a:buSzPts val="1400"/>
              <a:buFont typeface="Arial"/>
              <a:buNone/>
            </a:pPr>
            <a:r>
              <a:rPr lang="en-US" sz="1400" b="0" i="0" u="none" strike="noStrike" cap="none">
                <a:solidFill>
                  <a:srgbClr val="000000"/>
                </a:solidFill>
                <a:latin typeface="Consolas"/>
                <a:ea typeface="Consolas"/>
                <a:cs typeface="Consolas"/>
                <a:sym typeface="Consolas"/>
              </a:rPr>
              <a:t>  const isbnNo= req.body.isbn; //in the hidden field.</a:t>
            </a:r>
            <a:endParaRPr sz="1400" b="0" i="0" u="none" strike="noStrike" cap="none">
              <a:solidFill>
                <a:srgbClr val="000000"/>
              </a:solidFill>
              <a:latin typeface="Arial"/>
              <a:ea typeface="Arial"/>
              <a:cs typeface="Arial"/>
              <a:sym typeface="Arial"/>
            </a:endParaRPr>
          </a:p>
          <a:p>
            <a:pPr marL="0" marR="0" lvl="0" indent="0" algn="l" rtl="0">
              <a:lnSpc>
                <a:spcPct val="150000"/>
              </a:lnSpc>
              <a:spcBef>
                <a:spcPts val="0"/>
              </a:spcBef>
              <a:spcAft>
                <a:spcPts val="0"/>
              </a:spcAft>
              <a:buClr>
                <a:srgbClr val="000000"/>
              </a:buClr>
              <a:buSzPts val="1400"/>
              <a:buFont typeface="Arial"/>
              <a:buNone/>
            </a:pPr>
            <a:r>
              <a:rPr lang="en-US" sz="1400" b="0" i="0" u="none" strike="noStrike" cap="none">
                <a:solidFill>
                  <a:srgbClr val="000000"/>
                </a:solidFill>
                <a:latin typeface="Consolas"/>
                <a:ea typeface="Consolas"/>
                <a:cs typeface="Consolas"/>
                <a:sym typeface="Consolas"/>
              </a:rPr>
              <a:t>  const newRating = req.body.rating; </a:t>
            </a:r>
            <a:endParaRPr sz="1400" b="0" i="0" u="none" strike="noStrike" cap="none">
              <a:solidFill>
                <a:srgbClr val="000000"/>
              </a:solidFill>
              <a:latin typeface="Arial"/>
              <a:ea typeface="Arial"/>
              <a:cs typeface="Arial"/>
              <a:sym typeface="Arial"/>
            </a:endParaRPr>
          </a:p>
          <a:p>
            <a:pPr marL="0" marR="0" lvl="0" indent="0" algn="l" rtl="0">
              <a:lnSpc>
                <a:spcPct val="150000"/>
              </a:lnSpc>
              <a:spcBef>
                <a:spcPts val="0"/>
              </a:spcBef>
              <a:spcAft>
                <a:spcPts val="0"/>
              </a:spcAft>
              <a:buClr>
                <a:srgbClr val="000000"/>
              </a:buClr>
              <a:buSzPts val="1400"/>
              <a:buFont typeface="Arial"/>
              <a:buNone/>
            </a:pPr>
            <a:r>
              <a:rPr lang="en-US" sz="1400" b="0" i="0" u="none" strike="noStrike" cap="none">
                <a:solidFill>
                  <a:srgbClr val="000000"/>
                </a:solidFill>
                <a:latin typeface="Consolas"/>
                <a:ea typeface="Consolas"/>
                <a:cs typeface="Consolas"/>
                <a:sym typeface="Consolas"/>
              </a:rPr>
              <a:t>  const newPrice= req.body.price;</a:t>
            </a:r>
            <a:endParaRPr sz="1400" b="0" i="0" u="none" strike="noStrike" cap="none">
              <a:solidFill>
                <a:srgbClr val="000000"/>
              </a:solidFill>
              <a:latin typeface="Arial"/>
              <a:ea typeface="Arial"/>
              <a:cs typeface="Arial"/>
              <a:sym typeface="Arial"/>
            </a:endParaRPr>
          </a:p>
          <a:p>
            <a:pPr marL="0" marR="0" lvl="0" indent="0" algn="l" rtl="0">
              <a:lnSpc>
                <a:spcPct val="150000"/>
              </a:lnSpc>
              <a:spcBef>
                <a:spcPts val="0"/>
              </a:spcBef>
              <a:spcAft>
                <a:spcPts val="0"/>
              </a:spcAft>
              <a:buClr>
                <a:srgbClr val="000000"/>
              </a:buClr>
              <a:buSzPts val="1400"/>
              <a:buFont typeface="Arial"/>
              <a:buNone/>
            </a:pPr>
            <a:r>
              <a:rPr lang="en-US" sz="1400" b="0" i="0" u="none" strike="noStrike" cap="none">
                <a:solidFill>
                  <a:srgbClr val="000000"/>
                </a:solidFill>
                <a:latin typeface="Consolas"/>
                <a:ea typeface="Consolas"/>
                <a:cs typeface="Consolas"/>
                <a:sym typeface="Consolas"/>
              </a:rPr>
              <a:t>  </a:t>
            </a:r>
            <a:endParaRPr sz="1400" b="0" i="0" u="none" strike="noStrike" cap="none">
              <a:solidFill>
                <a:srgbClr val="000000"/>
              </a:solidFill>
              <a:latin typeface="Arial"/>
              <a:ea typeface="Arial"/>
              <a:cs typeface="Arial"/>
              <a:sym typeface="Arial"/>
            </a:endParaRPr>
          </a:p>
          <a:p>
            <a:pPr marL="0" marR="0" lvl="0" indent="0" algn="l" rtl="0">
              <a:lnSpc>
                <a:spcPct val="150000"/>
              </a:lnSpc>
              <a:spcBef>
                <a:spcPts val="0"/>
              </a:spcBef>
              <a:spcAft>
                <a:spcPts val="0"/>
              </a:spcAft>
              <a:buClr>
                <a:srgbClr val="000000"/>
              </a:buClr>
              <a:buSzPts val="1400"/>
              <a:buFont typeface="Arial"/>
              <a:buNone/>
            </a:pPr>
            <a:r>
              <a:rPr lang="en-US" sz="1400" b="0" i="0" u="none" strike="noStrike" cap="none">
                <a:solidFill>
                  <a:srgbClr val="000000"/>
                </a:solidFill>
                <a:latin typeface="Consolas"/>
                <a:ea typeface="Consolas"/>
                <a:cs typeface="Consolas"/>
                <a:sym typeface="Consolas"/>
              </a:rPr>
              <a:t>  try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Consolas"/>
                <a:ea typeface="Consolas"/>
                <a:cs typeface="Consolas"/>
                <a:sym typeface="Consolas"/>
              </a:rPr>
              <a:t>    let success= await Book.editBook (isbnNo,newRating,newPrice);</a:t>
            </a:r>
            <a:endParaRPr sz="1400" b="0" i="0" u="none" strike="noStrike" cap="none">
              <a:solidFill>
                <a:srgbClr val="000000"/>
              </a:solidFill>
              <a:latin typeface="Arial"/>
              <a:ea typeface="Arial"/>
              <a:cs typeface="Arial"/>
              <a:sym typeface="Arial"/>
            </a:endParaRPr>
          </a:p>
          <a:p>
            <a:pPr marL="0" marR="0" lvl="0" indent="0" algn="l" rtl="0">
              <a:lnSpc>
                <a:spcPct val="150000"/>
              </a:lnSpc>
              <a:spcBef>
                <a:spcPts val="0"/>
              </a:spcBef>
              <a:spcAft>
                <a:spcPts val="0"/>
              </a:spcAft>
              <a:buClr>
                <a:srgbClr val="000000"/>
              </a:buClr>
              <a:buSzPts val="1400"/>
              <a:buFont typeface="Arial"/>
              <a:buNone/>
            </a:pPr>
            <a:r>
              <a:rPr lang="en-US" sz="1400" b="0" i="0" u="none" strike="noStrike" cap="none">
                <a:solidFill>
                  <a:srgbClr val="000000"/>
                </a:solidFill>
                <a:latin typeface="Consolas"/>
                <a:ea typeface="Consolas"/>
                <a:cs typeface="Consolas"/>
                <a:sym typeface="Consolas"/>
              </a:rPr>
              <a:t>    console.log(success); </a:t>
            </a:r>
            <a:endParaRPr sz="1400" b="0" i="0" u="none" strike="noStrike" cap="none">
              <a:solidFill>
                <a:srgbClr val="000000"/>
              </a:solidFill>
              <a:latin typeface="Arial"/>
              <a:ea typeface="Arial"/>
              <a:cs typeface="Arial"/>
              <a:sym typeface="Arial"/>
            </a:endParaRPr>
          </a:p>
          <a:p>
            <a:pPr marL="0" marR="0" lvl="0" indent="0" algn="l" rtl="0">
              <a:lnSpc>
                <a:spcPct val="150000"/>
              </a:lnSpc>
              <a:spcBef>
                <a:spcPts val="0"/>
              </a:spcBef>
              <a:spcAft>
                <a:spcPts val="0"/>
              </a:spcAft>
              <a:buClr>
                <a:srgbClr val="000000"/>
              </a:buClr>
              <a:buSzPts val="1400"/>
              <a:buFont typeface="Arial"/>
              <a:buNone/>
            </a:pPr>
            <a:r>
              <a:rPr lang="en-US" sz="1400" b="0" i="0" u="none" strike="noStrike" cap="none">
                <a:solidFill>
                  <a:srgbClr val="000000"/>
                </a:solidFill>
                <a:latin typeface="Consolas"/>
                <a:ea typeface="Consolas"/>
                <a:cs typeface="Consolas"/>
                <a:sym typeface="Consolas"/>
              </a:rPr>
              <a:t>    res.send("Book has been successfully updated.")</a:t>
            </a:r>
            <a:endParaRPr sz="1400" b="0" i="0" u="none" strike="noStrike" cap="none">
              <a:solidFill>
                <a:srgbClr val="000000"/>
              </a:solidFill>
              <a:latin typeface="Arial"/>
              <a:ea typeface="Arial"/>
              <a:cs typeface="Arial"/>
              <a:sym typeface="Arial"/>
            </a:endParaRPr>
          </a:p>
          <a:p>
            <a:pPr marL="0" marR="0" lvl="0" indent="0" algn="l" rtl="0">
              <a:lnSpc>
                <a:spcPct val="150000"/>
              </a:lnSpc>
              <a:spcBef>
                <a:spcPts val="0"/>
              </a:spcBef>
              <a:spcAft>
                <a:spcPts val="0"/>
              </a:spcAft>
              <a:buClr>
                <a:srgbClr val="000000"/>
              </a:buClr>
              <a:buSzPts val="1400"/>
              <a:buFont typeface="Arial"/>
              <a:buNone/>
            </a:pPr>
            <a:r>
              <a:rPr lang="en-US" sz="1400" b="0" i="0" u="none" strike="noStrike" cap="none">
                <a:solidFill>
                  <a:srgbClr val="000000"/>
                </a:solidFill>
                <a:latin typeface="Consolas"/>
                <a:ea typeface="Consolas"/>
                <a:cs typeface="Consolas"/>
                <a:sym typeface="Consolas"/>
              </a:rPr>
              <a:t>  } catch (error) {</a:t>
            </a:r>
            <a:endParaRPr sz="1400" b="0" i="0" u="none" strike="noStrike" cap="none">
              <a:solidFill>
                <a:srgbClr val="000000"/>
              </a:solidFill>
              <a:latin typeface="Arial"/>
              <a:ea typeface="Arial"/>
              <a:cs typeface="Arial"/>
              <a:sym typeface="Arial"/>
            </a:endParaRPr>
          </a:p>
          <a:p>
            <a:pPr marL="0" marR="0" lvl="0" indent="0" algn="l" rtl="0">
              <a:lnSpc>
                <a:spcPct val="150000"/>
              </a:lnSpc>
              <a:spcBef>
                <a:spcPts val="0"/>
              </a:spcBef>
              <a:spcAft>
                <a:spcPts val="0"/>
              </a:spcAft>
              <a:buClr>
                <a:srgbClr val="000000"/>
              </a:buClr>
              <a:buSzPts val="1400"/>
              <a:buFont typeface="Arial"/>
              <a:buNone/>
            </a:pPr>
            <a:r>
              <a:rPr lang="en-US" sz="1400" b="0" i="0" u="none" strike="noStrike" cap="none">
                <a:solidFill>
                  <a:srgbClr val="000000"/>
                </a:solidFill>
                <a:latin typeface="Consolas"/>
                <a:ea typeface="Consolas"/>
                <a:cs typeface="Consolas"/>
                <a:sym typeface="Consolas"/>
              </a:rPr>
              <a:t>    console.error(error);</a:t>
            </a:r>
            <a:endParaRPr sz="1400" b="0" i="0" u="none" strike="noStrike" cap="none">
              <a:solidFill>
                <a:srgbClr val="000000"/>
              </a:solidFill>
              <a:latin typeface="Arial"/>
              <a:ea typeface="Arial"/>
              <a:cs typeface="Arial"/>
              <a:sym typeface="Arial"/>
            </a:endParaRPr>
          </a:p>
          <a:p>
            <a:pPr marL="0" marR="0" lvl="0" indent="0" algn="l" rtl="0">
              <a:lnSpc>
                <a:spcPct val="150000"/>
              </a:lnSpc>
              <a:spcBef>
                <a:spcPts val="0"/>
              </a:spcBef>
              <a:spcAft>
                <a:spcPts val="0"/>
              </a:spcAft>
              <a:buClr>
                <a:srgbClr val="000000"/>
              </a:buClr>
              <a:buSzPts val="1400"/>
              <a:buFont typeface="Arial"/>
              <a:buNone/>
            </a:pPr>
            <a:r>
              <a:rPr lang="en-US" sz="1400" b="0" i="0" u="none" strike="noStrike" cap="none">
                <a:solidFill>
                  <a:srgbClr val="000000"/>
                </a:solidFill>
                <a:latin typeface="Consolas"/>
                <a:ea typeface="Consolas"/>
                <a:cs typeface="Consolas"/>
                <a:sym typeface="Consolas"/>
              </a:rPr>
              <a:t>  }</a:t>
            </a:r>
            <a:endParaRPr sz="1400" b="0" i="0" u="none" strike="noStrike" cap="none">
              <a:solidFill>
                <a:srgbClr val="000000"/>
              </a:solidFill>
              <a:latin typeface="Arial"/>
              <a:ea typeface="Arial"/>
              <a:cs typeface="Arial"/>
              <a:sym typeface="Arial"/>
            </a:endParaRPr>
          </a:p>
          <a:p>
            <a:pPr marL="0" marR="0" lvl="0" indent="0" algn="l" rtl="0">
              <a:lnSpc>
                <a:spcPct val="150000"/>
              </a:lnSpc>
              <a:spcBef>
                <a:spcPts val="0"/>
              </a:spcBef>
              <a:spcAft>
                <a:spcPts val="0"/>
              </a:spcAft>
              <a:buClr>
                <a:srgbClr val="000000"/>
              </a:buClr>
              <a:buSzPts val="1400"/>
              <a:buFont typeface="Arial"/>
              <a:buNone/>
            </a:pPr>
            <a:r>
              <a:rPr lang="en-US" sz="1400" b="0" i="0" u="none" strike="noStrike" cap="none">
                <a:solidFill>
                  <a:srgbClr val="000000"/>
                </a:solidFill>
                <a:latin typeface="Consolas"/>
                <a:ea typeface="Consolas"/>
                <a:cs typeface="Consolas"/>
                <a:sym typeface="Consolas"/>
              </a:rPr>
              <a:t>};</a:t>
            </a:r>
            <a:endParaRPr sz="1400" b="0" i="0" u="none" strike="noStrike" cap="none">
              <a:solidFill>
                <a:srgbClr val="000000"/>
              </a:solidFill>
              <a:latin typeface="Arial"/>
              <a:ea typeface="Arial"/>
              <a:cs typeface="Arial"/>
              <a:sym typeface="Arial"/>
            </a:endParaRPr>
          </a:p>
        </p:txBody>
      </p:sp>
      <p:sp>
        <p:nvSpPr>
          <p:cNvPr id="581" name="Google Shape;581;p44"/>
          <p:cNvSpPr/>
          <p:nvPr/>
        </p:nvSpPr>
        <p:spPr>
          <a:xfrm>
            <a:off x="879775" y="2586592"/>
            <a:ext cx="5554114" cy="1003707"/>
          </a:xfrm>
          <a:prstGeom prst="flowChartAlternateProcess">
            <a:avLst/>
          </a:prstGeom>
          <a:noFill/>
          <a:ln w="19050" cap="flat" cmpd="sng">
            <a:solidFill>
              <a:srgbClr val="6AA84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582" name="Google Shape;582;p44"/>
          <p:cNvCxnSpPr>
            <a:stCxn id="583" idx="1"/>
            <a:endCxn id="581" idx="3"/>
          </p:cNvCxnSpPr>
          <p:nvPr/>
        </p:nvCxnSpPr>
        <p:spPr>
          <a:xfrm rot="10800000">
            <a:off x="6433938" y="3088447"/>
            <a:ext cx="2838300" cy="0"/>
          </a:xfrm>
          <a:prstGeom prst="straightConnector1">
            <a:avLst/>
          </a:prstGeom>
          <a:noFill/>
          <a:ln w="19050" cap="flat" cmpd="sng">
            <a:solidFill>
              <a:srgbClr val="6AA84F"/>
            </a:solidFill>
            <a:prstDash val="solid"/>
            <a:round/>
            <a:headEnd type="none" w="sm" len="sm"/>
            <a:tailEnd type="triangle" w="med" len="med"/>
          </a:ln>
        </p:spPr>
      </p:cxnSp>
      <p:sp>
        <p:nvSpPr>
          <p:cNvPr id="583" name="Google Shape;583;p44"/>
          <p:cNvSpPr txBox="1"/>
          <p:nvPr/>
        </p:nvSpPr>
        <p:spPr>
          <a:xfrm>
            <a:off x="9272238" y="2626797"/>
            <a:ext cx="2585866" cy="923299"/>
          </a:xfrm>
          <a:prstGeom prst="rect">
            <a:avLst/>
          </a:prstGeom>
          <a:solidFill>
            <a:srgbClr val="B6D7A8"/>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chemeClr val="dk1"/>
                </a:solidFill>
                <a:latin typeface="Arial"/>
                <a:ea typeface="Arial"/>
                <a:cs typeface="Arial"/>
                <a:sym typeface="Arial"/>
              </a:rPr>
              <a:t>Get all the data from the form. Isbn is a unique index here.</a:t>
            </a:r>
            <a:endParaRPr sz="1600" b="0" i="0" u="none" strike="noStrike" cap="none">
              <a:solidFill>
                <a:srgbClr val="000000"/>
              </a:solidFill>
              <a:latin typeface="Arial"/>
              <a:ea typeface="Arial"/>
              <a:cs typeface="Arial"/>
              <a:sym typeface="Arial"/>
            </a:endParaRPr>
          </a:p>
        </p:txBody>
      </p:sp>
      <p:sp>
        <p:nvSpPr>
          <p:cNvPr id="584" name="Google Shape;584;p44"/>
          <p:cNvSpPr/>
          <p:nvPr/>
        </p:nvSpPr>
        <p:spPr>
          <a:xfrm>
            <a:off x="3987028" y="4135918"/>
            <a:ext cx="2838300" cy="266822"/>
          </a:xfrm>
          <a:prstGeom prst="flowChartAlternateProcess">
            <a:avLst/>
          </a:prstGeom>
          <a:noFill/>
          <a:ln w="1905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585" name="Google Shape;585;p44"/>
          <p:cNvCxnSpPr>
            <a:stCxn id="586" idx="1"/>
            <a:endCxn id="584" idx="3"/>
          </p:cNvCxnSpPr>
          <p:nvPr/>
        </p:nvCxnSpPr>
        <p:spPr>
          <a:xfrm flipH="1">
            <a:off x="6825222" y="4152225"/>
            <a:ext cx="2496300" cy="117000"/>
          </a:xfrm>
          <a:prstGeom prst="straightConnector1">
            <a:avLst/>
          </a:prstGeom>
          <a:noFill/>
          <a:ln w="19050" cap="flat" cmpd="sng">
            <a:solidFill>
              <a:srgbClr val="FF9900"/>
            </a:solidFill>
            <a:prstDash val="solid"/>
            <a:round/>
            <a:headEnd type="none" w="sm" len="sm"/>
            <a:tailEnd type="triangle" w="med" len="med"/>
          </a:ln>
        </p:spPr>
      </p:cxnSp>
      <p:sp>
        <p:nvSpPr>
          <p:cNvPr id="586" name="Google Shape;586;p44"/>
          <p:cNvSpPr txBox="1"/>
          <p:nvPr/>
        </p:nvSpPr>
        <p:spPr>
          <a:xfrm>
            <a:off x="9321522" y="3813686"/>
            <a:ext cx="2536581" cy="677078"/>
          </a:xfrm>
          <a:prstGeom prst="rect">
            <a:avLst/>
          </a:prstGeom>
          <a:solidFill>
            <a:srgbClr val="F9CB9C"/>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The key, and the attributes to be updated.</a:t>
            </a:r>
            <a:endParaRPr sz="1600" b="0" i="0" u="none" strike="noStrike" cap="none">
              <a:solidFill>
                <a:srgbClr val="000000"/>
              </a:solidFill>
              <a:latin typeface="Arial"/>
              <a:ea typeface="Arial"/>
              <a:cs typeface="Arial"/>
              <a:sym typeface="Arial"/>
            </a:endParaRPr>
          </a:p>
        </p:txBody>
      </p:sp>
      <p:sp>
        <p:nvSpPr>
          <p:cNvPr id="587" name="Google Shape;587;p44"/>
          <p:cNvSpPr/>
          <p:nvPr/>
        </p:nvSpPr>
        <p:spPr>
          <a:xfrm>
            <a:off x="1232144" y="4402740"/>
            <a:ext cx="2091627" cy="266822"/>
          </a:xfrm>
          <a:prstGeom prst="flowChartAlternateProcess">
            <a:avLst/>
          </a:prstGeom>
          <a:noFill/>
          <a:ln w="19050" cap="flat" cmpd="sng">
            <a:solidFill>
              <a:srgbClr val="FFD96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588" name="Google Shape;588;p44"/>
          <p:cNvCxnSpPr>
            <a:stCxn id="589" idx="1"/>
            <a:endCxn id="587" idx="3"/>
          </p:cNvCxnSpPr>
          <p:nvPr/>
        </p:nvCxnSpPr>
        <p:spPr>
          <a:xfrm rot="10800000">
            <a:off x="3323623" y="4536005"/>
            <a:ext cx="5997900" cy="726300"/>
          </a:xfrm>
          <a:prstGeom prst="straightConnector1">
            <a:avLst/>
          </a:prstGeom>
          <a:noFill/>
          <a:ln w="19050" cap="flat" cmpd="sng">
            <a:solidFill>
              <a:srgbClr val="FFD966"/>
            </a:solidFill>
            <a:prstDash val="solid"/>
            <a:round/>
            <a:headEnd type="none" w="sm" len="sm"/>
            <a:tailEnd type="triangle" w="med" len="med"/>
          </a:ln>
        </p:spPr>
      </p:cxnSp>
      <p:sp>
        <p:nvSpPr>
          <p:cNvPr id="589" name="Google Shape;589;p44"/>
          <p:cNvSpPr txBox="1"/>
          <p:nvPr/>
        </p:nvSpPr>
        <p:spPr>
          <a:xfrm>
            <a:off x="9321523" y="4923766"/>
            <a:ext cx="2536580" cy="677078"/>
          </a:xfrm>
          <a:prstGeom prst="rect">
            <a:avLst/>
          </a:prstGeom>
          <a:solidFill>
            <a:srgbClr val="FFF2CC"/>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Check out the </a:t>
            </a:r>
            <a:r>
              <a:rPr lang="en-US" sz="1600" b="1" i="0" u="none" strike="noStrike" cap="none">
                <a:solidFill>
                  <a:schemeClr val="dk1"/>
                </a:solidFill>
                <a:latin typeface="Consolas"/>
                <a:ea typeface="Consolas"/>
                <a:cs typeface="Consolas"/>
                <a:sym typeface="Consolas"/>
              </a:rPr>
              <a:t>console.log</a:t>
            </a:r>
            <a:r>
              <a:rPr lang="en-US" sz="1600" b="0" i="0" u="none" strike="noStrike" cap="none">
                <a:solidFill>
                  <a:srgbClr val="000000"/>
                </a:solidFill>
                <a:latin typeface="Arial"/>
                <a:ea typeface="Arial"/>
                <a:cs typeface="Arial"/>
                <a:sym typeface="Arial"/>
              </a:rPr>
              <a:t>.</a:t>
            </a:r>
            <a:endParaRPr sz="1600" b="0" i="0" u="none" strike="noStrike" cap="none">
              <a:solidFill>
                <a:srgbClr val="000000"/>
              </a:solidFill>
              <a:latin typeface="Arial"/>
              <a:ea typeface="Arial"/>
              <a:cs typeface="Arial"/>
              <a:sym typeface="Arial"/>
            </a:endParaRPr>
          </a:p>
        </p:txBody>
      </p:sp>
      <p:sp>
        <p:nvSpPr>
          <p:cNvPr id="590" name="Google Shape;590;p44"/>
          <p:cNvSpPr txBox="1"/>
          <p:nvPr/>
        </p:nvSpPr>
        <p:spPr>
          <a:xfrm>
            <a:off x="3450888" y="6340153"/>
            <a:ext cx="1749000" cy="307800"/>
          </a:xfrm>
          <a:prstGeom prst="rect">
            <a:avLst/>
          </a:prstGeom>
          <a:noFill/>
          <a:ln>
            <a:noFill/>
          </a:ln>
        </p:spPr>
        <p:txBody>
          <a:bodyPr spcFirstLastPara="1" wrap="square" lIns="68575" tIns="68575" rIns="68575" bIns="68575"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sng" strike="noStrike" cap="none">
                <a:solidFill>
                  <a:srgbClr val="000000"/>
                </a:solidFill>
                <a:latin typeface="Consolas"/>
                <a:ea typeface="Consolas"/>
                <a:cs typeface="Consolas"/>
                <a:sym typeface="Consolas"/>
              </a:rPr>
              <a:t>book-controller.js</a:t>
            </a:r>
            <a:endParaRPr sz="1100" b="0" i="0" u="sng" strike="noStrike" cap="none">
              <a:solidFill>
                <a:srgbClr val="000000"/>
              </a:solidFill>
              <a:latin typeface="Consolas"/>
              <a:ea typeface="Consolas"/>
              <a:cs typeface="Consolas"/>
              <a:sym typeface="Consolas"/>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594"/>
        <p:cNvGrpSpPr/>
        <p:nvPr/>
      </p:nvGrpSpPr>
      <p:grpSpPr>
        <a:xfrm>
          <a:off x="0" y="0"/>
          <a:ext cx="0" cy="0"/>
          <a:chOff x="0" y="0"/>
          <a:chExt cx="0" cy="0"/>
        </a:xfrm>
      </p:grpSpPr>
      <p:sp>
        <p:nvSpPr>
          <p:cNvPr id="595" name="Google Shape;595;p45"/>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None/>
            </a:pPr>
            <a:r>
              <a:rPr lang="en-US" sz="2400" b="1" i="0" u="none" strike="noStrike" cap="none" dirty="0">
                <a:solidFill>
                  <a:srgbClr val="11175E"/>
                </a:solidFill>
                <a:highlight>
                  <a:srgbClr val="FFFF00"/>
                </a:highlight>
                <a:latin typeface="Arial"/>
                <a:ea typeface="Arial"/>
                <a:cs typeface="Arial"/>
                <a:sym typeface="Arial"/>
              </a:rPr>
              <a:t>Exercise 3: </a:t>
            </a:r>
            <a:r>
              <a:rPr lang="en-US" sz="2400" b="1" i="0" u="none" strike="noStrike" cap="none" dirty="0" err="1">
                <a:solidFill>
                  <a:srgbClr val="11175E"/>
                </a:solidFill>
                <a:highlight>
                  <a:srgbClr val="FFFF00"/>
                </a:highlight>
                <a:latin typeface="Consolas"/>
                <a:ea typeface="Consolas"/>
                <a:cs typeface="Consolas"/>
                <a:sym typeface="Consolas"/>
              </a:rPr>
              <a:t>updateOne</a:t>
            </a:r>
            <a:r>
              <a:rPr lang="en-US" sz="2400" b="1" i="0" u="none" strike="noStrike" cap="none" dirty="0">
                <a:solidFill>
                  <a:srgbClr val="11175E"/>
                </a:solidFill>
                <a:highlight>
                  <a:srgbClr val="FFFF00"/>
                </a:highlight>
                <a:latin typeface="Consolas"/>
                <a:ea typeface="Consolas"/>
                <a:cs typeface="Consolas"/>
                <a:sym typeface="Consolas"/>
              </a:rPr>
              <a:t>()</a:t>
            </a:r>
            <a:endParaRPr sz="2400" b="1" i="0" u="none" strike="noStrike" cap="none" dirty="0">
              <a:solidFill>
                <a:srgbClr val="11175E"/>
              </a:solidFill>
              <a:highlight>
                <a:srgbClr val="FFFF00"/>
              </a:highlight>
              <a:latin typeface="Arial"/>
              <a:ea typeface="Arial"/>
              <a:cs typeface="Arial"/>
              <a:sym typeface="Arial"/>
            </a:endParaRPr>
          </a:p>
        </p:txBody>
      </p:sp>
      <p:sp>
        <p:nvSpPr>
          <p:cNvPr id="596" name="Google Shape;596;p45"/>
          <p:cNvSpPr txBox="1"/>
          <p:nvPr/>
        </p:nvSpPr>
        <p:spPr>
          <a:xfrm>
            <a:off x="241884" y="1375765"/>
            <a:ext cx="10987964" cy="1118376"/>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sng" strike="noStrike" cap="none">
                <a:solidFill>
                  <a:schemeClr val="dk1"/>
                </a:solidFill>
                <a:latin typeface="Arial"/>
                <a:ea typeface="Arial"/>
                <a:cs typeface="Arial"/>
                <a:sym typeface="Arial"/>
              </a:rPr>
              <a:t>Exercise 3: Update a book’s rating and price</a:t>
            </a:r>
            <a:br>
              <a:rPr lang="en-US" sz="1600" b="1" i="0" u="sng" strike="noStrike" cap="none">
                <a:solidFill>
                  <a:schemeClr val="dk1"/>
                </a:solidFill>
                <a:latin typeface="Arial"/>
                <a:ea typeface="Arial"/>
                <a:cs typeface="Arial"/>
                <a:sym typeface="Arial"/>
              </a:rPr>
            </a:br>
            <a:r>
              <a:rPr lang="en-US" sz="1600" b="0" i="0" u="none" strike="noStrike" cap="none">
                <a:solidFill>
                  <a:schemeClr val="dk1"/>
                </a:solidFill>
                <a:latin typeface="Arial"/>
                <a:ea typeface="Arial"/>
                <a:cs typeface="Arial"/>
                <a:sym typeface="Arial"/>
              </a:rPr>
              <a:t>You are tasked to create an </a:t>
            </a:r>
            <a:r>
              <a:rPr lang="en-US" sz="1600" b="1" i="0" u="none" strike="noStrike" cap="none">
                <a:solidFill>
                  <a:schemeClr val="dk1"/>
                </a:solidFill>
                <a:latin typeface="Arial"/>
                <a:ea typeface="Arial"/>
                <a:cs typeface="Arial"/>
                <a:sym typeface="Arial"/>
              </a:rPr>
              <a:t>edit</a:t>
            </a:r>
            <a:r>
              <a:rPr lang="en-US" sz="1600" b="0" i="0" u="none" strike="noStrike" cap="none">
                <a:solidFill>
                  <a:schemeClr val="dk1"/>
                </a:solidFill>
                <a:latin typeface="Arial"/>
                <a:ea typeface="Arial"/>
                <a:cs typeface="Arial"/>
                <a:sym typeface="Arial"/>
              </a:rPr>
              <a:t> book link to show beside the usual book list. When the user click on the edit link next to the book, it will send them to a screen with the book for editing. After the user submits the edit, it will update it to the database and inform that the user that the edit is successful Let’s look at the flow of this exercise</a:t>
            </a:r>
            <a:endParaRPr sz="1600" b="0" i="0" u="none" strike="noStrike" cap="none">
              <a:solidFill>
                <a:schemeClr val="dk1"/>
              </a:solidFill>
              <a:latin typeface="Arial"/>
              <a:ea typeface="Arial"/>
              <a:cs typeface="Arial"/>
              <a:sym typeface="Arial"/>
            </a:endParaRPr>
          </a:p>
        </p:txBody>
      </p:sp>
      <p:sp>
        <p:nvSpPr>
          <p:cNvPr id="597" name="Google Shape;597;p45"/>
          <p:cNvSpPr/>
          <p:nvPr/>
        </p:nvSpPr>
        <p:spPr>
          <a:xfrm>
            <a:off x="672084" y="2925546"/>
            <a:ext cx="2478024" cy="1152677"/>
          </a:xfrm>
          <a:prstGeom prst="rect">
            <a:avLst/>
          </a:prstGeom>
          <a:solidFill>
            <a:schemeClr val="lt1"/>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chemeClr val="dk1"/>
                </a:solidFill>
                <a:latin typeface="Arial"/>
                <a:ea typeface="Arial"/>
                <a:cs typeface="Arial"/>
                <a:sym typeface="Arial"/>
              </a:rPr>
              <a:t>Display all the </a:t>
            </a:r>
            <a:r>
              <a:rPr lang="en-US" sz="1400" b="1" i="0" u="none" strike="noStrike" cap="none">
                <a:solidFill>
                  <a:schemeClr val="dk1"/>
                </a:solidFill>
                <a:latin typeface="Consolas"/>
                <a:ea typeface="Consolas"/>
                <a:cs typeface="Consolas"/>
                <a:sym typeface="Consolas"/>
              </a:rPr>
              <a:t>books</a:t>
            </a:r>
            <a:r>
              <a:rPr lang="en-US" sz="1400" b="0" i="0" u="none" strike="noStrike" cap="none">
                <a:solidFill>
                  <a:schemeClr val="dk1"/>
                </a:solidFill>
                <a:latin typeface="Arial"/>
                <a:ea typeface="Arial"/>
                <a:cs typeface="Arial"/>
                <a:sym typeface="Arial"/>
              </a:rPr>
              <a:t> with edit links on each </a:t>
            </a:r>
            <a:r>
              <a:rPr lang="en-US" sz="1400" b="1" i="0" u="none" strike="noStrike" cap="none">
                <a:solidFill>
                  <a:schemeClr val="dk1"/>
                </a:solidFill>
                <a:latin typeface="Consolas"/>
                <a:ea typeface="Consolas"/>
                <a:cs typeface="Consolas"/>
                <a:sym typeface="Consolas"/>
              </a:rPr>
              <a:t>book</a:t>
            </a:r>
            <a:r>
              <a:rPr lang="en-US" sz="1400" b="0" i="0" u="none" strike="noStrike" cap="none">
                <a:solidFill>
                  <a:schemeClr val="dk1"/>
                </a:solidFill>
                <a:latin typeface="Arial"/>
                <a:ea typeface="Arial"/>
                <a:cs typeface="Arial"/>
                <a:sym typeface="Arial"/>
              </a:rPr>
              <a:t>.</a:t>
            </a:r>
            <a:endParaRPr sz="1400" b="0" i="0" u="none" strike="noStrike" cap="none">
              <a:solidFill>
                <a:schemeClr val="dk1"/>
              </a:solidFill>
              <a:latin typeface="Arial"/>
              <a:ea typeface="Arial"/>
              <a:cs typeface="Arial"/>
              <a:sym typeface="Arial"/>
            </a:endParaRPr>
          </a:p>
        </p:txBody>
      </p:sp>
      <p:sp>
        <p:nvSpPr>
          <p:cNvPr id="598" name="Google Shape;598;p45"/>
          <p:cNvSpPr txBox="1"/>
          <p:nvPr/>
        </p:nvSpPr>
        <p:spPr>
          <a:xfrm>
            <a:off x="864108" y="2590683"/>
            <a:ext cx="2093976" cy="30773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Consolas"/>
                <a:ea typeface="Consolas"/>
                <a:cs typeface="Consolas"/>
                <a:sym typeface="Consolas"/>
              </a:rPr>
              <a:t>/edit-books </a:t>
            </a:r>
            <a:r>
              <a:rPr lang="en-US" sz="1400" b="1" i="0" u="none" strike="noStrike" cap="none">
                <a:solidFill>
                  <a:srgbClr val="000000"/>
                </a:solidFill>
                <a:latin typeface="Arial"/>
                <a:ea typeface="Arial"/>
                <a:cs typeface="Arial"/>
                <a:sym typeface="Arial"/>
              </a:rPr>
              <a:t>(Route)</a:t>
            </a:r>
            <a:endParaRPr sz="1400" b="1" i="0" u="none" strike="noStrike" cap="none">
              <a:solidFill>
                <a:srgbClr val="000000"/>
              </a:solidFill>
              <a:latin typeface="Arial"/>
              <a:ea typeface="Arial"/>
              <a:cs typeface="Arial"/>
              <a:sym typeface="Arial"/>
            </a:endParaRPr>
          </a:p>
        </p:txBody>
      </p:sp>
      <p:sp>
        <p:nvSpPr>
          <p:cNvPr id="599" name="Google Shape;599;p45"/>
          <p:cNvSpPr/>
          <p:nvPr/>
        </p:nvSpPr>
        <p:spPr>
          <a:xfrm>
            <a:off x="4376928" y="2923281"/>
            <a:ext cx="3660648" cy="1152677"/>
          </a:xfrm>
          <a:prstGeom prst="rect">
            <a:avLst/>
          </a:prstGeom>
          <a:solidFill>
            <a:schemeClr val="lt1"/>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chemeClr val="dk1"/>
                </a:solidFill>
                <a:latin typeface="Arial"/>
                <a:ea typeface="Arial"/>
                <a:cs typeface="Arial"/>
                <a:sym typeface="Arial"/>
              </a:rPr>
              <a:t>Retrieves and Display </a:t>
            </a:r>
            <a:r>
              <a:rPr lang="en-US" sz="1400" b="1" i="0" u="none" strike="noStrike" cap="none">
                <a:solidFill>
                  <a:schemeClr val="dk1"/>
                </a:solidFill>
                <a:latin typeface="Consolas"/>
                <a:ea typeface="Consolas"/>
                <a:cs typeface="Consolas"/>
                <a:sym typeface="Consolas"/>
              </a:rPr>
              <a:t>book </a:t>
            </a:r>
            <a:r>
              <a:rPr lang="en-US" sz="1400" b="0" i="0" u="none" strike="noStrike" cap="none">
                <a:solidFill>
                  <a:schemeClr val="dk1"/>
                </a:solidFill>
                <a:latin typeface="Arial"/>
                <a:ea typeface="Arial"/>
                <a:cs typeface="Arial"/>
                <a:sym typeface="Arial"/>
              </a:rPr>
              <a:t>(</a:t>
            </a:r>
            <a:r>
              <a:rPr lang="en-US" sz="1400" b="1" i="0" u="none" strike="noStrike" cap="none">
                <a:solidFill>
                  <a:schemeClr val="dk1"/>
                </a:solidFill>
                <a:latin typeface="Consolas"/>
                <a:ea typeface="Consolas"/>
                <a:cs typeface="Consolas"/>
                <a:sym typeface="Consolas"/>
              </a:rPr>
              <a:t>isbn=1234567</a:t>
            </a:r>
            <a:r>
              <a:rPr lang="en-US" sz="1400" b="0" i="0" u="none" strike="noStrike" cap="none">
                <a:solidFill>
                  <a:schemeClr val="dk1"/>
                </a:solidFill>
                <a:latin typeface="Arial"/>
                <a:ea typeface="Arial"/>
                <a:cs typeface="Arial"/>
                <a:sym typeface="Arial"/>
              </a:rPr>
              <a:t>) with editable rating and price Textbox.</a:t>
            </a:r>
            <a:endParaRPr sz="1400" b="0" i="0" u="none" strike="noStrike" cap="none">
              <a:solidFill>
                <a:schemeClr val="dk1"/>
              </a:solidFill>
              <a:latin typeface="Arial"/>
              <a:ea typeface="Arial"/>
              <a:cs typeface="Arial"/>
              <a:sym typeface="Arial"/>
            </a:endParaRPr>
          </a:p>
        </p:txBody>
      </p:sp>
      <p:sp>
        <p:nvSpPr>
          <p:cNvPr id="600" name="Google Shape;600;p45"/>
          <p:cNvSpPr txBox="1"/>
          <p:nvPr/>
        </p:nvSpPr>
        <p:spPr>
          <a:xfrm>
            <a:off x="5256276" y="2576227"/>
            <a:ext cx="1901952" cy="30773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Consolas"/>
                <a:ea typeface="Consolas"/>
                <a:cs typeface="Consolas"/>
                <a:sym typeface="Consolas"/>
              </a:rPr>
              <a:t>/update-book</a:t>
            </a:r>
            <a:endParaRPr sz="1400" b="1" i="0" u="none" strike="noStrike" cap="none">
              <a:solidFill>
                <a:schemeClr val="dk1"/>
              </a:solidFill>
              <a:latin typeface="Consolas"/>
              <a:ea typeface="Consolas"/>
              <a:cs typeface="Consolas"/>
              <a:sym typeface="Consolas"/>
            </a:endParaRPr>
          </a:p>
        </p:txBody>
      </p:sp>
      <p:sp>
        <p:nvSpPr>
          <p:cNvPr id="601" name="Google Shape;601;p45"/>
          <p:cNvSpPr txBox="1"/>
          <p:nvPr/>
        </p:nvSpPr>
        <p:spPr>
          <a:xfrm>
            <a:off x="635508" y="4219344"/>
            <a:ext cx="2666492" cy="73862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User clicks on one of the book to edit. It goes to </a:t>
            </a:r>
            <a:endParaRPr/>
          </a:p>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Consolas"/>
                <a:ea typeface="Consolas"/>
                <a:cs typeface="Consolas"/>
                <a:sym typeface="Consolas"/>
              </a:rPr>
              <a:t>/update-book?isbn=1234567</a:t>
            </a:r>
            <a:endParaRPr sz="1400" b="1" i="0" u="none" strike="noStrike" cap="none">
              <a:solidFill>
                <a:schemeClr val="dk1"/>
              </a:solidFill>
              <a:latin typeface="Consolas"/>
              <a:ea typeface="Consolas"/>
              <a:cs typeface="Consolas"/>
              <a:sym typeface="Consolas"/>
            </a:endParaRPr>
          </a:p>
        </p:txBody>
      </p:sp>
      <p:cxnSp>
        <p:nvCxnSpPr>
          <p:cNvPr id="602" name="Google Shape;602;p45"/>
          <p:cNvCxnSpPr>
            <a:stCxn id="597" idx="3"/>
            <a:endCxn id="599" idx="1"/>
          </p:cNvCxnSpPr>
          <p:nvPr/>
        </p:nvCxnSpPr>
        <p:spPr>
          <a:xfrm rot="10800000" flipH="1">
            <a:off x="3150108" y="3499485"/>
            <a:ext cx="1226700" cy="2400"/>
          </a:xfrm>
          <a:prstGeom prst="straightConnector1">
            <a:avLst/>
          </a:prstGeom>
          <a:noFill/>
          <a:ln w="38100" cap="flat" cmpd="sng">
            <a:solidFill>
              <a:srgbClr val="EB792A"/>
            </a:solidFill>
            <a:prstDash val="solid"/>
            <a:round/>
            <a:headEnd type="none" w="sm" len="sm"/>
            <a:tailEnd type="triangle" w="med" len="med"/>
          </a:ln>
        </p:spPr>
      </p:cxnSp>
      <p:sp>
        <p:nvSpPr>
          <p:cNvPr id="603" name="Google Shape;603;p45"/>
          <p:cNvSpPr txBox="1"/>
          <p:nvPr/>
        </p:nvSpPr>
        <p:spPr>
          <a:xfrm>
            <a:off x="2987040" y="3167194"/>
            <a:ext cx="1569720"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Consolas"/>
                <a:ea typeface="Consolas"/>
                <a:cs typeface="Consolas"/>
                <a:sym typeface="Consolas"/>
              </a:rPr>
              <a:t>isbn=1234567</a:t>
            </a:r>
            <a:endParaRPr sz="1400" b="1" i="0" u="none" strike="noStrike" cap="none">
              <a:solidFill>
                <a:schemeClr val="dk1"/>
              </a:solidFill>
              <a:latin typeface="Consolas"/>
              <a:ea typeface="Consolas"/>
              <a:cs typeface="Consolas"/>
              <a:sym typeface="Consolas"/>
            </a:endParaRPr>
          </a:p>
        </p:txBody>
      </p:sp>
      <p:sp>
        <p:nvSpPr>
          <p:cNvPr id="604" name="Google Shape;604;p45"/>
          <p:cNvSpPr txBox="1"/>
          <p:nvPr/>
        </p:nvSpPr>
        <p:spPr>
          <a:xfrm>
            <a:off x="4305300" y="4210449"/>
            <a:ext cx="3803904" cy="224672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 Retrieves the isbn number from the URL.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 Using </a:t>
            </a:r>
            <a:r>
              <a:rPr lang="en-US" sz="1400" b="1" i="0" u="none" strike="noStrike" cap="none">
                <a:solidFill>
                  <a:schemeClr val="dk1"/>
                </a:solidFill>
                <a:latin typeface="Consolas"/>
                <a:ea typeface="Consolas"/>
                <a:cs typeface="Consolas"/>
                <a:sym typeface="Consolas"/>
              </a:rPr>
              <a:t>findbyIsbn()</a:t>
            </a:r>
            <a:r>
              <a:rPr lang="en-US" sz="1400" b="0" i="0" u="none" strike="noStrike" cap="none">
                <a:solidFill>
                  <a:srgbClr val="000000"/>
                </a:solidFill>
                <a:latin typeface="Arial"/>
                <a:ea typeface="Arial"/>
                <a:cs typeface="Arial"/>
                <a:sym typeface="Arial"/>
              </a:rPr>
              <a:t>,it retrieves the book with </a:t>
            </a:r>
            <a:r>
              <a:rPr lang="en-US" sz="1400" b="1" i="0" u="none" strike="noStrike" cap="none">
                <a:solidFill>
                  <a:schemeClr val="dk1"/>
                </a:solidFill>
                <a:latin typeface="Consolas"/>
                <a:ea typeface="Consolas"/>
                <a:cs typeface="Consolas"/>
                <a:sym typeface="Consolas"/>
              </a:rPr>
              <a:t>isbn</a:t>
            </a:r>
            <a:r>
              <a:rPr lang="en-US" sz="1400" b="0" i="0" u="none" strike="noStrike" cap="none">
                <a:solidFill>
                  <a:srgbClr val="000000"/>
                </a:solidFill>
                <a:latin typeface="Arial"/>
                <a:ea typeface="Arial"/>
                <a:cs typeface="Arial"/>
                <a:sym typeface="Arial"/>
              </a:rPr>
              <a:t>=</a:t>
            </a:r>
            <a:r>
              <a:rPr lang="en-US" sz="1400" b="1" i="0" u="none" strike="noStrike" cap="none">
                <a:solidFill>
                  <a:schemeClr val="dk1"/>
                </a:solidFill>
                <a:latin typeface="Consolas"/>
                <a:ea typeface="Consolas"/>
                <a:cs typeface="Consolas"/>
                <a:sym typeface="Consolas"/>
              </a:rPr>
              <a:t>1234567</a:t>
            </a:r>
            <a:endParaRPr sz="1400" b="1" i="0" u="none" strike="noStrike" cap="none">
              <a:solidFill>
                <a:schemeClr val="dk1"/>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 Renders the form with the information of the book and set value of the text-box rating and price with the values retrieved.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 User can edit the values of both the attributes and click update.</a:t>
            </a:r>
            <a:br>
              <a:rPr lang="en-US" sz="1400" b="0" i="0" u="none" strike="noStrike" cap="none">
                <a:solidFill>
                  <a:srgbClr val="000000"/>
                </a:solidFill>
                <a:latin typeface="Arial"/>
                <a:ea typeface="Arial"/>
                <a:cs typeface="Arial"/>
                <a:sym typeface="Arial"/>
              </a:rPr>
            </a:br>
            <a:r>
              <a:rPr lang="en-US" sz="1400" b="0" i="0" u="none" strike="noStrike" cap="none">
                <a:solidFill>
                  <a:srgbClr val="000000"/>
                </a:solidFill>
                <a:latin typeface="Arial"/>
                <a:ea typeface="Arial"/>
                <a:cs typeface="Arial"/>
                <a:sym typeface="Arial"/>
              </a:rPr>
              <a:t>- The </a:t>
            </a:r>
            <a:r>
              <a:rPr lang="en-US" sz="1400" b="1" i="0" u="none" strike="noStrike" cap="none">
                <a:solidFill>
                  <a:schemeClr val="dk1"/>
                </a:solidFill>
                <a:latin typeface="Consolas"/>
                <a:ea typeface="Consolas"/>
                <a:cs typeface="Consolas"/>
                <a:sym typeface="Consolas"/>
              </a:rPr>
              <a:t>isbn</a:t>
            </a:r>
            <a:r>
              <a:rPr lang="en-US" sz="1400" b="0" i="0" u="none" strike="noStrike" cap="none">
                <a:solidFill>
                  <a:srgbClr val="000000"/>
                </a:solidFill>
                <a:latin typeface="Arial"/>
                <a:ea typeface="Arial"/>
                <a:cs typeface="Arial"/>
                <a:sym typeface="Arial"/>
              </a:rPr>
              <a:t> number is stored in a hidden field for usage of the update function.</a:t>
            </a:r>
            <a:endParaRPr sz="1400" b="0" i="0" u="none" strike="noStrike" cap="none">
              <a:solidFill>
                <a:srgbClr val="000000"/>
              </a:solidFill>
              <a:latin typeface="Arial"/>
              <a:ea typeface="Arial"/>
              <a:cs typeface="Arial"/>
              <a:sym typeface="Arial"/>
            </a:endParaRPr>
          </a:p>
        </p:txBody>
      </p:sp>
      <p:sp>
        <p:nvSpPr>
          <p:cNvPr id="605" name="Google Shape;605;p45"/>
          <p:cNvSpPr/>
          <p:nvPr/>
        </p:nvSpPr>
        <p:spPr>
          <a:xfrm>
            <a:off x="8891016" y="2925546"/>
            <a:ext cx="2758440" cy="1152677"/>
          </a:xfrm>
          <a:prstGeom prst="rect">
            <a:avLst/>
          </a:prstGeom>
          <a:solidFill>
            <a:schemeClr val="lt1"/>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chemeClr val="dk1"/>
                </a:solidFill>
                <a:latin typeface="Arial"/>
                <a:ea typeface="Arial"/>
                <a:cs typeface="Arial"/>
                <a:sym typeface="Arial"/>
              </a:rPr>
              <a:t>Retrieves </a:t>
            </a:r>
            <a:r>
              <a:rPr lang="en-US" sz="1400" b="1" i="0" u="none" strike="noStrike" cap="none">
                <a:solidFill>
                  <a:schemeClr val="dk1"/>
                </a:solidFill>
                <a:latin typeface="Consolas"/>
                <a:ea typeface="Consolas"/>
                <a:cs typeface="Consolas"/>
                <a:sym typeface="Consolas"/>
              </a:rPr>
              <a:t>isbn</a:t>
            </a:r>
            <a:r>
              <a:rPr lang="en-US" sz="1400" b="0" i="0" u="none" strike="noStrike" cap="none">
                <a:solidFill>
                  <a:schemeClr val="dk1"/>
                </a:solidFill>
                <a:latin typeface="Arial"/>
                <a:ea typeface="Arial"/>
                <a:cs typeface="Arial"/>
                <a:sym typeface="Arial"/>
              </a:rPr>
              <a:t>, </a:t>
            </a:r>
            <a:r>
              <a:rPr lang="en-US" sz="1400" b="1" i="0" u="none" strike="noStrike" cap="none">
                <a:solidFill>
                  <a:schemeClr val="dk1"/>
                </a:solidFill>
                <a:latin typeface="Consolas"/>
                <a:ea typeface="Consolas"/>
                <a:cs typeface="Consolas"/>
                <a:sym typeface="Consolas"/>
              </a:rPr>
              <a:t>rating</a:t>
            </a:r>
            <a:r>
              <a:rPr lang="en-US" sz="1400" b="0" i="0" u="none" strike="noStrike" cap="none">
                <a:solidFill>
                  <a:schemeClr val="dk1"/>
                </a:solidFill>
                <a:latin typeface="Arial"/>
                <a:ea typeface="Arial"/>
                <a:cs typeface="Arial"/>
                <a:sym typeface="Arial"/>
              </a:rPr>
              <a:t>, </a:t>
            </a:r>
            <a:r>
              <a:rPr lang="en-US" sz="1400" b="1" i="0" u="none" strike="noStrike" cap="none">
                <a:solidFill>
                  <a:schemeClr val="dk1"/>
                </a:solidFill>
                <a:latin typeface="Consolas"/>
                <a:ea typeface="Consolas"/>
                <a:cs typeface="Consolas"/>
                <a:sym typeface="Consolas"/>
              </a:rPr>
              <a:t>price</a:t>
            </a:r>
            <a:r>
              <a:rPr lang="en-US" sz="1400" b="0" i="0" u="none" strike="noStrike" cap="none">
                <a:solidFill>
                  <a:schemeClr val="dk1"/>
                </a:solidFill>
                <a:latin typeface="Arial"/>
                <a:ea typeface="Arial"/>
                <a:cs typeface="Arial"/>
                <a:sym typeface="Arial"/>
              </a:rPr>
              <a:t> from the form and update the </a:t>
            </a:r>
            <a:r>
              <a:rPr lang="en-US" sz="1400" b="1" i="0" u="none" strike="noStrike" cap="none">
                <a:solidFill>
                  <a:schemeClr val="dk1"/>
                </a:solidFill>
                <a:latin typeface="Consolas"/>
                <a:ea typeface="Consolas"/>
                <a:cs typeface="Consolas"/>
                <a:sym typeface="Consolas"/>
              </a:rPr>
              <a:t>book</a:t>
            </a:r>
            <a:r>
              <a:rPr lang="en-US" sz="1400" b="0" i="0" u="none" strike="noStrike" cap="none">
                <a:solidFill>
                  <a:schemeClr val="dk1"/>
                </a:solidFill>
                <a:latin typeface="Arial"/>
                <a:ea typeface="Arial"/>
                <a:cs typeface="Arial"/>
                <a:sym typeface="Arial"/>
              </a:rPr>
              <a:t>.</a:t>
            </a:r>
            <a:endParaRPr sz="1400" b="0" i="0" u="none" strike="noStrike" cap="none">
              <a:solidFill>
                <a:schemeClr val="dk1"/>
              </a:solidFill>
              <a:latin typeface="Arial"/>
              <a:ea typeface="Arial"/>
              <a:cs typeface="Arial"/>
              <a:sym typeface="Arial"/>
            </a:endParaRPr>
          </a:p>
        </p:txBody>
      </p:sp>
      <p:sp>
        <p:nvSpPr>
          <p:cNvPr id="606" name="Google Shape;606;p45"/>
          <p:cNvSpPr txBox="1"/>
          <p:nvPr/>
        </p:nvSpPr>
        <p:spPr>
          <a:xfrm>
            <a:off x="9319260" y="2539434"/>
            <a:ext cx="1901952" cy="30773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Consolas"/>
                <a:ea typeface="Consolas"/>
                <a:cs typeface="Consolas"/>
                <a:sym typeface="Consolas"/>
              </a:rPr>
              <a:t>/update-book</a:t>
            </a:r>
            <a:endParaRPr sz="1400" b="1" i="0" u="none" strike="noStrike" cap="none">
              <a:solidFill>
                <a:schemeClr val="dk1"/>
              </a:solidFill>
              <a:latin typeface="Consolas"/>
              <a:ea typeface="Consolas"/>
              <a:cs typeface="Consolas"/>
              <a:sym typeface="Consolas"/>
            </a:endParaRPr>
          </a:p>
        </p:txBody>
      </p:sp>
      <p:cxnSp>
        <p:nvCxnSpPr>
          <p:cNvPr id="607" name="Google Shape;607;p45"/>
          <p:cNvCxnSpPr>
            <a:stCxn id="599" idx="3"/>
            <a:endCxn id="605" idx="1"/>
          </p:cNvCxnSpPr>
          <p:nvPr/>
        </p:nvCxnSpPr>
        <p:spPr>
          <a:xfrm>
            <a:off x="8037576" y="3499620"/>
            <a:ext cx="853500" cy="2400"/>
          </a:xfrm>
          <a:prstGeom prst="straightConnector1">
            <a:avLst/>
          </a:prstGeom>
          <a:noFill/>
          <a:ln w="38100" cap="flat" cmpd="sng">
            <a:solidFill>
              <a:srgbClr val="EB792A"/>
            </a:solidFill>
            <a:prstDash val="solid"/>
            <a:round/>
            <a:headEnd type="none" w="sm" len="sm"/>
            <a:tailEnd type="triangle" w="med" len="med"/>
          </a:ln>
        </p:spPr>
      </p:cxnSp>
      <p:sp>
        <p:nvSpPr>
          <p:cNvPr id="608" name="Google Shape;608;p45"/>
          <p:cNvSpPr txBox="1"/>
          <p:nvPr/>
        </p:nvSpPr>
        <p:spPr>
          <a:xfrm>
            <a:off x="8994648" y="4196847"/>
            <a:ext cx="2551176" cy="98484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 Data is updated using </a:t>
            </a:r>
            <a:r>
              <a:rPr lang="en-US" sz="1400" b="1" i="0" u="none" strike="noStrike" cap="none">
                <a:solidFill>
                  <a:schemeClr val="dk1"/>
                </a:solidFill>
                <a:latin typeface="Consolas"/>
                <a:ea typeface="Consolas"/>
                <a:cs typeface="Consolas"/>
                <a:sym typeface="Consolas"/>
              </a:rPr>
              <a:t>editbook().</a:t>
            </a:r>
            <a:r>
              <a:rPr lang="en-US" sz="1400" b="0" i="0" u="none" strike="noStrike" cap="none">
                <a:solidFill>
                  <a:srgbClr val="000000"/>
                </a:solidFill>
                <a:latin typeface="Arial"/>
                <a:ea typeface="Arial"/>
                <a:cs typeface="Arial"/>
                <a:sym typeface="Arial"/>
              </a:rPr>
              <a:t>User sees a message that the data has been update.</a:t>
            </a:r>
            <a:endParaRPr sz="1400" b="0" i="0" u="none" strike="noStrike" cap="none">
              <a:solidFill>
                <a:srgbClr val="000000"/>
              </a:solidFill>
              <a:latin typeface="Arial"/>
              <a:ea typeface="Arial"/>
              <a:cs typeface="Arial"/>
              <a:sym typeface="Arial"/>
            </a:endParaRPr>
          </a:p>
        </p:txBody>
      </p:sp>
      <p:sp>
        <p:nvSpPr>
          <p:cNvPr id="609" name="Google Shape;609;p45"/>
          <p:cNvSpPr txBox="1"/>
          <p:nvPr/>
        </p:nvSpPr>
        <p:spPr>
          <a:xfrm>
            <a:off x="1005840" y="2900414"/>
            <a:ext cx="1810512" cy="30773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Consolas"/>
                <a:ea typeface="Consolas"/>
                <a:cs typeface="Consolas"/>
                <a:sym typeface="Consolas"/>
              </a:rPr>
              <a:t>showbookList()</a:t>
            </a:r>
            <a:endParaRPr sz="1400" b="1" i="0" u="none" strike="noStrike" cap="none">
              <a:solidFill>
                <a:schemeClr val="dk1"/>
              </a:solidFill>
              <a:latin typeface="Consolas"/>
              <a:ea typeface="Consolas"/>
              <a:cs typeface="Consolas"/>
              <a:sym typeface="Consolas"/>
            </a:endParaRPr>
          </a:p>
        </p:txBody>
      </p:sp>
      <p:sp>
        <p:nvSpPr>
          <p:cNvPr id="610" name="Google Shape;610;p45"/>
          <p:cNvSpPr txBox="1"/>
          <p:nvPr/>
        </p:nvSpPr>
        <p:spPr>
          <a:xfrm>
            <a:off x="5544312" y="2859458"/>
            <a:ext cx="1325880" cy="30773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Consolas"/>
                <a:ea typeface="Consolas"/>
                <a:cs typeface="Consolas"/>
                <a:sym typeface="Consolas"/>
              </a:rPr>
              <a:t>getBook()</a:t>
            </a:r>
            <a:endParaRPr sz="1400" b="1" i="0" u="none" strike="noStrike" cap="none">
              <a:solidFill>
                <a:schemeClr val="dk1"/>
              </a:solidFill>
              <a:latin typeface="Consolas"/>
              <a:ea typeface="Consolas"/>
              <a:cs typeface="Consolas"/>
              <a:sym typeface="Consolas"/>
            </a:endParaRPr>
          </a:p>
        </p:txBody>
      </p:sp>
      <p:sp>
        <p:nvSpPr>
          <p:cNvPr id="611" name="Google Shape;611;p45"/>
          <p:cNvSpPr txBox="1"/>
          <p:nvPr/>
        </p:nvSpPr>
        <p:spPr>
          <a:xfrm>
            <a:off x="9448800" y="2862778"/>
            <a:ext cx="1642872" cy="30773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Consolas"/>
                <a:ea typeface="Consolas"/>
                <a:cs typeface="Consolas"/>
                <a:sym typeface="Consolas"/>
              </a:rPr>
              <a:t>updateBook()</a:t>
            </a:r>
            <a:endParaRPr sz="1400" b="1" i="0" u="none" strike="noStrike" cap="none">
              <a:solidFill>
                <a:schemeClr val="dk1"/>
              </a:solidFill>
              <a:latin typeface="Consolas"/>
              <a:ea typeface="Consolas"/>
              <a:cs typeface="Consolas"/>
              <a:sym typeface="Consolas"/>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615"/>
        <p:cNvGrpSpPr/>
        <p:nvPr/>
      </p:nvGrpSpPr>
      <p:grpSpPr>
        <a:xfrm>
          <a:off x="0" y="0"/>
          <a:ext cx="0" cy="0"/>
          <a:chOff x="0" y="0"/>
          <a:chExt cx="0" cy="0"/>
        </a:xfrm>
      </p:grpSpPr>
      <p:sp>
        <p:nvSpPr>
          <p:cNvPr id="616" name="Google Shape;616;p46"/>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None/>
            </a:pPr>
            <a:r>
              <a:rPr lang="en-US" sz="2400" b="1" i="0" u="none" strike="noStrike" cap="none" dirty="0">
                <a:solidFill>
                  <a:srgbClr val="11175E"/>
                </a:solidFill>
                <a:highlight>
                  <a:srgbClr val="FFFF00"/>
                </a:highlight>
                <a:latin typeface="Arial"/>
                <a:ea typeface="Arial"/>
                <a:cs typeface="Arial"/>
                <a:sym typeface="Arial"/>
              </a:rPr>
              <a:t>Exercise 3: </a:t>
            </a:r>
            <a:r>
              <a:rPr lang="en-US" sz="2400" b="1" i="0" u="none" strike="noStrike" cap="none" dirty="0" err="1">
                <a:solidFill>
                  <a:srgbClr val="11175E"/>
                </a:solidFill>
                <a:highlight>
                  <a:srgbClr val="FFFF00"/>
                </a:highlight>
                <a:latin typeface="Consolas"/>
                <a:ea typeface="Consolas"/>
                <a:cs typeface="Consolas"/>
                <a:sym typeface="Consolas"/>
              </a:rPr>
              <a:t>updateOne</a:t>
            </a:r>
            <a:r>
              <a:rPr lang="en-US" sz="2400" b="1" i="0" u="none" strike="noStrike" cap="none" dirty="0">
                <a:solidFill>
                  <a:srgbClr val="11175E"/>
                </a:solidFill>
                <a:highlight>
                  <a:srgbClr val="FFFF00"/>
                </a:highlight>
                <a:latin typeface="Consolas"/>
                <a:ea typeface="Consolas"/>
                <a:cs typeface="Consolas"/>
                <a:sym typeface="Consolas"/>
              </a:rPr>
              <a:t>()</a:t>
            </a:r>
            <a:endParaRPr sz="2400" b="1" i="0" u="none" strike="noStrike" cap="none" dirty="0">
              <a:solidFill>
                <a:srgbClr val="11175E"/>
              </a:solidFill>
              <a:highlight>
                <a:srgbClr val="FFFF00"/>
              </a:highlight>
              <a:latin typeface="Arial"/>
              <a:ea typeface="Arial"/>
              <a:cs typeface="Arial"/>
              <a:sym typeface="Arial"/>
            </a:endParaRPr>
          </a:p>
        </p:txBody>
      </p:sp>
      <p:sp>
        <p:nvSpPr>
          <p:cNvPr id="617" name="Google Shape;617;p46"/>
          <p:cNvSpPr txBox="1"/>
          <p:nvPr/>
        </p:nvSpPr>
        <p:spPr>
          <a:xfrm>
            <a:off x="241884" y="1375765"/>
            <a:ext cx="10987964" cy="647181"/>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sng" strike="noStrike" cap="none">
                <a:solidFill>
                  <a:schemeClr val="dk1"/>
                </a:solidFill>
                <a:latin typeface="Arial"/>
                <a:ea typeface="Arial"/>
                <a:cs typeface="Arial"/>
                <a:sym typeface="Arial"/>
              </a:rPr>
              <a:t>Exercise 3: Update a book’s rating and price</a:t>
            </a:r>
            <a:endParaRPr sz="16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chemeClr val="dk1"/>
                </a:solidFill>
                <a:latin typeface="Arial"/>
                <a:ea typeface="Arial"/>
                <a:cs typeface="Arial"/>
                <a:sym typeface="Arial"/>
              </a:rPr>
              <a:t>Look at the expected output of exercise 3</a:t>
            </a:r>
            <a:endParaRPr sz="1600" b="0" i="0" u="none" strike="noStrike" cap="none">
              <a:solidFill>
                <a:schemeClr val="dk1"/>
              </a:solidFill>
              <a:latin typeface="Arial"/>
              <a:ea typeface="Arial"/>
              <a:cs typeface="Arial"/>
              <a:sym typeface="Arial"/>
            </a:endParaRPr>
          </a:p>
        </p:txBody>
      </p:sp>
      <p:grpSp>
        <p:nvGrpSpPr>
          <p:cNvPr id="618" name="Google Shape;618;p46"/>
          <p:cNvGrpSpPr/>
          <p:nvPr/>
        </p:nvGrpSpPr>
        <p:grpSpPr>
          <a:xfrm>
            <a:off x="354584" y="2045522"/>
            <a:ext cx="11948405" cy="4390780"/>
            <a:chOff x="354584" y="2045522"/>
            <a:chExt cx="11948405" cy="4390780"/>
          </a:xfrm>
        </p:grpSpPr>
        <p:grpSp>
          <p:nvGrpSpPr>
            <p:cNvPr id="619" name="Google Shape;619;p46"/>
            <p:cNvGrpSpPr/>
            <p:nvPr/>
          </p:nvGrpSpPr>
          <p:grpSpPr>
            <a:xfrm>
              <a:off x="354584" y="2045522"/>
              <a:ext cx="11948405" cy="4390780"/>
              <a:chOff x="354584" y="2475290"/>
              <a:chExt cx="11948405" cy="4390780"/>
            </a:xfrm>
          </p:grpSpPr>
          <p:sp>
            <p:nvSpPr>
              <p:cNvPr id="620" name="Google Shape;620;p46"/>
              <p:cNvSpPr txBox="1"/>
              <p:nvPr/>
            </p:nvSpPr>
            <p:spPr>
              <a:xfrm>
                <a:off x="1400260" y="2490560"/>
                <a:ext cx="1588599"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Consolas"/>
                    <a:ea typeface="Consolas"/>
                    <a:cs typeface="Consolas"/>
                    <a:sym typeface="Consolas"/>
                  </a:rPr>
                  <a:t>/edit-books</a:t>
                </a:r>
                <a:endParaRPr sz="1400" b="1" i="0" u="none" strike="noStrike" cap="none">
                  <a:solidFill>
                    <a:schemeClr val="dk1"/>
                  </a:solidFill>
                  <a:latin typeface="Consolas"/>
                  <a:ea typeface="Consolas"/>
                  <a:cs typeface="Consolas"/>
                  <a:sym typeface="Consolas"/>
                </a:endParaRPr>
              </a:p>
            </p:txBody>
          </p:sp>
          <p:sp>
            <p:nvSpPr>
              <p:cNvPr id="621" name="Google Shape;621;p46"/>
              <p:cNvSpPr/>
              <p:nvPr/>
            </p:nvSpPr>
            <p:spPr>
              <a:xfrm>
                <a:off x="354584" y="2866631"/>
                <a:ext cx="4016019" cy="2948953"/>
              </a:xfrm>
              <a:prstGeom prst="rect">
                <a:avLst/>
              </a:prstGeom>
              <a:no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22" name="Google Shape;622;p46"/>
              <p:cNvSpPr txBox="1"/>
              <p:nvPr/>
            </p:nvSpPr>
            <p:spPr>
              <a:xfrm>
                <a:off x="361696" y="5934456"/>
                <a:ext cx="4133088"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User goes to </a:t>
                </a:r>
                <a:r>
                  <a:rPr lang="en-US" sz="1400" b="1" i="0" u="none" strike="noStrike" cap="none">
                    <a:solidFill>
                      <a:schemeClr val="dk1"/>
                    </a:solidFill>
                    <a:latin typeface="Consolas"/>
                    <a:ea typeface="Consolas"/>
                    <a:cs typeface="Consolas"/>
                    <a:sym typeface="Consolas"/>
                  </a:rPr>
                  <a:t>localhost:8000/edit-books</a:t>
                </a:r>
                <a:r>
                  <a:rPr lang="en-US" sz="1400" b="0" i="0" u="none" strike="noStrike" cap="none">
                    <a:solidFill>
                      <a:srgbClr val="000000"/>
                    </a:solidFill>
                    <a:latin typeface="Arial"/>
                    <a:ea typeface="Arial"/>
                    <a:cs typeface="Arial"/>
                    <a:sym typeface="Arial"/>
                  </a:rPr>
                  <a:t> and clicks on the first book to edit</a:t>
                </a:r>
                <a:endParaRPr sz="1400" b="0" i="0" u="none" strike="noStrike" cap="none">
                  <a:solidFill>
                    <a:srgbClr val="000000"/>
                  </a:solidFill>
                  <a:latin typeface="Arial"/>
                  <a:ea typeface="Arial"/>
                  <a:cs typeface="Arial"/>
                  <a:sym typeface="Arial"/>
                </a:endParaRPr>
              </a:p>
            </p:txBody>
          </p:sp>
          <p:sp>
            <p:nvSpPr>
              <p:cNvPr id="623" name="Google Shape;623;p46"/>
              <p:cNvSpPr txBox="1"/>
              <p:nvPr/>
            </p:nvSpPr>
            <p:spPr>
              <a:xfrm>
                <a:off x="4492264" y="2475290"/>
                <a:ext cx="4039701"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Consolas"/>
                    <a:ea typeface="Consolas"/>
                    <a:cs typeface="Consolas"/>
                    <a:sym typeface="Consolas"/>
                  </a:rPr>
                  <a:t>/update-book?isbn=1078379556</a:t>
                </a:r>
                <a:endParaRPr sz="1400" b="1" i="0" u="none" strike="noStrike" cap="none">
                  <a:solidFill>
                    <a:schemeClr val="dk1"/>
                  </a:solidFill>
                  <a:latin typeface="Consolas"/>
                  <a:ea typeface="Consolas"/>
                  <a:cs typeface="Consolas"/>
                  <a:sym typeface="Consolas"/>
                </a:endParaRPr>
              </a:p>
            </p:txBody>
          </p:sp>
          <p:sp>
            <p:nvSpPr>
              <p:cNvPr id="624" name="Google Shape;624;p46"/>
              <p:cNvSpPr/>
              <p:nvPr/>
            </p:nvSpPr>
            <p:spPr>
              <a:xfrm>
                <a:off x="4519696" y="2869123"/>
                <a:ext cx="3911509" cy="2948953"/>
              </a:xfrm>
              <a:prstGeom prst="rect">
                <a:avLst/>
              </a:prstGeom>
              <a:no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25" name="Google Shape;625;p46"/>
              <p:cNvSpPr/>
              <p:nvPr/>
            </p:nvSpPr>
            <p:spPr>
              <a:xfrm rot="-5400000">
                <a:off x="3794305" y="2399457"/>
                <a:ext cx="388001" cy="545597"/>
              </a:xfrm>
              <a:prstGeom prst="downArrow">
                <a:avLst>
                  <a:gd name="adj1" fmla="val 50000"/>
                  <a:gd name="adj2" fmla="val 50000"/>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626" name="Google Shape;626;p46"/>
              <p:cNvSpPr txBox="1"/>
              <p:nvPr/>
            </p:nvSpPr>
            <p:spPr>
              <a:xfrm>
                <a:off x="4370603" y="5912003"/>
                <a:ext cx="4392075" cy="95406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It goes to </a:t>
                </a:r>
                <a:endParaRPr/>
              </a:p>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Consolas"/>
                    <a:ea typeface="Consolas"/>
                    <a:cs typeface="Consolas"/>
                    <a:sym typeface="Consolas"/>
                  </a:rPr>
                  <a:t>localhost:8000/update-book?isbn=1078379556</a:t>
                </a:r>
                <a:r>
                  <a:rPr lang="en-US" sz="1400" b="0" i="0" u="none" strike="noStrike" cap="none">
                    <a:solidFill>
                      <a:srgbClr val="000000"/>
                    </a:solidFill>
                    <a:latin typeface="Arial"/>
                    <a:ea typeface="Arial"/>
                    <a:cs typeface="Arial"/>
                    <a:sym typeface="Arial"/>
                  </a:rPr>
                  <a:t> </a:t>
                </a:r>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and retrieves the book for editing. </a:t>
                </a:r>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User edits the rating and price and press update.</a:t>
                </a:r>
                <a:endParaRPr sz="1400" b="0" i="0" u="none" strike="noStrike" cap="none">
                  <a:solidFill>
                    <a:srgbClr val="000000"/>
                  </a:solidFill>
                  <a:latin typeface="Arial"/>
                  <a:ea typeface="Arial"/>
                  <a:cs typeface="Arial"/>
                  <a:sym typeface="Arial"/>
                </a:endParaRPr>
              </a:p>
            </p:txBody>
          </p:sp>
          <p:sp>
            <p:nvSpPr>
              <p:cNvPr id="627" name="Google Shape;627;p46"/>
              <p:cNvSpPr txBox="1"/>
              <p:nvPr/>
            </p:nvSpPr>
            <p:spPr>
              <a:xfrm>
                <a:off x="9548300" y="2478967"/>
                <a:ext cx="1809803"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Consolas"/>
                    <a:ea typeface="Consolas"/>
                    <a:cs typeface="Consolas"/>
                    <a:sym typeface="Consolas"/>
                  </a:rPr>
                  <a:t>/update-book</a:t>
                </a:r>
                <a:endParaRPr sz="1400" b="1" i="0" u="none" strike="noStrike" cap="none">
                  <a:solidFill>
                    <a:schemeClr val="dk1"/>
                  </a:solidFill>
                  <a:latin typeface="Consolas"/>
                  <a:ea typeface="Consolas"/>
                  <a:cs typeface="Consolas"/>
                  <a:sym typeface="Consolas"/>
                </a:endParaRPr>
              </a:p>
            </p:txBody>
          </p:sp>
          <p:sp>
            <p:nvSpPr>
              <p:cNvPr id="628" name="Google Shape;628;p46"/>
              <p:cNvSpPr/>
              <p:nvPr/>
            </p:nvSpPr>
            <p:spPr>
              <a:xfrm>
                <a:off x="8566082" y="2866631"/>
                <a:ext cx="3337743" cy="2948953"/>
              </a:xfrm>
              <a:prstGeom prst="rect">
                <a:avLst/>
              </a:prstGeom>
              <a:no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29" name="Google Shape;629;p46"/>
              <p:cNvSpPr txBox="1"/>
              <p:nvPr/>
            </p:nvSpPr>
            <p:spPr>
              <a:xfrm>
                <a:off x="8789602" y="5888736"/>
                <a:ext cx="3513387"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Page shows a success message.</a:t>
                </a:r>
                <a:endParaRPr sz="1400" b="0" i="0" u="none" strike="noStrike" cap="none">
                  <a:solidFill>
                    <a:srgbClr val="000000"/>
                  </a:solidFill>
                  <a:latin typeface="Arial"/>
                  <a:ea typeface="Arial"/>
                  <a:cs typeface="Arial"/>
                  <a:sym typeface="Arial"/>
                </a:endParaRPr>
              </a:p>
            </p:txBody>
          </p:sp>
          <p:pic>
            <p:nvPicPr>
              <p:cNvPr id="630" name="Google Shape;630;p46"/>
              <p:cNvPicPr preferRelativeResize="0"/>
              <p:nvPr/>
            </p:nvPicPr>
            <p:blipFill rotWithShape="1">
              <a:blip r:embed="rId3">
                <a:alphaModFix/>
              </a:blip>
              <a:srcRect/>
              <a:stretch/>
            </p:blipFill>
            <p:spPr>
              <a:xfrm>
                <a:off x="4634483" y="2989128"/>
                <a:ext cx="3755262" cy="1602245"/>
              </a:xfrm>
              <a:prstGeom prst="rect">
                <a:avLst/>
              </a:prstGeom>
              <a:noFill/>
              <a:ln>
                <a:noFill/>
              </a:ln>
            </p:spPr>
          </p:pic>
          <p:sp>
            <p:nvSpPr>
              <p:cNvPr id="631" name="Google Shape;631;p46"/>
              <p:cNvSpPr/>
              <p:nvPr/>
            </p:nvSpPr>
            <p:spPr>
              <a:xfrm rot="-5400000">
                <a:off x="8868400" y="2416981"/>
                <a:ext cx="388001" cy="545597"/>
              </a:xfrm>
              <a:prstGeom prst="downArrow">
                <a:avLst>
                  <a:gd name="adj1" fmla="val 50000"/>
                  <a:gd name="adj2" fmla="val 50000"/>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pic>
            <p:nvPicPr>
              <p:cNvPr id="632" name="Google Shape;632;p46"/>
              <p:cNvPicPr preferRelativeResize="0"/>
              <p:nvPr/>
            </p:nvPicPr>
            <p:blipFill rotWithShape="1">
              <a:blip r:embed="rId4">
                <a:alphaModFix/>
              </a:blip>
              <a:srcRect/>
              <a:stretch/>
            </p:blipFill>
            <p:spPr>
              <a:xfrm>
                <a:off x="9062400" y="3164977"/>
                <a:ext cx="2585534" cy="351878"/>
              </a:xfrm>
              <a:prstGeom prst="rect">
                <a:avLst/>
              </a:prstGeom>
              <a:noFill/>
              <a:ln>
                <a:noFill/>
              </a:ln>
            </p:spPr>
          </p:pic>
        </p:grpSp>
        <p:pic>
          <p:nvPicPr>
            <p:cNvPr id="633" name="Google Shape;633;p46"/>
            <p:cNvPicPr preferRelativeResize="0"/>
            <p:nvPr/>
          </p:nvPicPr>
          <p:blipFill rotWithShape="1">
            <a:blip r:embed="rId5">
              <a:alphaModFix/>
            </a:blip>
            <a:srcRect/>
            <a:stretch/>
          </p:blipFill>
          <p:spPr>
            <a:xfrm>
              <a:off x="630899" y="2605080"/>
              <a:ext cx="3513387" cy="2721638"/>
            </a:xfrm>
            <a:prstGeom prst="rect">
              <a:avLst/>
            </a:prstGeom>
            <a:noFill/>
            <a:ln>
              <a:noFill/>
            </a:ln>
          </p:spPr>
        </p:pic>
      </p:gr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637"/>
        <p:cNvGrpSpPr/>
        <p:nvPr/>
      </p:nvGrpSpPr>
      <p:grpSpPr>
        <a:xfrm>
          <a:off x="0" y="0"/>
          <a:ext cx="0" cy="0"/>
          <a:chOff x="0" y="0"/>
          <a:chExt cx="0" cy="0"/>
        </a:xfrm>
      </p:grpSpPr>
      <p:sp>
        <p:nvSpPr>
          <p:cNvPr id="638" name="Google Shape;638;p47"/>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None/>
            </a:pPr>
            <a:r>
              <a:rPr lang="en-US" sz="2400" b="1" i="0" u="none" strike="noStrike" cap="none">
                <a:solidFill>
                  <a:srgbClr val="11175E"/>
                </a:solidFill>
                <a:latin typeface="Arial"/>
                <a:ea typeface="Arial"/>
                <a:cs typeface="Arial"/>
                <a:sym typeface="Arial"/>
              </a:rPr>
              <a:t>Exercise 3: </a:t>
            </a:r>
            <a:r>
              <a:rPr lang="en-US" sz="2400" b="1" i="0" u="none" strike="noStrike" cap="none">
                <a:solidFill>
                  <a:srgbClr val="11175E"/>
                </a:solidFill>
                <a:latin typeface="Consolas"/>
                <a:ea typeface="Consolas"/>
                <a:cs typeface="Consolas"/>
                <a:sym typeface="Consolas"/>
              </a:rPr>
              <a:t>updateOne()</a:t>
            </a:r>
            <a:endParaRPr sz="2400" b="1" i="0" u="none" strike="noStrike" cap="none">
              <a:solidFill>
                <a:srgbClr val="11175E"/>
              </a:solidFill>
              <a:latin typeface="Arial"/>
              <a:ea typeface="Arial"/>
              <a:cs typeface="Arial"/>
              <a:sym typeface="Arial"/>
            </a:endParaRPr>
          </a:p>
        </p:txBody>
      </p:sp>
      <p:sp>
        <p:nvSpPr>
          <p:cNvPr id="639" name="Google Shape;639;p47"/>
          <p:cNvSpPr txBox="1"/>
          <p:nvPr/>
        </p:nvSpPr>
        <p:spPr>
          <a:xfrm>
            <a:off x="249453" y="1422032"/>
            <a:ext cx="11608800" cy="43088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sng" strike="noStrike" cap="none">
                <a:solidFill>
                  <a:schemeClr val="dk1"/>
                </a:solidFill>
                <a:latin typeface="Arial"/>
                <a:ea typeface="Arial"/>
                <a:cs typeface="Arial"/>
                <a:sym typeface="Arial"/>
              </a:rPr>
              <a:t>Exercise 3: Update a book’s rating and price</a:t>
            </a:r>
            <a:br>
              <a:rPr lang="en-US" sz="1600" b="1" i="0" u="sng" strike="noStrike" cap="none">
                <a:solidFill>
                  <a:schemeClr val="dk1"/>
                </a:solidFill>
                <a:latin typeface="Arial"/>
                <a:ea typeface="Arial"/>
                <a:cs typeface="Arial"/>
                <a:sym typeface="Arial"/>
              </a:rPr>
            </a:br>
            <a:endParaRPr sz="1600" b="1" i="0" u="sng"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chemeClr val="dk1"/>
                </a:solidFill>
                <a:latin typeface="Arial"/>
                <a:ea typeface="Arial"/>
                <a:cs typeface="Arial"/>
                <a:sym typeface="Arial"/>
              </a:rPr>
              <a:t>Review the requirements below and follow the task instructions step by step to complete the exercise.</a:t>
            </a:r>
            <a:endParaRPr sz="16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US" sz="1600" b="1" i="0" u="sng" strike="noStrike" cap="none">
                <a:solidFill>
                  <a:schemeClr val="dk1"/>
                </a:solidFill>
                <a:latin typeface="Arial"/>
                <a:ea typeface="Arial"/>
                <a:cs typeface="Arial"/>
                <a:sym typeface="Arial"/>
              </a:rPr>
              <a:t>Requirements</a:t>
            </a:r>
            <a:br>
              <a:rPr lang="en-US" sz="1600" b="0" i="0" u="none" strike="noStrike" cap="none">
                <a:solidFill>
                  <a:schemeClr val="dk1"/>
                </a:solidFill>
                <a:latin typeface="Arial"/>
                <a:ea typeface="Arial"/>
                <a:cs typeface="Arial"/>
                <a:sym typeface="Arial"/>
              </a:rPr>
            </a:br>
            <a:endParaRPr sz="1600" b="0" i="0" u="none" strike="noStrike" cap="none">
              <a:solidFill>
                <a:schemeClr val="dk1"/>
              </a:solidFill>
              <a:latin typeface="Arial"/>
              <a:ea typeface="Arial"/>
              <a:cs typeface="Arial"/>
              <a:sym typeface="Arial"/>
            </a:endParaRPr>
          </a:p>
          <a:p>
            <a:pPr marL="342900" marR="0" lvl="0" indent="-241300" algn="l" rtl="0">
              <a:lnSpc>
                <a:spcPct val="100000"/>
              </a:lnSpc>
              <a:spcBef>
                <a:spcPts val="0"/>
              </a:spcBef>
              <a:spcAft>
                <a:spcPts val="0"/>
              </a:spcAft>
              <a:buClr>
                <a:schemeClr val="dk1"/>
              </a:buClr>
              <a:buSzPts val="1200"/>
              <a:buFont typeface="Arial"/>
              <a:buChar char="●"/>
            </a:pPr>
            <a:r>
              <a:rPr lang="en-US" sz="1600" b="0" i="0" u="none" strike="noStrike" cap="none">
                <a:solidFill>
                  <a:schemeClr val="dk1"/>
                </a:solidFill>
                <a:latin typeface="Arial"/>
                <a:ea typeface="Arial"/>
                <a:cs typeface="Arial"/>
                <a:sym typeface="Arial"/>
              </a:rPr>
              <a:t>Upon initial load of </a:t>
            </a:r>
            <a:r>
              <a:rPr lang="en-US" sz="1600" b="1" i="0" u="none" strike="noStrike" cap="none">
                <a:solidFill>
                  <a:schemeClr val="dk1"/>
                </a:solidFill>
                <a:latin typeface="Consolas"/>
                <a:ea typeface="Consolas"/>
                <a:cs typeface="Consolas"/>
                <a:sym typeface="Consolas"/>
              </a:rPr>
              <a:t>/edit-book</a:t>
            </a:r>
            <a:r>
              <a:rPr lang="en-US" sz="1600" b="0" i="0" u="none" strike="noStrike" cap="none">
                <a:solidFill>
                  <a:schemeClr val="dk1"/>
                </a:solidFill>
                <a:latin typeface="Arial"/>
                <a:ea typeface="Arial"/>
                <a:cs typeface="Arial"/>
                <a:sym typeface="Arial"/>
              </a:rPr>
              <a:t> URL, the application should render a </a:t>
            </a:r>
            <a:r>
              <a:rPr lang="en-US" sz="1600" b="1" i="0" u="none" strike="noStrike" cap="none">
                <a:solidFill>
                  <a:schemeClr val="dk1"/>
                </a:solidFill>
                <a:latin typeface="Consolas"/>
                <a:ea typeface="Consolas"/>
                <a:cs typeface="Consolas"/>
                <a:sym typeface="Consolas"/>
              </a:rPr>
              <a:t>view</a:t>
            </a:r>
            <a:r>
              <a:rPr lang="en-US" sz="1600" b="0" i="0" u="none" strike="noStrike" cap="none">
                <a:solidFill>
                  <a:schemeClr val="dk1"/>
                </a:solidFill>
                <a:latin typeface="Arial"/>
                <a:ea typeface="Arial"/>
                <a:cs typeface="Arial"/>
                <a:sym typeface="Arial"/>
              </a:rPr>
              <a:t> named </a:t>
            </a:r>
            <a:r>
              <a:rPr lang="en-US" sz="1600" b="1" i="0" u="none" strike="noStrike" cap="none">
                <a:solidFill>
                  <a:schemeClr val="dk1"/>
                </a:solidFill>
                <a:latin typeface="Consolas"/>
                <a:ea typeface="Consolas"/>
                <a:cs typeface="Consolas"/>
                <a:sym typeface="Consolas"/>
              </a:rPr>
              <a:t>edit-book.ejs</a:t>
            </a:r>
            <a:r>
              <a:rPr lang="en-US" sz="1600" b="1" i="0" u="none" strike="noStrike" cap="none">
                <a:solidFill>
                  <a:srgbClr val="0000FF"/>
                </a:solidFill>
                <a:latin typeface="Arial"/>
                <a:ea typeface="Arial"/>
                <a:cs typeface="Arial"/>
                <a:sym typeface="Arial"/>
              </a:rPr>
              <a:t> </a:t>
            </a:r>
            <a:r>
              <a:rPr lang="en-US" sz="1600" b="0" i="0" u="none" strike="noStrike" cap="none">
                <a:solidFill>
                  <a:schemeClr val="dk1"/>
                </a:solidFill>
                <a:latin typeface="Arial"/>
                <a:ea typeface="Arial"/>
                <a:cs typeface="Arial"/>
                <a:sym typeface="Arial"/>
              </a:rPr>
              <a:t>located in a folder called </a:t>
            </a:r>
            <a:r>
              <a:rPr lang="en-US" sz="1600" b="1" i="0" u="none" strike="noStrike" cap="none">
                <a:solidFill>
                  <a:schemeClr val="dk1"/>
                </a:solidFill>
                <a:latin typeface="Consolas"/>
                <a:ea typeface="Consolas"/>
                <a:cs typeface="Consolas"/>
                <a:sym typeface="Consolas"/>
              </a:rPr>
              <a:t>views</a:t>
            </a:r>
            <a:r>
              <a:rPr lang="en-US" sz="1600" b="0" i="0" u="none" strike="noStrike" cap="none">
                <a:solidFill>
                  <a:schemeClr val="dk1"/>
                </a:solidFill>
                <a:latin typeface="Arial"/>
                <a:ea typeface="Arial"/>
                <a:cs typeface="Arial"/>
                <a:sym typeface="Arial"/>
              </a:rPr>
              <a:t>. The </a:t>
            </a:r>
            <a:r>
              <a:rPr lang="en-US" sz="1600" b="1" i="0" u="none" strike="noStrike" cap="none">
                <a:solidFill>
                  <a:schemeClr val="dk1"/>
                </a:solidFill>
                <a:latin typeface="Consolas"/>
                <a:ea typeface="Consolas"/>
                <a:cs typeface="Consolas"/>
                <a:sym typeface="Consolas"/>
              </a:rPr>
              <a:t>edit-book.ejs</a:t>
            </a:r>
            <a:r>
              <a:rPr lang="en-US" sz="1600" b="1" i="0" u="none" strike="noStrike" cap="none">
                <a:solidFill>
                  <a:srgbClr val="0000FF"/>
                </a:solidFill>
                <a:latin typeface="Arial"/>
                <a:ea typeface="Arial"/>
                <a:cs typeface="Arial"/>
                <a:sym typeface="Arial"/>
              </a:rPr>
              <a:t> </a:t>
            </a:r>
            <a:r>
              <a:rPr lang="en-US" sz="1600" b="0" i="0" u="none" strike="noStrike" cap="none">
                <a:solidFill>
                  <a:schemeClr val="dk1"/>
                </a:solidFill>
                <a:latin typeface="Arial"/>
                <a:ea typeface="Arial"/>
                <a:cs typeface="Arial"/>
                <a:sym typeface="Arial"/>
              </a:rPr>
              <a:t>file is a copy of the </a:t>
            </a:r>
            <a:r>
              <a:rPr lang="en-US" sz="1600" b="1" i="0" u="none" strike="noStrike" cap="none">
                <a:solidFill>
                  <a:schemeClr val="dk1"/>
                </a:solidFill>
                <a:latin typeface="Consolas"/>
                <a:ea typeface="Consolas"/>
                <a:cs typeface="Consolas"/>
                <a:sym typeface="Consolas"/>
              </a:rPr>
              <a:t>display-book.ejs</a:t>
            </a:r>
            <a:r>
              <a:rPr lang="en-US" sz="1600" b="0" i="0" u="none" strike="noStrike" cap="none">
                <a:solidFill>
                  <a:schemeClr val="dk1"/>
                </a:solidFill>
                <a:latin typeface="Arial"/>
                <a:ea typeface="Arial"/>
                <a:cs typeface="Arial"/>
                <a:sym typeface="Arial"/>
              </a:rPr>
              <a:t> used in Example 1. </a:t>
            </a:r>
            <a:endParaRPr/>
          </a:p>
          <a:p>
            <a:pPr marL="342900" marR="0" lvl="0" indent="-165100" algn="l" rtl="0">
              <a:lnSpc>
                <a:spcPct val="100000"/>
              </a:lnSpc>
              <a:spcBef>
                <a:spcPts val="0"/>
              </a:spcBef>
              <a:spcAft>
                <a:spcPts val="0"/>
              </a:spcAft>
              <a:buClr>
                <a:schemeClr val="dk1"/>
              </a:buClr>
              <a:buSzPts val="1200"/>
              <a:buFont typeface="Arial"/>
              <a:buNone/>
            </a:pPr>
            <a:endParaRPr sz="1600" b="0" i="0" u="none" strike="noStrike" cap="none">
              <a:solidFill>
                <a:schemeClr val="dk1"/>
              </a:solidFill>
              <a:latin typeface="Arial"/>
              <a:ea typeface="Arial"/>
              <a:cs typeface="Arial"/>
              <a:sym typeface="Arial"/>
            </a:endParaRPr>
          </a:p>
          <a:p>
            <a:pPr marL="342900" marR="0" lvl="0" indent="-241300" algn="l" rtl="0">
              <a:lnSpc>
                <a:spcPct val="100000"/>
              </a:lnSpc>
              <a:spcBef>
                <a:spcPts val="0"/>
              </a:spcBef>
              <a:spcAft>
                <a:spcPts val="0"/>
              </a:spcAft>
              <a:buClr>
                <a:schemeClr val="dk1"/>
              </a:buClr>
              <a:buSzPts val="1200"/>
              <a:buFont typeface="Arial"/>
              <a:buChar char="●"/>
            </a:pPr>
            <a:r>
              <a:rPr lang="en-US" sz="1600" b="0" i="0" u="none" strike="noStrike" cap="none">
                <a:solidFill>
                  <a:schemeClr val="dk1"/>
                </a:solidFill>
                <a:latin typeface="Arial"/>
                <a:ea typeface="Arial"/>
                <a:cs typeface="Arial"/>
                <a:sym typeface="Arial"/>
              </a:rPr>
              <a:t>For each book, it displays an </a:t>
            </a:r>
            <a:r>
              <a:rPr lang="en-US" sz="1600" b="1" i="0" u="none" strike="noStrike" cap="none">
                <a:solidFill>
                  <a:schemeClr val="dk1"/>
                </a:solidFill>
                <a:latin typeface="Consolas"/>
                <a:ea typeface="Consolas"/>
                <a:cs typeface="Consolas"/>
                <a:sym typeface="Consolas"/>
              </a:rPr>
              <a:t>edit</a:t>
            </a:r>
            <a:r>
              <a:rPr lang="en-US" sz="1600" b="1" i="0" u="none" strike="noStrike" cap="none">
                <a:solidFill>
                  <a:srgbClr val="0000FF"/>
                </a:solidFill>
                <a:latin typeface="Arial"/>
                <a:ea typeface="Arial"/>
                <a:cs typeface="Arial"/>
                <a:sym typeface="Arial"/>
              </a:rPr>
              <a:t> link </a:t>
            </a:r>
            <a:r>
              <a:rPr lang="en-US" sz="1600" b="0" i="0" u="none" strike="noStrike" cap="none">
                <a:solidFill>
                  <a:schemeClr val="dk1"/>
                </a:solidFill>
                <a:latin typeface="Arial"/>
                <a:ea typeface="Arial"/>
                <a:cs typeface="Arial"/>
                <a:sym typeface="Arial"/>
              </a:rPr>
              <a:t>that goes to update-book URL with </a:t>
            </a:r>
            <a:r>
              <a:rPr lang="en-US" sz="1600" b="1" i="0" u="none" strike="noStrike" cap="none">
                <a:solidFill>
                  <a:schemeClr val="dk1"/>
                </a:solidFill>
                <a:latin typeface="Consolas"/>
                <a:ea typeface="Consolas"/>
                <a:cs typeface="Consolas"/>
                <a:sym typeface="Consolas"/>
              </a:rPr>
              <a:t>isbn</a:t>
            </a:r>
            <a:r>
              <a:rPr lang="en-US" sz="1600" b="0" i="0" u="none" strike="noStrike" cap="none">
                <a:solidFill>
                  <a:schemeClr val="dk1"/>
                </a:solidFill>
                <a:latin typeface="Arial"/>
                <a:ea typeface="Arial"/>
                <a:cs typeface="Arial"/>
                <a:sym typeface="Arial"/>
              </a:rPr>
              <a:t> number as the query string.</a:t>
            </a:r>
            <a:endParaRPr sz="1600" b="0" i="0" u="none" strike="noStrike" cap="none">
              <a:solidFill>
                <a:srgbClr val="000000"/>
              </a:solidFill>
              <a:latin typeface="Arial"/>
              <a:ea typeface="Arial"/>
              <a:cs typeface="Arial"/>
              <a:sym typeface="Arial"/>
            </a:endParaRPr>
          </a:p>
          <a:p>
            <a:pPr marL="685800" marR="0" lvl="1" indent="-165100" algn="l" rtl="0">
              <a:lnSpc>
                <a:spcPct val="100000"/>
              </a:lnSpc>
              <a:spcBef>
                <a:spcPts val="0"/>
              </a:spcBef>
              <a:spcAft>
                <a:spcPts val="0"/>
              </a:spcAft>
              <a:buClr>
                <a:schemeClr val="dk1"/>
              </a:buClr>
              <a:buSzPts val="1200"/>
              <a:buFont typeface="Arial"/>
              <a:buNone/>
            </a:pPr>
            <a:endParaRPr sz="1600" b="0" i="0" u="none" strike="noStrike" cap="none">
              <a:solidFill>
                <a:schemeClr val="dk1"/>
              </a:solidFill>
              <a:latin typeface="Arial"/>
              <a:ea typeface="Arial"/>
              <a:cs typeface="Arial"/>
              <a:sym typeface="Arial"/>
            </a:endParaRPr>
          </a:p>
          <a:p>
            <a:pPr marL="342900" marR="0" lvl="0" indent="-241300" algn="l" rtl="0">
              <a:lnSpc>
                <a:spcPct val="100000"/>
              </a:lnSpc>
              <a:spcBef>
                <a:spcPts val="0"/>
              </a:spcBef>
              <a:spcAft>
                <a:spcPts val="0"/>
              </a:spcAft>
              <a:buClr>
                <a:schemeClr val="dk1"/>
              </a:buClr>
              <a:buSzPts val="1200"/>
              <a:buFont typeface="Arial"/>
              <a:buChar char="●"/>
            </a:pPr>
            <a:r>
              <a:rPr lang="en-US" sz="1600" b="0" i="0" u="none" strike="noStrike" cap="none">
                <a:solidFill>
                  <a:schemeClr val="dk1"/>
                </a:solidFill>
                <a:latin typeface="Arial"/>
                <a:ea typeface="Arial"/>
                <a:cs typeface="Arial"/>
                <a:sym typeface="Arial"/>
              </a:rPr>
              <a:t>In the </a:t>
            </a:r>
            <a:r>
              <a:rPr lang="en-US" sz="1600" b="1" i="0" u="none" strike="noStrike" cap="none">
                <a:solidFill>
                  <a:schemeClr val="dk1"/>
                </a:solidFill>
                <a:latin typeface="Arial"/>
                <a:ea typeface="Arial"/>
                <a:cs typeface="Arial"/>
                <a:sym typeface="Arial"/>
              </a:rPr>
              <a:t>/</a:t>
            </a:r>
            <a:r>
              <a:rPr lang="en-US" sz="1600" b="1" i="0" u="none" strike="noStrike" cap="none">
                <a:solidFill>
                  <a:schemeClr val="dk1"/>
                </a:solidFill>
                <a:latin typeface="Consolas"/>
                <a:ea typeface="Consolas"/>
                <a:cs typeface="Consolas"/>
                <a:sym typeface="Consolas"/>
              </a:rPr>
              <a:t>update-book</a:t>
            </a:r>
            <a:r>
              <a:rPr lang="en-US" sz="1600" b="0" i="0" u="none" strike="noStrike" cap="none">
                <a:solidFill>
                  <a:schemeClr val="dk1"/>
                </a:solidFill>
                <a:latin typeface="Arial"/>
                <a:ea typeface="Arial"/>
                <a:cs typeface="Arial"/>
                <a:sym typeface="Arial"/>
              </a:rPr>
              <a:t> URL, the application will read the </a:t>
            </a:r>
            <a:r>
              <a:rPr lang="en-US" sz="1600" b="1" i="0" u="none" strike="noStrike" cap="none">
                <a:solidFill>
                  <a:schemeClr val="dk1"/>
                </a:solidFill>
                <a:latin typeface="Consolas"/>
                <a:ea typeface="Consolas"/>
                <a:cs typeface="Consolas"/>
                <a:sym typeface="Consolas"/>
              </a:rPr>
              <a:t>isbn</a:t>
            </a:r>
            <a:r>
              <a:rPr lang="en-US" sz="1600" b="0" i="0" u="none" strike="noStrike" cap="none">
                <a:solidFill>
                  <a:schemeClr val="dk1"/>
                </a:solidFill>
                <a:latin typeface="Arial"/>
                <a:ea typeface="Arial"/>
                <a:cs typeface="Arial"/>
                <a:sym typeface="Arial"/>
              </a:rPr>
              <a:t> number from the URL, render a </a:t>
            </a:r>
            <a:r>
              <a:rPr lang="en-US" sz="1600" b="1" i="0" u="none" strike="noStrike" cap="none">
                <a:solidFill>
                  <a:schemeClr val="dk1"/>
                </a:solidFill>
                <a:latin typeface="Consolas"/>
                <a:ea typeface="Consolas"/>
                <a:cs typeface="Consolas"/>
                <a:sym typeface="Consolas"/>
              </a:rPr>
              <a:t>view</a:t>
            </a:r>
            <a:r>
              <a:rPr lang="en-US" sz="1600" b="0" i="0" u="none" strike="noStrike" cap="none">
                <a:solidFill>
                  <a:schemeClr val="dk1"/>
                </a:solidFill>
                <a:latin typeface="Arial"/>
                <a:ea typeface="Arial"/>
                <a:cs typeface="Arial"/>
                <a:sym typeface="Arial"/>
              </a:rPr>
              <a:t> named </a:t>
            </a:r>
            <a:r>
              <a:rPr lang="en-US" sz="1600" b="1" i="0" u="none" strike="noStrike" cap="none">
                <a:solidFill>
                  <a:schemeClr val="dk1"/>
                </a:solidFill>
                <a:latin typeface="Consolas"/>
                <a:ea typeface="Consolas"/>
                <a:cs typeface="Consolas"/>
                <a:sym typeface="Consolas"/>
              </a:rPr>
              <a:t>update-rating.ejs</a:t>
            </a:r>
            <a:r>
              <a:rPr lang="en-US" sz="1600" b="1" i="0" u="none" strike="noStrike" cap="none">
                <a:solidFill>
                  <a:srgbClr val="0000FF"/>
                </a:solidFill>
                <a:latin typeface="Arial"/>
                <a:ea typeface="Arial"/>
                <a:cs typeface="Arial"/>
                <a:sym typeface="Arial"/>
              </a:rPr>
              <a:t> </a:t>
            </a:r>
            <a:r>
              <a:rPr lang="en-US" sz="1600" b="0" i="0" u="none" strike="noStrike" cap="none">
                <a:solidFill>
                  <a:schemeClr val="dk1"/>
                </a:solidFill>
                <a:latin typeface="Arial"/>
                <a:ea typeface="Arial"/>
                <a:cs typeface="Arial"/>
                <a:sym typeface="Arial"/>
              </a:rPr>
              <a:t>and display the book with the </a:t>
            </a:r>
            <a:r>
              <a:rPr lang="en-US" sz="1600" b="1" i="0" u="none" strike="noStrike" cap="none">
                <a:solidFill>
                  <a:schemeClr val="dk1"/>
                </a:solidFill>
                <a:latin typeface="Consolas"/>
                <a:ea typeface="Consolas"/>
                <a:cs typeface="Consolas"/>
                <a:sym typeface="Consolas"/>
              </a:rPr>
              <a:t>isbn</a:t>
            </a:r>
            <a:r>
              <a:rPr lang="en-US" sz="1600" b="0" i="0" u="none" strike="noStrike" cap="none">
                <a:solidFill>
                  <a:schemeClr val="dk1"/>
                </a:solidFill>
                <a:latin typeface="Arial"/>
                <a:ea typeface="Arial"/>
                <a:cs typeface="Arial"/>
                <a:sym typeface="Arial"/>
              </a:rPr>
              <a:t> number for editing. </a:t>
            </a:r>
            <a:r>
              <a:rPr lang="en-US" sz="1600" b="1" i="0" u="none" strike="noStrike" cap="none">
                <a:solidFill>
                  <a:schemeClr val="dk1"/>
                </a:solidFill>
                <a:latin typeface="Consolas"/>
                <a:ea typeface="Consolas"/>
                <a:cs typeface="Consolas"/>
                <a:sym typeface="Consolas"/>
              </a:rPr>
              <a:t>update-rating.ejs</a:t>
            </a:r>
            <a:r>
              <a:rPr lang="en-US" sz="1600" b="1" i="0" u="none" strike="noStrike" cap="none">
                <a:solidFill>
                  <a:srgbClr val="0000FF"/>
                </a:solidFill>
                <a:latin typeface="Arial"/>
                <a:ea typeface="Arial"/>
                <a:cs typeface="Arial"/>
                <a:sym typeface="Arial"/>
              </a:rPr>
              <a:t> </a:t>
            </a:r>
            <a:r>
              <a:rPr lang="en-US" sz="1600" b="0" i="0" u="none" strike="noStrike" cap="none">
                <a:solidFill>
                  <a:schemeClr val="dk1"/>
                </a:solidFill>
                <a:latin typeface="Arial"/>
                <a:ea typeface="Arial"/>
                <a:cs typeface="Arial"/>
                <a:sym typeface="Arial"/>
              </a:rPr>
              <a:t>is provided in the folder </a:t>
            </a:r>
            <a:r>
              <a:rPr lang="en-US" sz="1600" b="1" i="0" u="none" strike="noStrike" cap="none">
                <a:solidFill>
                  <a:schemeClr val="dk1"/>
                </a:solidFill>
                <a:latin typeface="Consolas"/>
                <a:ea typeface="Consolas"/>
                <a:cs typeface="Consolas"/>
                <a:sym typeface="Consolas"/>
              </a:rPr>
              <a:t>views</a:t>
            </a:r>
            <a:r>
              <a:rPr lang="en-US" sz="1600" b="0" i="0" u="none" strike="noStrike" cap="none">
                <a:solidFill>
                  <a:schemeClr val="dk1"/>
                </a:solidFill>
                <a:latin typeface="Arial"/>
                <a:ea typeface="Arial"/>
                <a:cs typeface="Arial"/>
                <a:sym typeface="Arial"/>
              </a:rPr>
              <a:t>. (See </a:t>
            </a:r>
            <a:r>
              <a:rPr lang="en-US" sz="1600" b="1" i="0" u="none" strike="noStrike" cap="none">
                <a:solidFill>
                  <a:schemeClr val="dk1"/>
                </a:solidFill>
                <a:latin typeface="Arial"/>
                <a:ea typeface="Arial"/>
                <a:cs typeface="Arial"/>
                <a:sym typeface="Arial"/>
              </a:rPr>
              <a:t>/</a:t>
            </a:r>
            <a:r>
              <a:rPr lang="en-US" sz="1600" b="1" i="0" u="none" strike="noStrike" cap="none">
                <a:solidFill>
                  <a:schemeClr val="dk1"/>
                </a:solidFill>
                <a:latin typeface="Consolas"/>
                <a:ea typeface="Consolas"/>
                <a:cs typeface="Consolas"/>
                <a:sym typeface="Consolas"/>
              </a:rPr>
              <a:t>update-book?isbn=1078379556</a:t>
            </a:r>
            <a:r>
              <a:rPr lang="en-US" sz="1600" b="0" i="0" u="none" strike="noStrike" cap="none">
                <a:solidFill>
                  <a:schemeClr val="dk1"/>
                </a:solidFill>
                <a:latin typeface="Arial"/>
                <a:ea typeface="Arial"/>
                <a:cs typeface="Arial"/>
                <a:sym typeface="Arial"/>
              </a:rPr>
              <a:t>)</a:t>
            </a:r>
            <a:endParaRPr sz="1600" b="0" i="0" u="none" strike="noStrike" cap="none">
              <a:solidFill>
                <a:srgbClr val="000000"/>
              </a:solidFill>
              <a:latin typeface="Arial"/>
              <a:ea typeface="Arial"/>
              <a:cs typeface="Arial"/>
              <a:sym typeface="Arial"/>
            </a:endParaRPr>
          </a:p>
          <a:p>
            <a:pPr marL="342900" marR="0" lvl="0" indent="-165100" algn="l" rtl="0">
              <a:lnSpc>
                <a:spcPct val="100000"/>
              </a:lnSpc>
              <a:spcBef>
                <a:spcPts val="0"/>
              </a:spcBef>
              <a:spcAft>
                <a:spcPts val="0"/>
              </a:spcAft>
              <a:buClr>
                <a:schemeClr val="dk1"/>
              </a:buClr>
              <a:buSzPts val="1200"/>
              <a:buFont typeface="Arial"/>
              <a:buNone/>
            </a:pPr>
            <a:endParaRPr sz="1600" b="0" i="0" u="none" strike="noStrike" cap="none">
              <a:solidFill>
                <a:schemeClr val="dk1"/>
              </a:solidFill>
              <a:latin typeface="Arial"/>
              <a:ea typeface="Arial"/>
              <a:cs typeface="Arial"/>
              <a:sym typeface="Arial"/>
            </a:endParaRPr>
          </a:p>
          <a:p>
            <a:pPr marL="342900" marR="0" lvl="0" indent="-241300" algn="l" rtl="0">
              <a:lnSpc>
                <a:spcPct val="100000"/>
              </a:lnSpc>
              <a:spcBef>
                <a:spcPts val="0"/>
              </a:spcBef>
              <a:spcAft>
                <a:spcPts val="0"/>
              </a:spcAft>
              <a:buClr>
                <a:schemeClr val="dk1"/>
              </a:buClr>
              <a:buSzPts val="1200"/>
              <a:buFont typeface="Arial"/>
              <a:buChar char="●"/>
            </a:pPr>
            <a:r>
              <a:rPr lang="en-US" sz="1600" b="0" i="0" u="none" strike="noStrike" cap="none">
                <a:solidFill>
                  <a:schemeClr val="dk1"/>
                </a:solidFill>
                <a:latin typeface="Arial"/>
                <a:ea typeface="Arial"/>
                <a:cs typeface="Arial"/>
                <a:sym typeface="Arial"/>
              </a:rPr>
              <a:t>After the user edits the </a:t>
            </a:r>
            <a:r>
              <a:rPr lang="en-US" sz="1600" b="1" i="0" u="none" strike="noStrike" cap="none">
                <a:solidFill>
                  <a:schemeClr val="dk1"/>
                </a:solidFill>
                <a:latin typeface="Arial"/>
                <a:ea typeface="Arial"/>
                <a:cs typeface="Arial"/>
                <a:sym typeface="Arial"/>
              </a:rPr>
              <a:t>rating</a:t>
            </a:r>
            <a:r>
              <a:rPr lang="en-US" sz="1600" b="0" i="0" u="none" strike="noStrike" cap="none">
                <a:solidFill>
                  <a:schemeClr val="dk1"/>
                </a:solidFill>
                <a:latin typeface="Arial"/>
                <a:ea typeface="Arial"/>
                <a:cs typeface="Arial"/>
                <a:sym typeface="Arial"/>
              </a:rPr>
              <a:t>, </a:t>
            </a:r>
            <a:r>
              <a:rPr lang="en-US" sz="1600" b="1" i="0" u="none" strike="noStrike" cap="none">
                <a:solidFill>
                  <a:schemeClr val="dk1"/>
                </a:solidFill>
                <a:latin typeface="Arial"/>
                <a:ea typeface="Arial"/>
                <a:cs typeface="Arial"/>
                <a:sym typeface="Arial"/>
              </a:rPr>
              <a:t>price</a:t>
            </a:r>
            <a:r>
              <a:rPr lang="en-US" sz="1600" b="0" i="0" u="none" strike="noStrike" cap="none">
                <a:solidFill>
                  <a:schemeClr val="dk1"/>
                </a:solidFill>
                <a:latin typeface="Arial"/>
                <a:ea typeface="Arial"/>
                <a:cs typeface="Arial"/>
                <a:sym typeface="Arial"/>
              </a:rPr>
              <a:t> and presses </a:t>
            </a:r>
            <a:r>
              <a:rPr lang="en-US" sz="1600" b="1" i="0" u="none" strike="noStrike" cap="none">
                <a:solidFill>
                  <a:schemeClr val="dk1"/>
                </a:solidFill>
                <a:latin typeface="Arial"/>
                <a:ea typeface="Arial"/>
                <a:cs typeface="Arial"/>
                <a:sym typeface="Arial"/>
              </a:rPr>
              <a:t>Submit</a:t>
            </a:r>
            <a:r>
              <a:rPr lang="en-US" sz="1600" b="0" i="0" u="none" strike="noStrike" cap="none">
                <a:solidFill>
                  <a:schemeClr val="dk1"/>
                </a:solidFill>
                <a:latin typeface="Arial"/>
                <a:ea typeface="Arial"/>
                <a:cs typeface="Arial"/>
                <a:sym typeface="Arial"/>
              </a:rPr>
              <a:t>, the application will update the database and show a success message when done. </a:t>
            </a:r>
            <a:endParaRPr sz="1600" b="0" i="0" u="none" strike="noStrike" cap="none">
              <a:solidFill>
                <a:srgbClr val="000000"/>
              </a:solidFill>
              <a:latin typeface="Arial"/>
              <a:ea typeface="Arial"/>
              <a:cs typeface="Arial"/>
              <a:sym typeface="Arial"/>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643"/>
        <p:cNvGrpSpPr/>
        <p:nvPr/>
      </p:nvGrpSpPr>
      <p:grpSpPr>
        <a:xfrm>
          <a:off x="0" y="0"/>
          <a:ext cx="0" cy="0"/>
          <a:chOff x="0" y="0"/>
          <a:chExt cx="0" cy="0"/>
        </a:xfrm>
      </p:grpSpPr>
      <p:sp>
        <p:nvSpPr>
          <p:cNvPr id="644" name="Google Shape;644;p48"/>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Clr>
                <a:srgbClr val="000000"/>
              </a:buClr>
              <a:buSzPts val="2400"/>
              <a:buFont typeface="Arial"/>
              <a:buNone/>
            </a:pPr>
            <a:r>
              <a:rPr lang="en-US" sz="2400" b="1" i="0" u="none" strike="noStrike" cap="none">
                <a:solidFill>
                  <a:srgbClr val="11175E"/>
                </a:solidFill>
                <a:latin typeface="Arial"/>
                <a:ea typeface="Arial"/>
                <a:cs typeface="Arial"/>
                <a:sym typeface="Arial"/>
              </a:rPr>
              <a:t>Exercise 3: </a:t>
            </a:r>
            <a:r>
              <a:rPr lang="en-US" sz="2400" b="1" i="0" u="none" strike="noStrike" cap="none">
                <a:solidFill>
                  <a:srgbClr val="11175E"/>
                </a:solidFill>
                <a:latin typeface="Consolas"/>
                <a:ea typeface="Consolas"/>
                <a:cs typeface="Consolas"/>
                <a:sym typeface="Consolas"/>
              </a:rPr>
              <a:t>updateOne()</a:t>
            </a:r>
            <a:endParaRPr sz="2400" b="1" i="0" u="none" strike="noStrike" cap="none">
              <a:solidFill>
                <a:srgbClr val="11175E"/>
              </a:solidFill>
              <a:latin typeface="Consolas"/>
              <a:ea typeface="Consolas"/>
              <a:cs typeface="Consolas"/>
              <a:sym typeface="Consolas"/>
            </a:endParaRPr>
          </a:p>
        </p:txBody>
      </p:sp>
      <p:sp>
        <p:nvSpPr>
          <p:cNvPr id="645" name="Google Shape;645;p48"/>
          <p:cNvSpPr txBox="1"/>
          <p:nvPr/>
        </p:nvSpPr>
        <p:spPr>
          <a:xfrm>
            <a:off x="251028" y="1365606"/>
            <a:ext cx="10987964" cy="807618"/>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n-US" sz="1600" b="1" i="0" u="sng" strike="noStrike" cap="none">
                <a:solidFill>
                  <a:srgbClr val="000000"/>
                </a:solidFill>
                <a:latin typeface="Arial"/>
                <a:ea typeface="Arial"/>
                <a:cs typeface="Arial"/>
                <a:sym typeface="Arial"/>
              </a:rPr>
              <a:t>Exercise 3: Update a book’s rating and price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endParaRPr sz="1600" b="1" i="0" u="sng"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1" i="0" u="sng" strike="noStrike" cap="none">
                <a:solidFill>
                  <a:srgbClr val="000000"/>
                </a:solidFill>
                <a:latin typeface="Arial"/>
                <a:ea typeface="Arial"/>
                <a:cs typeface="Arial"/>
                <a:sym typeface="Arial"/>
              </a:rPr>
              <a:t>TASKS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endParaRPr sz="16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solidFill>
                  <a:schemeClr val="dk1"/>
                </a:solidFill>
                <a:latin typeface="Arial"/>
                <a:ea typeface="Arial"/>
                <a:cs typeface="Arial"/>
                <a:sym typeface="Arial"/>
              </a:rPr>
              <a:t> </a:t>
            </a:r>
            <a:endParaRPr sz="1600" b="1" i="0" u="none" strike="noStrike" cap="none">
              <a:solidFill>
                <a:schemeClr val="dk1"/>
              </a:solidFill>
              <a:latin typeface="Arial"/>
              <a:ea typeface="Arial"/>
              <a:cs typeface="Arial"/>
              <a:sym typeface="Arial"/>
            </a:endParaRPr>
          </a:p>
        </p:txBody>
      </p:sp>
      <p:sp>
        <p:nvSpPr>
          <p:cNvPr id="646" name="Google Shape;646;p48"/>
          <p:cNvSpPr txBox="1">
            <a:spLocks noGrp="1"/>
          </p:cNvSpPr>
          <p:nvPr>
            <p:ph type="subTitle" idx="1"/>
          </p:nvPr>
        </p:nvSpPr>
        <p:spPr>
          <a:xfrm>
            <a:off x="121996" y="2193862"/>
            <a:ext cx="5974004" cy="4700714"/>
          </a:xfrm>
          <a:prstGeom prst="rect">
            <a:avLst/>
          </a:prstGeom>
          <a:noFill/>
          <a:ln>
            <a:noFill/>
          </a:ln>
        </p:spPr>
        <p:txBody>
          <a:bodyPr spcFirstLastPara="1" wrap="square" lIns="91425" tIns="45700" rIns="91425" bIns="45700" anchor="t" anchorCtr="0">
            <a:noAutofit/>
          </a:bodyPr>
          <a:lstStyle/>
          <a:p>
            <a:pPr marL="457200" lvl="0" indent="-330200" algn="l" rtl="0">
              <a:lnSpc>
                <a:spcPct val="90000"/>
              </a:lnSpc>
              <a:spcBef>
                <a:spcPts val="1000"/>
              </a:spcBef>
              <a:spcAft>
                <a:spcPts val="0"/>
              </a:spcAft>
              <a:buSzPts val="1600"/>
              <a:buFont typeface="Arial"/>
              <a:buChar char="●"/>
            </a:pPr>
            <a:r>
              <a:rPr lang="en-US" sz="1400"/>
              <a:t>You can use </a:t>
            </a:r>
            <a:r>
              <a:rPr lang="en-US" sz="1400" b="1">
                <a:latin typeface="Consolas"/>
                <a:ea typeface="Consolas"/>
                <a:cs typeface="Consolas"/>
                <a:sym typeface="Consolas"/>
              </a:rPr>
              <a:t>week10 ⟶ exercises ⟶ exercise1</a:t>
            </a:r>
            <a:r>
              <a:rPr lang="en-US" sz="1400" b="1">
                <a:solidFill>
                  <a:srgbClr val="0000FF"/>
                </a:solidFill>
              </a:rPr>
              <a:t> </a:t>
            </a:r>
            <a:r>
              <a:rPr lang="en-US" sz="1400"/>
              <a:t>resource file to do this exercise or continue from your previous exercise</a:t>
            </a:r>
            <a:endParaRPr sz="1400"/>
          </a:p>
          <a:p>
            <a:pPr marL="457200" lvl="0" indent="-330200" algn="l" rtl="0">
              <a:lnSpc>
                <a:spcPct val="90000"/>
              </a:lnSpc>
              <a:spcBef>
                <a:spcPts val="1000"/>
              </a:spcBef>
              <a:spcAft>
                <a:spcPts val="0"/>
              </a:spcAft>
              <a:buSzPts val="1600"/>
              <a:buFont typeface="Arial"/>
              <a:buChar char="●"/>
            </a:pPr>
            <a:r>
              <a:rPr lang="en-US" sz="1400"/>
              <a:t>Navigate to the  directory and start the server.</a:t>
            </a:r>
            <a:endParaRPr sz="1400"/>
          </a:p>
          <a:p>
            <a:pPr marL="457200" lvl="0" indent="-330200" algn="l" rtl="0">
              <a:lnSpc>
                <a:spcPct val="90000"/>
              </a:lnSpc>
              <a:spcBef>
                <a:spcPts val="1000"/>
              </a:spcBef>
              <a:spcAft>
                <a:spcPts val="0"/>
              </a:spcAft>
              <a:buSzPts val="1600"/>
              <a:buFont typeface="Arial"/>
              <a:buChar char="●"/>
            </a:pPr>
            <a:r>
              <a:rPr lang="en-US" sz="1400"/>
              <a:t>In </a:t>
            </a:r>
            <a:r>
              <a:rPr lang="en-US" sz="1400" b="1">
                <a:latin typeface="Consolas"/>
                <a:ea typeface="Consolas"/>
                <a:cs typeface="Consolas"/>
                <a:sym typeface="Consolas"/>
              </a:rPr>
              <a:t>books-routes.js</a:t>
            </a:r>
            <a:r>
              <a:rPr lang="en-US" sz="1400"/>
              <a:t>, create three new routes for the </a:t>
            </a:r>
            <a:r>
              <a:rPr lang="en-US" sz="1400" b="1"/>
              <a:t>get</a:t>
            </a:r>
            <a:r>
              <a:rPr lang="en-US" sz="1400"/>
              <a:t> and </a:t>
            </a:r>
            <a:r>
              <a:rPr lang="en-US" sz="1400" b="1"/>
              <a:t>post</a:t>
            </a:r>
            <a:r>
              <a:rPr lang="en-US" sz="1400"/>
              <a:t> functions</a:t>
            </a:r>
            <a:endParaRPr sz="1400"/>
          </a:p>
          <a:p>
            <a:pPr marL="914400" lvl="1" indent="-330200" algn="l" rtl="0">
              <a:lnSpc>
                <a:spcPct val="90000"/>
              </a:lnSpc>
              <a:spcBef>
                <a:spcPts val="500"/>
              </a:spcBef>
              <a:spcAft>
                <a:spcPts val="0"/>
              </a:spcAft>
              <a:buSzPts val="1600"/>
              <a:buFont typeface="Arial"/>
              <a:buChar char="●"/>
            </a:pPr>
            <a:r>
              <a:rPr lang="en-US" sz="1400"/>
              <a:t>A </a:t>
            </a:r>
            <a:r>
              <a:rPr lang="en-US" sz="1400" b="1"/>
              <a:t>get</a:t>
            </a:r>
            <a:r>
              <a:rPr lang="en-US" sz="1400"/>
              <a:t> route to display the form:</a:t>
            </a:r>
            <a:endParaRPr/>
          </a:p>
          <a:p>
            <a:pPr marL="584200" lvl="1" indent="0" algn="l" rtl="0">
              <a:lnSpc>
                <a:spcPct val="90000"/>
              </a:lnSpc>
              <a:spcBef>
                <a:spcPts val="500"/>
              </a:spcBef>
              <a:spcAft>
                <a:spcPts val="0"/>
              </a:spcAft>
              <a:buSzPts val="1600"/>
              <a:buNone/>
            </a:pPr>
            <a:r>
              <a:rPr lang="en-US" sz="1400" b="1">
                <a:latin typeface="Consolas"/>
                <a:ea typeface="Consolas"/>
                <a:cs typeface="Consolas"/>
                <a:sym typeface="Consolas"/>
              </a:rPr>
              <a:t>	</a:t>
            </a:r>
            <a:r>
              <a:rPr lang="en-US" sz="1200" b="1">
                <a:latin typeface="Consolas"/>
                <a:ea typeface="Consolas"/>
                <a:cs typeface="Consolas"/>
                <a:sym typeface="Consolas"/>
              </a:rPr>
              <a:t>router.get("/edit-books", booksController.showBookList)</a:t>
            </a:r>
            <a:endParaRPr sz="1200" b="1">
              <a:latin typeface="Consolas"/>
              <a:ea typeface="Consolas"/>
              <a:cs typeface="Consolas"/>
              <a:sym typeface="Consolas"/>
            </a:endParaRPr>
          </a:p>
          <a:p>
            <a:pPr marL="914400" lvl="1" indent="-330200" algn="l" rtl="0">
              <a:lnSpc>
                <a:spcPct val="90000"/>
              </a:lnSpc>
              <a:spcBef>
                <a:spcPts val="500"/>
              </a:spcBef>
              <a:spcAft>
                <a:spcPts val="0"/>
              </a:spcAft>
              <a:buSzPts val="1600"/>
              <a:buFont typeface="Arial"/>
              <a:buChar char="●"/>
            </a:pPr>
            <a:r>
              <a:rPr lang="en-US" sz="1400"/>
              <a:t>A </a:t>
            </a:r>
            <a:r>
              <a:rPr lang="en-US" sz="1400" b="1"/>
              <a:t>get</a:t>
            </a:r>
            <a:r>
              <a:rPr lang="en-US" sz="1400"/>
              <a:t> route to display one book for editing:</a:t>
            </a:r>
            <a:endParaRPr/>
          </a:p>
          <a:p>
            <a:pPr marL="584200" lvl="1" indent="0" algn="l" rtl="0">
              <a:lnSpc>
                <a:spcPct val="90000"/>
              </a:lnSpc>
              <a:spcBef>
                <a:spcPts val="500"/>
              </a:spcBef>
              <a:spcAft>
                <a:spcPts val="0"/>
              </a:spcAft>
              <a:buSzPts val="1600"/>
              <a:buNone/>
            </a:pPr>
            <a:r>
              <a:rPr lang="en-US" sz="1400" b="1">
                <a:latin typeface="Consolas"/>
                <a:ea typeface="Consolas"/>
                <a:cs typeface="Consolas"/>
                <a:sym typeface="Consolas"/>
              </a:rPr>
              <a:t>	</a:t>
            </a:r>
            <a:r>
              <a:rPr lang="en-US" sz="1200" b="1">
                <a:latin typeface="Consolas"/>
                <a:ea typeface="Consolas"/>
                <a:cs typeface="Consolas"/>
                <a:sym typeface="Consolas"/>
              </a:rPr>
              <a:t>router.get("/update-book", booksController.getBook)</a:t>
            </a:r>
            <a:endParaRPr/>
          </a:p>
          <a:p>
            <a:pPr marL="914400" lvl="1" indent="-330200" algn="l" rtl="0">
              <a:lnSpc>
                <a:spcPct val="90000"/>
              </a:lnSpc>
              <a:spcBef>
                <a:spcPts val="500"/>
              </a:spcBef>
              <a:spcAft>
                <a:spcPts val="0"/>
              </a:spcAft>
              <a:buSzPts val="1600"/>
              <a:buFont typeface="Arial"/>
              <a:buChar char="●"/>
            </a:pPr>
            <a:r>
              <a:rPr lang="en-US" sz="1400"/>
              <a:t>A </a:t>
            </a:r>
            <a:r>
              <a:rPr lang="en-US" sz="1400" b="1"/>
              <a:t>post</a:t>
            </a:r>
            <a:r>
              <a:rPr lang="en-US" sz="1400"/>
              <a:t> route to submit the form:</a:t>
            </a:r>
            <a:endParaRPr/>
          </a:p>
          <a:p>
            <a:pPr marL="584200" lvl="1" indent="0" algn="l" rtl="0">
              <a:lnSpc>
                <a:spcPct val="90000"/>
              </a:lnSpc>
              <a:spcBef>
                <a:spcPts val="500"/>
              </a:spcBef>
              <a:spcAft>
                <a:spcPts val="0"/>
              </a:spcAft>
              <a:buSzPts val="1600"/>
              <a:buNone/>
            </a:pPr>
            <a:r>
              <a:rPr lang="en-US" sz="1400" b="1">
                <a:latin typeface="Consolas"/>
                <a:ea typeface="Consolas"/>
                <a:cs typeface="Consolas"/>
                <a:sym typeface="Consolas"/>
              </a:rPr>
              <a:t>	</a:t>
            </a:r>
            <a:r>
              <a:rPr lang="en-US" sz="1200" b="1">
                <a:latin typeface="Consolas"/>
                <a:ea typeface="Consolas"/>
                <a:cs typeface="Consolas"/>
                <a:sym typeface="Consolas"/>
              </a:rPr>
              <a:t>router.post("/update-book", booksController.updateBook)</a:t>
            </a:r>
            <a:endParaRPr sz="1200" b="1">
              <a:latin typeface="Consolas"/>
              <a:ea typeface="Consolas"/>
              <a:cs typeface="Consolas"/>
              <a:sym typeface="Consolas"/>
            </a:endParaRPr>
          </a:p>
          <a:p>
            <a:pPr marL="457200" lvl="0" indent="-330200" algn="l" rtl="0">
              <a:lnSpc>
                <a:spcPct val="90000"/>
              </a:lnSpc>
              <a:spcBef>
                <a:spcPts val="1000"/>
              </a:spcBef>
              <a:spcAft>
                <a:spcPts val="0"/>
              </a:spcAft>
              <a:buSzPts val="1600"/>
              <a:buFont typeface="Arial"/>
              <a:buChar char="●"/>
            </a:pPr>
            <a:r>
              <a:rPr lang="en-US" sz="1400"/>
              <a:t>In </a:t>
            </a:r>
            <a:r>
              <a:rPr lang="en-US" sz="1400" b="1">
                <a:latin typeface="Consolas"/>
                <a:ea typeface="Consolas"/>
                <a:cs typeface="Consolas"/>
                <a:sym typeface="Consolas"/>
              </a:rPr>
              <a:t>books-controller</a:t>
            </a:r>
            <a:r>
              <a:rPr lang="en-US" sz="1400"/>
              <a:t>, create 3 functions :</a:t>
            </a:r>
            <a:endParaRPr sz="1400"/>
          </a:p>
          <a:p>
            <a:pPr marL="914400" lvl="1" indent="-330200" algn="l" rtl="0">
              <a:lnSpc>
                <a:spcPct val="90000"/>
              </a:lnSpc>
              <a:spcBef>
                <a:spcPts val="500"/>
              </a:spcBef>
              <a:spcAft>
                <a:spcPts val="0"/>
              </a:spcAft>
              <a:buSzPts val="1600"/>
              <a:buFont typeface="Arial"/>
              <a:buChar char="●"/>
            </a:pPr>
            <a:r>
              <a:rPr lang="en-US" sz="1400" b="1">
                <a:latin typeface="Consolas"/>
                <a:ea typeface="Consolas"/>
                <a:cs typeface="Consolas"/>
                <a:sym typeface="Consolas"/>
              </a:rPr>
              <a:t>showBookList()</a:t>
            </a:r>
            <a:r>
              <a:rPr lang="en-US" sz="1400"/>
              <a:t>, </a:t>
            </a:r>
            <a:r>
              <a:rPr lang="en-US" sz="1400" b="1">
                <a:latin typeface="Consolas"/>
                <a:ea typeface="Consolas"/>
                <a:cs typeface="Consolas"/>
                <a:sym typeface="Consolas"/>
              </a:rPr>
              <a:t>getBook()</a:t>
            </a:r>
            <a:r>
              <a:rPr lang="en-US" sz="1400"/>
              <a:t>,</a:t>
            </a:r>
            <a:r>
              <a:rPr lang="en-US" sz="1400" b="1">
                <a:latin typeface="Consolas"/>
                <a:ea typeface="Consolas"/>
                <a:cs typeface="Consolas"/>
                <a:sym typeface="Consolas"/>
              </a:rPr>
              <a:t>updateBook(). </a:t>
            </a:r>
            <a:endParaRPr sz="1400" b="1">
              <a:latin typeface="Consolas"/>
              <a:ea typeface="Consolas"/>
              <a:cs typeface="Consolas"/>
              <a:sym typeface="Consolas"/>
            </a:endParaRPr>
          </a:p>
          <a:p>
            <a:pPr marL="914400" lvl="1" indent="-330200" algn="l" rtl="0">
              <a:lnSpc>
                <a:spcPct val="90000"/>
              </a:lnSpc>
              <a:spcBef>
                <a:spcPts val="500"/>
              </a:spcBef>
              <a:spcAft>
                <a:spcPts val="0"/>
              </a:spcAft>
              <a:buSzPts val="1600"/>
              <a:buFont typeface="Arial"/>
              <a:buChar char="●"/>
            </a:pPr>
            <a:r>
              <a:rPr lang="en-US" sz="1400" b="1">
                <a:latin typeface="Consolas"/>
                <a:ea typeface="Consolas"/>
                <a:cs typeface="Consolas"/>
                <a:sym typeface="Consolas"/>
              </a:rPr>
              <a:t>updateBook()</a:t>
            </a:r>
            <a:r>
              <a:rPr lang="en-US" sz="1400"/>
              <a:t> function has been given to you previously in the slides.</a:t>
            </a:r>
            <a:endParaRPr sz="1400"/>
          </a:p>
          <a:p>
            <a:pPr marL="584200" lvl="1" indent="0" algn="l" rtl="0">
              <a:lnSpc>
                <a:spcPct val="90000"/>
              </a:lnSpc>
              <a:spcBef>
                <a:spcPts val="500"/>
              </a:spcBef>
              <a:spcAft>
                <a:spcPts val="0"/>
              </a:spcAft>
              <a:buSzPts val="1600"/>
              <a:buNone/>
            </a:pPr>
            <a:endParaRPr sz="1400"/>
          </a:p>
          <a:p>
            <a:pPr marL="127000" lvl="0" indent="0" algn="l" rtl="0">
              <a:lnSpc>
                <a:spcPct val="90000"/>
              </a:lnSpc>
              <a:spcBef>
                <a:spcPts val="1000"/>
              </a:spcBef>
              <a:spcAft>
                <a:spcPts val="0"/>
              </a:spcAft>
              <a:buSzPts val="1600"/>
              <a:buNone/>
            </a:pPr>
            <a:endParaRPr sz="1400" b="1"/>
          </a:p>
          <a:p>
            <a:pPr marL="457200" lvl="0" indent="-406400" algn="l" rtl="0">
              <a:lnSpc>
                <a:spcPct val="90000"/>
              </a:lnSpc>
              <a:spcBef>
                <a:spcPts val="1000"/>
              </a:spcBef>
              <a:spcAft>
                <a:spcPts val="0"/>
              </a:spcAft>
              <a:buSzPts val="2400"/>
              <a:buNone/>
            </a:pPr>
            <a:endParaRPr sz="1400"/>
          </a:p>
        </p:txBody>
      </p:sp>
      <p:sp>
        <p:nvSpPr>
          <p:cNvPr id="647" name="Google Shape;647;p48"/>
          <p:cNvSpPr txBox="1"/>
          <p:nvPr/>
        </p:nvSpPr>
        <p:spPr>
          <a:xfrm>
            <a:off x="6233160" y="2257172"/>
            <a:ext cx="5574716" cy="4700714"/>
          </a:xfrm>
          <a:prstGeom prst="rect">
            <a:avLst/>
          </a:prstGeom>
          <a:noFill/>
          <a:ln>
            <a:noFill/>
          </a:ln>
        </p:spPr>
        <p:txBody>
          <a:bodyPr spcFirstLastPara="1" wrap="square" lIns="91425" tIns="45700" rIns="91425" bIns="45700" anchor="t" anchorCtr="0">
            <a:noAutofit/>
          </a:bodyPr>
          <a:lstStyle/>
          <a:p>
            <a:pPr marL="457200" marR="0" lvl="0" indent="-330200" algn="l" rtl="0">
              <a:lnSpc>
                <a:spcPct val="90000"/>
              </a:lnSpc>
              <a:spcBef>
                <a:spcPts val="1000"/>
              </a:spcBef>
              <a:spcAft>
                <a:spcPts val="0"/>
              </a:spcAft>
              <a:buClr>
                <a:srgbClr val="000000"/>
              </a:buClr>
              <a:buSzPts val="1600"/>
              <a:buFont typeface="Arial"/>
              <a:buChar char="●"/>
            </a:pPr>
            <a:r>
              <a:rPr lang="en-US" sz="1400" b="0" i="0" u="none" strike="noStrike" cap="none">
                <a:solidFill>
                  <a:srgbClr val="000000"/>
                </a:solidFill>
                <a:latin typeface="Arial"/>
                <a:ea typeface="Arial"/>
                <a:cs typeface="Arial"/>
                <a:sym typeface="Arial"/>
              </a:rPr>
              <a:t>In </a:t>
            </a:r>
            <a:r>
              <a:rPr lang="en-US" sz="1400" b="1" i="0" u="none" strike="noStrike" cap="none">
                <a:solidFill>
                  <a:srgbClr val="000000"/>
                </a:solidFill>
                <a:latin typeface="Consolas"/>
                <a:ea typeface="Consolas"/>
                <a:cs typeface="Consolas"/>
                <a:sym typeface="Consolas"/>
              </a:rPr>
              <a:t>showBookList() </a:t>
            </a:r>
            <a:endParaRPr/>
          </a:p>
          <a:p>
            <a:pPr marL="914400" marR="0" lvl="1" indent="-330200" algn="l" rtl="0">
              <a:lnSpc>
                <a:spcPct val="90000"/>
              </a:lnSpc>
              <a:spcBef>
                <a:spcPts val="500"/>
              </a:spcBef>
              <a:spcAft>
                <a:spcPts val="0"/>
              </a:spcAft>
              <a:buClr>
                <a:srgbClr val="000000"/>
              </a:buClr>
              <a:buSzPts val="1600"/>
              <a:buFont typeface="Arial"/>
              <a:buChar char="●"/>
            </a:pPr>
            <a:r>
              <a:rPr lang="en-US" sz="1400" b="0" i="0" u="none" strike="noStrike" cap="none">
                <a:solidFill>
                  <a:srgbClr val="000000"/>
                </a:solidFill>
                <a:latin typeface="Arial"/>
                <a:ea typeface="Arial"/>
                <a:cs typeface="Arial"/>
                <a:sym typeface="Arial"/>
              </a:rPr>
              <a:t>renders the </a:t>
            </a:r>
            <a:r>
              <a:rPr lang="en-US" sz="1400" b="1" i="0" u="none" strike="noStrike" cap="none">
                <a:solidFill>
                  <a:srgbClr val="000000"/>
                </a:solidFill>
                <a:latin typeface="Consolas"/>
                <a:ea typeface="Consolas"/>
                <a:cs typeface="Consolas"/>
                <a:sym typeface="Consolas"/>
              </a:rPr>
              <a:t>edit-book.ejs </a:t>
            </a:r>
            <a:r>
              <a:rPr lang="en-US" sz="1400" b="0" i="0" u="none" strike="noStrike" cap="none">
                <a:solidFill>
                  <a:srgbClr val="000000"/>
                </a:solidFill>
                <a:latin typeface="Arial"/>
                <a:ea typeface="Arial"/>
                <a:cs typeface="Arial"/>
                <a:sym typeface="Arial"/>
              </a:rPr>
              <a:t>(provided) to show all the books using </a:t>
            </a:r>
            <a:r>
              <a:rPr lang="en-US" sz="1400" b="1" i="0" u="none" strike="noStrike" cap="none">
                <a:solidFill>
                  <a:srgbClr val="000000"/>
                </a:solidFill>
                <a:latin typeface="Consolas"/>
                <a:ea typeface="Consolas"/>
                <a:cs typeface="Consolas"/>
                <a:sym typeface="Consolas"/>
              </a:rPr>
              <a:t>Book.retrieveAll()</a:t>
            </a:r>
            <a:r>
              <a:rPr lang="en-US" sz="1400" b="0" i="0" u="none" strike="noStrike" cap="none">
                <a:solidFill>
                  <a:srgbClr val="000000"/>
                </a:solidFill>
                <a:latin typeface="Arial"/>
                <a:ea typeface="Arial"/>
                <a:cs typeface="Arial"/>
                <a:sym typeface="Arial"/>
              </a:rPr>
              <a:t>. You can copy and paste the function from </a:t>
            </a:r>
            <a:r>
              <a:rPr lang="en-US" sz="1400" b="1" i="0" u="none" strike="noStrike" cap="none">
                <a:solidFill>
                  <a:srgbClr val="000000"/>
                </a:solidFill>
                <a:latin typeface="Consolas"/>
                <a:ea typeface="Consolas"/>
                <a:cs typeface="Consolas"/>
                <a:sym typeface="Consolas"/>
              </a:rPr>
              <a:t>showBooks()</a:t>
            </a:r>
            <a:r>
              <a:rPr lang="en-US" sz="1400" b="0" i="0" u="none" strike="noStrike" cap="none">
                <a:solidFill>
                  <a:srgbClr val="000000"/>
                </a:solidFill>
                <a:latin typeface="Arial"/>
                <a:ea typeface="Arial"/>
                <a:cs typeface="Arial"/>
                <a:sym typeface="Arial"/>
              </a:rPr>
              <a:t>. </a:t>
            </a:r>
            <a:endParaRPr/>
          </a:p>
          <a:p>
            <a:pPr marL="914400" marR="0" lvl="1" indent="-330200" algn="l" rtl="0">
              <a:lnSpc>
                <a:spcPct val="90000"/>
              </a:lnSpc>
              <a:spcBef>
                <a:spcPts val="500"/>
              </a:spcBef>
              <a:spcAft>
                <a:spcPts val="0"/>
              </a:spcAft>
              <a:buClr>
                <a:schemeClr val="dk1"/>
              </a:buClr>
              <a:buSzPts val="1600"/>
              <a:buFont typeface="Arial"/>
              <a:buChar char="●"/>
            </a:pPr>
            <a:r>
              <a:rPr lang="en-US" sz="1400" b="0" i="0" u="none" strike="noStrike" cap="none">
                <a:solidFill>
                  <a:schemeClr val="dk1"/>
                </a:solidFill>
                <a:latin typeface="Arial"/>
                <a:ea typeface="Arial"/>
                <a:cs typeface="Arial"/>
                <a:sym typeface="Arial"/>
              </a:rPr>
              <a:t>Create an Edit link in </a:t>
            </a:r>
            <a:r>
              <a:rPr lang="en-US" sz="1400" b="1" i="0" u="none" strike="noStrike" cap="none">
                <a:solidFill>
                  <a:schemeClr val="dk1"/>
                </a:solidFill>
                <a:latin typeface="Consolas"/>
                <a:ea typeface="Consolas"/>
                <a:cs typeface="Consolas"/>
                <a:sym typeface="Consolas"/>
              </a:rPr>
              <a:t>edit-book.ejs</a:t>
            </a:r>
            <a:r>
              <a:rPr lang="en-US" sz="1400" b="0" i="0" u="none" strike="noStrike" cap="none">
                <a:solidFill>
                  <a:schemeClr val="dk1"/>
                </a:solidFill>
                <a:latin typeface="Arial"/>
                <a:ea typeface="Arial"/>
                <a:cs typeface="Arial"/>
                <a:sym typeface="Arial"/>
              </a:rPr>
              <a:t> to jump to </a:t>
            </a:r>
            <a:r>
              <a:rPr lang="en-US" sz="1400" b="1" i="0" u="none" strike="noStrike" cap="none">
                <a:solidFill>
                  <a:schemeClr val="dk1"/>
                </a:solidFill>
                <a:latin typeface="Consolas"/>
                <a:ea typeface="Consolas"/>
                <a:cs typeface="Consolas"/>
                <a:sym typeface="Consolas"/>
              </a:rPr>
              <a:t>/update-book?isbn=&lt;books’s ISBN&gt;</a:t>
            </a:r>
            <a:endParaRPr sz="1400" b="1" i="0" u="none" strike="noStrike" cap="none">
              <a:solidFill>
                <a:schemeClr val="dk1"/>
              </a:solidFill>
              <a:latin typeface="Consolas"/>
              <a:ea typeface="Consolas"/>
              <a:cs typeface="Consolas"/>
              <a:sym typeface="Consolas"/>
            </a:endParaRPr>
          </a:p>
          <a:p>
            <a:pPr marL="457200" marR="0" lvl="0" indent="-330200" algn="l" rtl="0">
              <a:lnSpc>
                <a:spcPct val="90000"/>
              </a:lnSpc>
              <a:spcBef>
                <a:spcPts val="1000"/>
              </a:spcBef>
              <a:spcAft>
                <a:spcPts val="0"/>
              </a:spcAft>
              <a:buClr>
                <a:schemeClr val="dk1"/>
              </a:buClr>
              <a:buSzPts val="1600"/>
              <a:buFont typeface="Arial"/>
              <a:buChar char="●"/>
            </a:pPr>
            <a:r>
              <a:rPr lang="en-US" sz="1400" b="0" i="0" u="none" strike="noStrike" cap="none">
                <a:solidFill>
                  <a:schemeClr val="dk1"/>
                </a:solidFill>
                <a:latin typeface="Arial"/>
                <a:ea typeface="Arial"/>
                <a:cs typeface="Arial"/>
                <a:sym typeface="Arial"/>
              </a:rPr>
              <a:t>In </a:t>
            </a:r>
            <a:r>
              <a:rPr lang="en-US" sz="1400" b="1" i="0" u="none" strike="noStrike" cap="none">
                <a:solidFill>
                  <a:schemeClr val="dk1"/>
                </a:solidFill>
                <a:latin typeface="Consolas"/>
                <a:ea typeface="Consolas"/>
                <a:cs typeface="Consolas"/>
                <a:sym typeface="Consolas"/>
              </a:rPr>
              <a:t>getBook()</a:t>
            </a:r>
            <a:r>
              <a:rPr lang="en-US" sz="1400" b="0" i="0" u="none" strike="noStrike" cap="none">
                <a:solidFill>
                  <a:schemeClr val="dk1"/>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a:p>
            <a:pPr marL="914400" marR="0" lvl="1" indent="-330200" algn="l" rtl="0">
              <a:lnSpc>
                <a:spcPct val="90000"/>
              </a:lnSpc>
              <a:spcBef>
                <a:spcPts val="500"/>
              </a:spcBef>
              <a:spcAft>
                <a:spcPts val="0"/>
              </a:spcAft>
              <a:buClr>
                <a:schemeClr val="dk1"/>
              </a:buClr>
              <a:buSzPts val="1600"/>
              <a:buFont typeface="Arial"/>
              <a:buChar char="●"/>
            </a:pPr>
            <a:r>
              <a:rPr lang="en-US" sz="1400" b="0" i="0" u="none" strike="noStrike" cap="none">
                <a:solidFill>
                  <a:schemeClr val="dk1"/>
                </a:solidFill>
                <a:latin typeface="Arial"/>
                <a:ea typeface="Arial"/>
                <a:cs typeface="Arial"/>
                <a:sym typeface="Arial"/>
              </a:rPr>
              <a:t>Retrieves the </a:t>
            </a:r>
            <a:r>
              <a:rPr lang="en-US" sz="1400" b="1" i="0" u="none" strike="noStrike" cap="none">
                <a:solidFill>
                  <a:schemeClr val="dk1"/>
                </a:solidFill>
                <a:latin typeface="Consolas"/>
                <a:ea typeface="Consolas"/>
                <a:cs typeface="Consolas"/>
                <a:sym typeface="Consolas"/>
              </a:rPr>
              <a:t>isbn</a:t>
            </a:r>
            <a:r>
              <a:rPr lang="en-US" sz="1400" b="0" i="0" u="none" strike="noStrike" cap="none">
                <a:solidFill>
                  <a:schemeClr val="dk1"/>
                </a:solidFill>
                <a:latin typeface="Arial"/>
                <a:ea typeface="Arial"/>
                <a:cs typeface="Arial"/>
                <a:sym typeface="Arial"/>
              </a:rPr>
              <a:t> number from the url. </a:t>
            </a:r>
            <a:endParaRPr sz="1400" b="0" i="0" u="none" strike="noStrike" cap="none">
              <a:solidFill>
                <a:srgbClr val="000000"/>
              </a:solidFill>
              <a:latin typeface="Arial"/>
              <a:ea typeface="Arial"/>
              <a:cs typeface="Arial"/>
              <a:sym typeface="Arial"/>
            </a:endParaRPr>
          </a:p>
          <a:p>
            <a:pPr marL="914400" marR="0" lvl="1" indent="-330200" algn="l" rtl="0">
              <a:lnSpc>
                <a:spcPct val="90000"/>
              </a:lnSpc>
              <a:spcBef>
                <a:spcPts val="500"/>
              </a:spcBef>
              <a:spcAft>
                <a:spcPts val="0"/>
              </a:spcAft>
              <a:buClr>
                <a:schemeClr val="dk1"/>
              </a:buClr>
              <a:buSzPts val="1600"/>
              <a:buFont typeface="Arial"/>
              <a:buChar char="●"/>
            </a:pPr>
            <a:r>
              <a:rPr lang="en-US" sz="1400" b="0" i="0" u="none" strike="noStrike" cap="none">
                <a:solidFill>
                  <a:schemeClr val="dk1"/>
                </a:solidFill>
                <a:latin typeface="Arial"/>
                <a:ea typeface="Arial"/>
                <a:cs typeface="Arial"/>
                <a:sym typeface="Arial"/>
              </a:rPr>
              <a:t>Use </a:t>
            </a:r>
            <a:r>
              <a:rPr lang="en-US" sz="1400" b="1" i="0" u="none" strike="noStrike" cap="none">
                <a:solidFill>
                  <a:schemeClr val="dk1"/>
                </a:solidFill>
                <a:latin typeface="Consolas"/>
                <a:ea typeface="Consolas"/>
                <a:cs typeface="Consolas"/>
                <a:sym typeface="Consolas"/>
              </a:rPr>
              <a:t>Book.findByIsbn()</a:t>
            </a:r>
            <a:r>
              <a:rPr lang="en-US" sz="1400" b="0" i="0" u="none" strike="noStrike" cap="none">
                <a:solidFill>
                  <a:schemeClr val="dk1"/>
                </a:solidFill>
                <a:latin typeface="Arial"/>
                <a:ea typeface="Arial"/>
                <a:cs typeface="Arial"/>
                <a:sym typeface="Arial"/>
              </a:rPr>
              <a:t> function to find the book with the ISBN provided in the URL.</a:t>
            </a:r>
            <a:endParaRPr sz="1400" b="0" i="0" u="none" strike="noStrike" cap="none">
              <a:solidFill>
                <a:srgbClr val="000000"/>
              </a:solidFill>
              <a:latin typeface="Arial"/>
              <a:ea typeface="Arial"/>
              <a:cs typeface="Arial"/>
              <a:sym typeface="Arial"/>
            </a:endParaRPr>
          </a:p>
          <a:p>
            <a:pPr marL="914400" marR="0" lvl="1" indent="-330200" algn="l" rtl="0">
              <a:lnSpc>
                <a:spcPct val="90000"/>
              </a:lnSpc>
              <a:spcBef>
                <a:spcPts val="500"/>
              </a:spcBef>
              <a:spcAft>
                <a:spcPts val="0"/>
              </a:spcAft>
              <a:buClr>
                <a:schemeClr val="dk1"/>
              </a:buClr>
              <a:buSzPts val="1600"/>
              <a:buFont typeface="Arial"/>
              <a:buChar char="●"/>
            </a:pPr>
            <a:r>
              <a:rPr lang="en-US" sz="1400" b="0" i="0" u="none" strike="noStrike" cap="none">
                <a:solidFill>
                  <a:schemeClr val="dk1"/>
                </a:solidFill>
                <a:latin typeface="Arial"/>
                <a:ea typeface="Arial"/>
                <a:cs typeface="Arial"/>
                <a:sym typeface="Arial"/>
              </a:rPr>
              <a:t>Render </a:t>
            </a:r>
            <a:r>
              <a:rPr lang="en-US" sz="1400" b="1" i="0" u="none" strike="noStrike" cap="none">
                <a:solidFill>
                  <a:schemeClr val="dk1"/>
                </a:solidFill>
                <a:latin typeface="Consolas"/>
                <a:ea typeface="Consolas"/>
                <a:cs typeface="Consolas"/>
                <a:sym typeface="Consolas"/>
              </a:rPr>
              <a:t>update-rating.ejs </a:t>
            </a:r>
            <a:r>
              <a:rPr lang="en-US" sz="1400" b="0" i="0" u="none" strike="noStrike" cap="none">
                <a:solidFill>
                  <a:schemeClr val="dk1"/>
                </a:solidFill>
                <a:latin typeface="Arial"/>
                <a:ea typeface="Arial"/>
                <a:cs typeface="Arial"/>
                <a:sym typeface="Arial"/>
              </a:rPr>
              <a:t>(provided) with the result of </a:t>
            </a:r>
            <a:r>
              <a:rPr lang="en-US" sz="1400" b="1" i="0" u="none" strike="noStrike" cap="none">
                <a:solidFill>
                  <a:schemeClr val="dk1"/>
                </a:solidFill>
                <a:latin typeface="Consolas"/>
                <a:ea typeface="Consolas"/>
                <a:cs typeface="Consolas"/>
                <a:sym typeface="Consolas"/>
              </a:rPr>
              <a:t>Book.findByIsbn()</a:t>
            </a:r>
            <a:r>
              <a:rPr lang="en-US" sz="1400" b="0" i="0" u="none" strike="noStrike" cap="none">
                <a:solidFill>
                  <a:schemeClr val="dk1"/>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a:p>
            <a:pPr marL="457200" marR="0" lvl="0" indent="-330200" algn="l" rtl="0">
              <a:lnSpc>
                <a:spcPct val="90000"/>
              </a:lnSpc>
              <a:spcBef>
                <a:spcPts val="1000"/>
              </a:spcBef>
              <a:spcAft>
                <a:spcPts val="0"/>
              </a:spcAft>
              <a:buClr>
                <a:schemeClr val="dk1"/>
              </a:buClr>
              <a:buSzPts val="1600"/>
              <a:buFont typeface="Arial"/>
              <a:buChar char="●"/>
            </a:pPr>
            <a:r>
              <a:rPr lang="en-US" sz="1400" b="0" i="0" u="none" strike="noStrike" cap="none">
                <a:solidFill>
                  <a:schemeClr val="dk1"/>
                </a:solidFill>
                <a:latin typeface="Arial"/>
                <a:ea typeface="Arial"/>
                <a:cs typeface="Arial"/>
                <a:sym typeface="Arial"/>
              </a:rPr>
              <a:t>In </a:t>
            </a:r>
            <a:r>
              <a:rPr lang="en-US" sz="1400" b="1" i="0" u="none" strike="noStrike" cap="none">
                <a:solidFill>
                  <a:schemeClr val="dk1"/>
                </a:solidFill>
                <a:latin typeface="Consolas"/>
                <a:ea typeface="Consolas"/>
                <a:cs typeface="Consolas"/>
                <a:sym typeface="Consolas"/>
              </a:rPr>
              <a:t>updateBook()</a:t>
            </a:r>
            <a:endParaRPr sz="1400" b="1" i="0" u="none" strike="noStrike" cap="none">
              <a:solidFill>
                <a:schemeClr val="dk1"/>
              </a:solidFill>
              <a:latin typeface="Consolas"/>
              <a:ea typeface="Consolas"/>
              <a:cs typeface="Consolas"/>
              <a:sym typeface="Consolas"/>
            </a:endParaRPr>
          </a:p>
          <a:p>
            <a:pPr marL="914400" marR="0" lvl="1" indent="-330200" algn="l" rtl="0">
              <a:lnSpc>
                <a:spcPct val="90000"/>
              </a:lnSpc>
              <a:spcBef>
                <a:spcPts val="500"/>
              </a:spcBef>
              <a:spcAft>
                <a:spcPts val="0"/>
              </a:spcAft>
              <a:buClr>
                <a:schemeClr val="dk1"/>
              </a:buClr>
              <a:buSzPts val="1600"/>
              <a:buFont typeface="Arial"/>
              <a:buChar char="●"/>
            </a:pPr>
            <a:r>
              <a:rPr lang="en-US" sz="1400" b="0" i="0" u="none" strike="noStrike" cap="none">
                <a:solidFill>
                  <a:schemeClr val="dk1"/>
                </a:solidFill>
                <a:latin typeface="Arial"/>
                <a:ea typeface="Arial"/>
                <a:cs typeface="Arial"/>
                <a:sym typeface="Arial"/>
              </a:rPr>
              <a:t>Get the data from the form using post and use </a:t>
            </a:r>
            <a:r>
              <a:rPr lang="en-US" sz="1400" b="1" i="0" u="none" strike="noStrike" cap="none">
                <a:solidFill>
                  <a:schemeClr val="dk1"/>
                </a:solidFill>
                <a:latin typeface="Consolas"/>
                <a:ea typeface="Consolas"/>
                <a:cs typeface="Consolas"/>
                <a:sym typeface="Consolas"/>
              </a:rPr>
              <a:t>editBook(</a:t>
            </a:r>
            <a:r>
              <a:rPr lang="en-US" sz="1400" b="0" i="0" u="none" strike="noStrike" cap="none">
                <a:solidFill>
                  <a:schemeClr val="dk1"/>
                </a:solidFill>
                <a:latin typeface="Arial"/>
                <a:ea typeface="Arial"/>
                <a:cs typeface="Arial"/>
                <a:sym typeface="Arial"/>
              </a:rPr>
              <a:t>) function to update the rating and price to the new values.</a:t>
            </a:r>
            <a:endParaRPr sz="1400" b="0" i="0" u="none" strike="noStrike" cap="none">
              <a:solidFill>
                <a:srgbClr val="000000"/>
              </a:solidFill>
              <a:latin typeface="Arial"/>
              <a:ea typeface="Arial"/>
              <a:cs typeface="Arial"/>
              <a:sym typeface="Arial"/>
            </a:endParaRPr>
          </a:p>
          <a:p>
            <a:pPr marL="914400" marR="0" lvl="1" indent="-330200" algn="l" rtl="0">
              <a:lnSpc>
                <a:spcPct val="90000"/>
              </a:lnSpc>
              <a:spcBef>
                <a:spcPts val="500"/>
              </a:spcBef>
              <a:spcAft>
                <a:spcPts val="0"/>
              </a:spcAft>
              <a:buClr>
                <a:schemeClr val="dk1"/>
              </a:buClr>
              <a:buSzPts val="1600"/>
              <a:buFont typeface="Arial"/>
              <a:buChar char="●"/>
            </a:pPr>
            <a:r>
              <a:rPr lang="en-US" sz="1400" b="0" i="0" u="none" strike="noStrike" cap="none">
                <a:solidFill>
                  <a:schemeClr val="dk1"/>
                </a:solidFill>
                <a:latin typeface="Arial"/>
                <a:ea typeface="Arial"/>
                <a:cs typeface="Arial"/>
                <a:sym typeface="Arial"/>
              </a:rPr>
              <a:t>Send  a message when the update is successful.</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651"/>
        <p:cNvGrpSpPr/>
        <p:nvPr/>
      </p:nvGrpSpPr>
      <p:grpSpPr>
        <a:xfrm>
          <a:off x="0" y="0"/>
          <a:ext cx="0" cy="0"/>
          <a:chOff x="0" y="0"/>
          <a:chExt cx="0" cy="0"/>
        </a:xfrm>
      </p:grpSpPr>
      <p:sp>
        <p:nvSpPr>
          <p:cNvPr id="652" name="Google Shape;652;p49"/>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Clr>
                <a:srgbClr val="000000"/>
              </a:buClr>
              <a:buSzPts val="2400"/>
              <a:buFont typeface="Arial"/>
              <a:buNone/>
            </a:pPr>
            <a:r>
              <a:rPr lang="en-US" sz="2400" b="1" i="0" u="none" strike="noStrike" cap="none">
                <a:solidFill>
                  <a:srgbClr val="11175E"/>
                </a:solidFill>
                <a:latin typeface="Arial"/>
                <a:ea typeface="Arial"/>
                <a:cs typeface="Arial"/>
                <a:sym typeface="Arial"/>
              </a:rPr>
              <a:t>Delete a Document</a:t>
            </a:r>
            <a:endParaRPr sz="2400" b="1" i="0" u="none" strike="noStrike" cap="none">
              <a:solidFill>
                <a:srgbClr val="11175E"/>
              </a:solidFill>
              <a:latin typeface="Arial"/>
              <a:ea typeface="Arial"/>
              <a:cs typeface="Arial"/>
              <a:sym typeface="Arial"/>
            </a:endParaRPr>
          </a:p>
        </p:txBody>
      </p:sp>
      <p:sp>
        <p:nvSpPr>
          <p:cNvPr id="653" name="Google Shape;653;p49"/>
          <p:cNvSpPr txBox="1"/>
          <p:nvPr/>
        </p:nvSpPr>
        <p:spPr>
          <a:xfrm>
            <a:off x="250012" y="1366622"/>
            <a:ext cx="10997108" cy="807618"/>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chemeClr val="dk1"/>
                </a:solidFill>
                <a:latin typeface="Arial"/>
                <a:ea typeface="Arial"/>
                <a:cs typeface="Arial"/>
                <a:sym typeface="Arial"/>
              </a:rPr>
              <a:t>Let’s add a method in </a:t>
            </a:r>
            <a:r>
              <a:rPr lang="en-US" sz="1600" b="1" i="0" u="none" strike="noStrike" cap="none">
                <a:solidFill>
                  <a:schemeClr val="dk1"/>
                </a:solidFill>
                <a:latin typeface="Consolas"/>
                <a:ea typeface="Consolas"/>
                <a:cs typeface="Consolas"/>
                <a:sym typeface="Consolas"/>
              </a:rPr>
              <a:t>book-model.js </a:t>
            </a:r>
            <a:r>
              <a:rPr lang="en-US" sz="1600" b="0" i="0" u="none" strike="noStrike" cap="none">
                <a:solidFill>
                  <a:schemeClr val="dk1"/>
                </a:solidFill>
                <a:latin typeface="Arial"/>
                <a:ea typeface="Arial"/>
                <a:cs typeface="Arial"/>
                <a:sym typeface="Arial"/>
              </a:rPr>
              <a:t>to update a document. Deleting a document will require us to access it using its primary key. In this case, the primary key is our ISBN number.</a:t>
            </a:r>
            <a:endParaRPr sz="1600" b="0" i="0" u="none" strike="noStrike" cap="none">
              <a:solidFill>
                <a:schemeClr val="dk1"/>
              </a:solidFill>
              <a:latin typeface="Arial"/>
              <a:ea typeface="Arial"/>
              <a:cs typeface="Arial"/>
              <a:sym typeface="Arial"/>
            </a:endParaRPr>
          </a:p>
        </p:txBody>
      </p:sp>
      <p:sp>
        <p:nvSpPr>
          <p:cNvPr id="654" name="Google Shape;654;p49"/>
          <p:cNvSpPr txBox="1"/>
          <p:nvPr/>
        </p:nvSpPr>
        <p:spPr>
          <a:xfrm>
            <a:off x="2593233" y="2321859"/>
            <a:ext cx="5563215" cy="2387865"/>
          </a:xfrm>
          <a:prstGeom prst="rect">
            <a:avLst/>
          </a:prstGeom>
          <a:noFill/>
          <a:ln w="9525" cap="flat" cmpd="sng">
            <a:solidFill>
              <a:schemeClr val="accent1"/>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solidFill>
                  <a:srgbClr val="000000"/>
                </a:solidFill>
                <a:latin typeface="Arial"/>
                <a:ea typeface="Arial"/>
                <a:cs typeface="Arial"/>
                <a:sym typeface="Arial"/>
              </a:rPr>
              <a:t>…</a:t>
            </a:r>
            <a:endParaRPr sz="1600" b="1"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Consolas"/>
                <a:ea typeface="Consolas"/>
                <a:cs typeface="Consolas"/>
                <a:sym typeface="Consolas"/>
              </a:rPr>
              <a:t>exports.deleteBook = function(isbn)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Consolas"/>
                <a:ea typeface="Consolas"/>
                <a:cs typeface="Consolas"/>
                <a:sym typeface="Consolas"/>
              </a:rPr>
              <a:t>  return Book.deleteOne({isbn:isbn});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Consolas"/>
                <a:ea typeface="Consolas"/>
                <a:cs typeface="Consolas"/>
                <a:sym typeface="Consolas"/>
              </a:rPr>
              <a: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br>
              <a:rPr lang="en-US" sz="1400" b="0" i="0" u="none" strike="noStrike" cap="none">
                <a:solidFill>
                  <a:srgbClr val="000000"/>
                </a:solidFill>
                <a:latin typeface="Consolas"/>
                <a:ea typeface="Consolas"/>
                <a:cs typeface="Consolas"/>
                <a:sym typeface="Consolas"/>
              </a:rPr>
            </a:br>
            <a:r>
              <a:rPr lang="en-US" sz="1600" b="1" i="0" u="none" strike="noStrike" cap="none">
                <a:solidFill>
                  <a:srgbClr val="000000"/>
                </a:solidFill>
                <a:latin typeface="Arial"/>
                <a:ea typeface="Arial"/>
                <a:cs typeface="Arial"/>
                <a:sym typeface="Arial"/>
              </a:rPr>
              <a:t>…</a:t>
            </a:r>
            <a:endParaRPr sz="1600" b="1" i="0" u="none" strike="noStrike" cap="none">
              <a:solidFill>
                <a:srgbClr val="000000"/>
              </a:solidFill>
              <a:latin typeface="Arial"/>
              <a:ea typeface="Arial"/>
              <a:cs typeface="Arial"/>
              <a:sym typeface="Arial"/>
            </a:endParaRPr>
          </a:p>
        </p:txBody>
      </p:sp>
      <p:sp>
        <p:nvSpPr>
          <p:cNvPr id="655" name="Google Shape;655;p49"/>
          <p:cNvSpPr/>
          <p:nvPr/>
        </p:nvSpPr>
        <p:spPr>
          <a:xfrm>
            <a:off x="3401731" y="3078764"/>
            <a:ext cx="1084556" cy="245777"/>
          </a:xfrm>
          <a:prstGeom prst="flowChartAlternateProcess">
            <a:avLst/>
          </a:prstGeom>
          <a:noFill/>
          <a:ln w="19050" cap="flat" cmpd="sng">
            <a:solidFill>
              <a:srgbClr val="6AA84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656" name="Google Shape;656;p49"/>
          <p:cNvCxnSpPr>
            <a:stCxn id="657" idx="1"/>
            <a:endCxn id="655" idx="0"/>
          </p:cNvCxnSpPr>
          <p:nvPr/>
        </p:nvCxnSpPr>
        <p:spPr>
          <a:xfrm flipH="1">
            <a:off x="3944136" y="2617115"/>
            <a:ext cx="5602200" cy="461700"/>
          </a:xfrm>
          <a:prstGeom prst="bentConnector2">
            <a:avLst/>
          </a:prstGeom>
          <a:noFill/>
          <a:ln w="19050" cap="flat" cmpd="sng">
            <a:solidFill>
              <a:srgbClr val="6AA84F"/>
            </a:solidFill>
            <a:prstDash val="solid"/>
            <a:round/>
            <a:headEnd type="none" w="sm" len="sm"/>
            <a:tailEnd type="triangle" w="med" len="med"/>
          </a:ln>
        </p:spPr>
      </p:cxnSp>
      <p:sp>
        <p:nvSpPr>
          <p:cNvPr id="657" name="Google Shape;657;p49"/>
          <p:cNvSpPr txBox="1"/>
          <p:nvPr/>
        </p:nvSpPr>
        <p:spPr>
          <a:xfrm>
            <a:off x="9546336" y="2155465"/>
            <a:ext cx="2223008" cy="923299"/>
          </a:xfrm>
          <a:prstGeom prst="rect">
            <a:avLst/>
          </a:prstGeom>
          <a:solidFill>
            <a:srgbClr val="B6D7A8"/>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chemeClr val="dk1"/>
                </a:solidFill>
                <a:latin typeface="Arial"/>
                <a:ea typeface="Arial"/>
                <a:cs typeface="Arial"/>
                <a:sym typeface="Arial"/>
              </a:rPr>
              <a:t>We create a method call </a:t>
            </a:r>
            <a:r>
              <a:rPr lang="en-US" sz="1600" b="1" i="0" u="none" strike="noStrike" cap="none">
                <a:solidFill>
                  <a:schemeClr val="dk1"/>
                </a:solidFill>
                <a:latin typeface="Consolas"/>
                <a:ea typeface="Consolas"/>
                <a:cs typeface="Consolas"/>
                <a:sym typeface="Consolas"/>
              </a:rPr>
              <a:t>deleteBook()</a:t>
            </a:r>
            <a:r>
              <a:rPr lang="en-US" sz="1600" b="0" i="0" u="none" strike="noStrike" cap="none">
                <a:solidFill>
                  <a:schemeClr val="dk1"/>
                </a:solidFill>
                <a:latin typeface="Arial"/>
                <a:ea typeface="Arial"/>
                <a:cs typeface="Arial"/>
                <a:sym typeface="Arial"/>
              </a:rPr>
              <a:t> to delete a document</a:t>
            </a:r>
            <a:endParaRPr sz="1600" b="0" i="0" u="none" strike="noStrike" cap="none">
              <a:solidFill>
                <a:srgbClr val="000000"/>
              </a:solidFill>
              <a:latin typeface="Arial"/>
              <a:ea typeface="Arial"/>
              <a:cs typeface="Arial"/>
              <a:sym typeface="Arial"/>
            </a:endParaRPr>
          </a:p>
        </p:txBody>
      </p:sp>
      <p:sp>
        <p:nvSpPr>
          <p:cNvPr id="658" name="Google Shape;658;p49"/>
          <p:cNvSpPr/>
          <p:nvPr/>
        </p:nvSpPr>
        <p:spPr>
          <a:xfrm>
            <a:off x="2745779" y="3453995"/>
            <a:ext cx="3635143" cy="325242"/>
          </a:xfrm>
          <a:prstGeom prst="flowChartAlternateProcess">
            <a:avLst/>
          </a:prstGeom>
          <a:noFill/>
          <a:ln w="19050"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659" name="Google Shape;659;p49"/>
          <p:cNvCxnSpPr>
            <a:stCxn id="660" idx="0"/>
            <a:endCxn id="658" idx="2"/>
          </p:cNvCxnSpPr>
          <p:nvPr/>
        </p:nvCxnSpPr>
        <p:spPr>
          <a:xfrm rot="-5400000">
            <a:off x="2909796" y="3413193"/>
            <a:ext cx="1287600" cy="2019600"/>
          </a:xfrm>
          <a:prstGeom prst="bentConnector3">
            <a:avLst>
              <a:gd name="adj1" fmla="val 49998"/>
            </a:avLst>
          </a:prstGeom>
          <a:noFill/>
          <a:ln w="19050" cap="flat" cmpd="sng">
            <a:solidFill>
              <a:srgbClr val="0000FF"/>
            </a:solidFill>
            <a:prstDash val="solid"/>
            <a:round/>
            <a:headEnd type="none" w="sm" len="sm"/>
            <a:tailEnd type="triangle" w="med" len="med"/>
          </a:ln>
        </p:spPr>
      </p:cxnSp>
      <p:sp>
        <p:nvSpPr>
          <p:cNvPr id="660" name="Google Shape;660;p49"/>
          <p:cNvSpPr txBox="1"/>
          <p:nvPr/>
        </p:nvSpPr>
        <p:spPr>
          <a:xfrm>
            <a:off x="601306" y="5066793"/>
            <a:ext cx="3884980" cy="1415742"/>
          </a:xfrm>
          <a:prstGeom prst="rect">
            <a:avLst/>
          </a:prstGeom>
          <a:solidFill>
            <a:srgbClr val="9FC5E8"/>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US" sz="1600" b="1" i="0" u="none" strike="noStrike" cap="none">
                <a:solidFill>
                  <a:schemeClr val="dk1"/>
                </a:solidFill>
                <a:latin typeface="Consolas"/>
                <a:ea typeface="Consolas"/>
                <a:cs typeface="Consolas"/>
                <a:sym typeface="Consolas"/>
              </a:rPr>
              <a:t>Book.deleteOne()</a:t>
            </a:r>
            <a:r>
              <a:rPr lang="en-US" sz="1600" b="0" i="0" u="none" strike="noStrike" cap="none">
                <a:solidFill>
                  <a:schemeClr val="dk1"/>
                </a:solidFill>
                <a:latin typeface="Arial"/>
                <a:ea typeface="Arial"/>
                <a:cs typeface="Arial"/>
                <a:sym typeface="Arial"/>
              </a:rPr>
              <a:t> is the actual syntax to delete a documents and the  parameter is the unique index value of the document. It returns 2 variables, acknowledged and deletedCount.</a:t>
            </a:r>
            <a:endParaRPr sz="1600" b="0" i="0" u="none" strike="noStrike" cap="none">
              <a:solidFill>
                <a:srgbClr val="000000"/>
              </a:solidFill>
              <a:latin typeface="Arial"/>
              <a:ea typeface="Arial"/>
              <a:cs typeface="Arial"/>
              <a:sym typeface="Arial"/>
            </a:endParaRPr>
          </a:p>
        </p:txBody>
      </p:sp>
      <p:sp>
        <p:nvSpPr>
          <p:cNvPr id="661" name="Google Shape;661;p49"/>
          <p:cNvSpPr/>
          <p:nvPr/>
        </p:nvSpPr>
        <p:spPr>
          <a:xfrm>
            <a:off x="5515882" y="3085329"/>
            <a:ext cx="639753" cy="245777"/>
          </a:xfrm>
          <a:prstGeom prst="flowChartAlternateProcess">
            <a:avLst/>
          </a:prstGeom>
          <a:noFill/>
          <a:ln w="19050" cap="flat" cmpd="sng">
            <a:solidFill>
              <a:srgbClr val="CC99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662" name="Google Shape;662;p49"/>
          <p:cNvCxnSpPr>
            <a:endCxn id="661" idx="3"/>
          </p:cNvCxnSpPr>
          <p:nvPr/>
        </p:nvCxnSpPr>
        <p:spPr>
          <a:xfrm rot="10800000">
            <a:off x="6155635" y="3208218"/>
            <a:ext cx="3560400" cy="1480800"/>
          </a:xfrm>
          <a:prstGeom prst="bentConnector3">
            <a:avLst>
              <a:gd name="adj1" fmla="val 50002"/>
            </a:avLst>
          </a:prstGeom>
          <a:noFill/>
          <a:ln w="19050" cap="flat" cmpd="sng">
            <a:solidFill>
              <a:srgbClr val="CC99FF"/>
            </a:solidFill>
            <a:prstDash val="solid"/>
            <a:round/>
            <a:headEnd type="none" w="sm" len="sm"/>
            <a:tailEnd type="triangle" w="med" len="med"/>
          </a:ln>
        </p:spPr>
      </p:cxnSp>
      <p:sp>
        <p:nvSpPr>
          <p:cNvPr id="663" name="Google Shape;663;p49"/>
          <p:cNvSpPr txBox="1"/>
          <p:nvPr/>
        </p:nvSpPr>
        <p:spPr>
          <a:xfrm>
            <a:off x="9538752" y="4244215"/>
            <a:ext cx="2230592" cy="923299"/>
          </a:xfrm>
          <a:prstGeom prst="rect">
            <a:avLst/>
          </a:prstGeom>
          <a:solidFill>
            <a:srgbClr val="CC99FF"/>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We will be taking the unique index value isbn as input</a:t>
            </a:r>
            <a:endParaRPr sz="1600" b="0" i="0" u="none" strike="noStrike" cap="none">
              <a:solidFill>
                <a:srgbClr val="000000"/>
              </a:solidFill>
              <a:latin typeface="Arial"/>
              <a:ea typeface="Arial"/>
              <a:cs typeface="Arial"/>
              <a:sym typeface="Arial"/>
            </a:endParaRPr>
          </a:p>
        </p:txBody>
      </p:sp>
      <p:sp>
        <p:nvSpPr>
          <p:cNvPr id="664" name="Google Shape;664;p49"/>
          <p:cNvSpPr txBox="1"/>
          <p:nvPr/>
        </p:nvSpPr>
        <p:spPr>
          <a:xfrm>
            <a:off x="8534400" y="5736376"/>
            <a:ext cx="3409224"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sng" strike="noStrike" cap="none">
                <a:solidFill>
                  <a:srgbClr val="0070C0"/>
                </a:solidFill>
                <a:latin typeface="Arial"/>
                <a:ea typeface="Arial"/>
                <a:cs typeface="Arial"/>
                <a:sym typeface="Arial"/>
                <a:hlinkClick r:id="rId3">
                  <a:extLst>
                    <a:ext uri="{A12FA001-AC4F-418D-AE19-62706E023703}">
                      <ahyp:hlinkClr xmlns:ahyp="http://schemas.microsoft.com/office/drawing/2018/hyperlinkcolor" val="tx"/>
                    </a:ext>
                  </a:extLst>
                </a:hlinkClick>
              </a:rPr>
              <a:t>Read more about </a:t>
            </a:r>
            <a:r>
              <a:rPr lang="en-US" sz="1400" b="0" i="0" u="sng" strike="noStrike" cap="none">
                <a:solidFill>
                  <a:srgbClr val="0070C0"/>
                </a:solidFill>
                <a:latin typeface="Arial"/>
                <a:ea typeface="Arial"/>
                <a:cs typeface="Arial"/>
                <a:sym typeface="Arial"/>
              </a:rPr>
              <a:t> </a:t>
            </a:r>
            <a:r>
              <a:rPr lang="en-US" sz="1400" b="1" i="0" u="sng" strike="noStrike" cap="none">
                <a:solidFill>
                  <a:srgbClr val="0070C0"/>
                </a:solidFill>
                <a:latin typeface="Consolas"/>
                <a:ea typeface="Consolas"/>
                <a:cs typeface="Consolas"/>
                <a:sym typeface="Consolas"/>
              </a:rPr>
              <a:t>M</a:t>
            </a:r>
            <a:r>
              <a:rPr lang="en-US" sz="1400" b="1" i="0" u="sng" strike="noStrike" cap="none">
                <a:solidFill>
                  <a:srgbClr val="0070C0"/>
                </a:solidFill>
                <a:latin typeface="Consolas"/>
                <a:ea typeface="Consolas"/>
                <a:cs typeface="Consolas"/>
                <a:sym typeface="Consolas"/>
                <a:hlinkClick r:id="rId4">
                  <a:extLst>
                    <a:ext uri="{A12FA001-AC4F-418D-AE19-62706E023703}">
                      <ahyp:hlinkClr xmlns:ahyp="http://schemas.microsoft.com/office/drawing/2018/hyperlinkcolor" val="tx"/>
                    </a:ext>
                  </a:extLst>
                </a:hlinkClick>
              </a:rPr>
              <a:t>odel.deleteOne()</a:t>
            </a:r>
            <a:endParaRPr sz="1400" b="1" i="0" u="none" strike="noStrike" cap="none">
              <a:solidFill>
                <a:srgbClr val="0070C0"/>
              </a:solidFill>
              <a:latin typeface="Consolas"/>
              <a:ea typeface="Consolas"/>
              <a:cs typeface="Consolas"/>
              <a:sym typeface="Consolas"/>
            </a:endParaRPr>
          </a:p>
        </p:txBody>
      </p:sp>
      <p:sp>
        <p:nvSpPr>
          <p:cNvPr id="665" name="Google Shape;665;p49"/>
          <p:cNvSpPr txBox="1"/>
          <p:nvPr/>
        </p:nvSpPr>
        <p:spPr>
          <a:xfrm>
            <a:off x="4693463" y="4779138"/>
            <a:ext cx="1749000" cy="307800"/>
          </a:xfrm>
          <a:prstGeom prst="rect">
            <a:avLst/>
          </a:prstGeom>
          <a:noFill/>
          <a:ln>
            <a:noFill/>
          </a:ln>
        </p:spPr>
        <p:txBody>
          <a:bodyPr spcFirstLastPara="1" wrap="square" lIns="68575" tIns="68575" rIns="68575" bIns="68575"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sng" strike="noStrike" cap="none">
                <a:solidFill>
                  <a:srgbClr val="000000"/>
                </a:solidFill>
                <a:latin typeface="Consolas"/>
                <a:ea typeface="Consolas"/>
                <a:cs typeface="Consolas"/>
                <a:sym typeface="Consolas"/>
              </a:rPr>
              <a:t>book-model.js</a:t>
            </a:r>
            <a:endParaRPr sz="1100" b="0" i="0" u="sng" strike="noStrike" cap="none">
              <a:solidFill>
                <a:srgbClr val="000000"/>
              </a:solidFill>
              <a:latin typeface="Consolas"/>
              <a:ea typeface="Consolas"/>
              <a:cs typeface="Consolas"/>
              <a:sym typeface="Consolas"/>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669"/>
        <p:cNvGrpSpPr/>
        <p:nvPr/>
      </p:nvGrpSpPr>
      <p:grpSpPr>
        <a:xfrm>
          <a:off x="0" y="0"/>
          <a:ext cx="0" cy="0"/>
          <a:chOff x="0" y="0"/>
          <a:chExt cx="0" cy="0"/>
        </a:xfrm>
      </p:grpSpPr>
      <p:sp>
        <p:nvSpPr>
          <p:cNvPr id="670" name="Google Shape;670;p50"/>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Clr>
                <a:srgbClr val="000000"/>
              </a:buClr>
              <a:buSzPts val="2400"/>
              <a:buFont typeface="Arial"/>
              <a:buNone/>
            </a:pPr>
            <a:r>
              <a:rPr lang="en-US" sz="2400" b="1" i="0" u="none" strike="noStrike" cap="none">
                <a:solidFill>
                  <a:srgbClr val="11175E"/>
                </a:solidFill>
                <a:latin typeface="Arial"/>
                <a:ea typeface="Arial"/>
                <a:cs typeface="Arial"/>
                <a:sym typeface="Arial"/>
              </a:rPr>
              <a:t>Delete a Document </a:t>
            </a:r>
            <a:endParaRPr sz="2400" b="1" i="0" u="none" strike="noStrike" cap="none">
              <a:solidFill>
                <a:srgbClr val="11175E"/>
              </a:solidFill>
              <a:latin typeface="Arial"/>
              <a:ea typeface="Arial"/>
              <a:cs typeface="Arial"/>
              <a:sym typeface="Arial"/>
            </a:endParaRPr>
          </a:p>
        </p:txBody>
      </p:sp>
      <p:sp>
        <p:nvSpPr>
          <p:cNvPr id="671" name="Google Shape;671;p50"/>
          <p:cNvSpPr txBox="1"/>
          <p:nvPr/>
        </p:nvSpPr>
        <p:spPr>
          <a:xfrm>
            <a:off x="250012" y="1375766"/>
            <a:ext cx="11344580" cy="807618"/>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chemeClr val="dk1"/>
                </a:solidFill>
                <a:latin typeface="Arial"/>
                <a:ea typeface="Arial"/>
                <a:cs typeface="Arial"/>
                <a:sym typeface="Arial"/>
              </a:rPr>
              <a:t>Let’s look at the code for deleting a document.</a:t>
            </a:r>
            <a:r>
              <a:rPr lang="en-US" sz="1600" b="1" i="0" u="none" strike="noStrike" cap="none">
                <a:solidFill>
                  <a:srgbClr val="C00000"/>
                </a:solidFill>
                <a:latin typeface="Arial"/>
                <a:ea typeface="Arial"/>
                <a:cs typeface="Arial"/>
                <a:sym typeface="Arial"/>
              </a:rPr>
              <a:t> </a:t>
            </a:r>
            <a:r>
              <a:rPr lang="en-US" sz="1600" b="0" i="0" u="none" strike="noStrike" cap="none">
                <a:solidFill>
                  <a:schemeClr val="dk1"/>
                </a:solidFill>
                <a:latin typeface="Arial"/>
                <a:ea typeface="Arial"/>
                <a:cs typeface="Arial"/>
                <a:sym typeface="Arial"/>
              </a:rPr>
              <a:t>Deleting a document will require the field that we want to find (normally a unique key/index)  e.g ISBN number.</a:t>
            </a:r>
            <a:endParaRPr sz="1600" b="0" i="0" u="none" strike="noStrike" cap="none">
              <a:solidFill>
                <a:schemeClr val="dk1"/>
              </a:solidFill>
              <a:latin typeface="Arial"/>
              <a:ea typeface="Arial"/>
              <a:cs typeface="Arial"/>
              <a:sym typeface="Arial"/>
            </a:endParaRPr>
          </a:p>
        </p:txBody>
      </p:sp>
      <p:sp>
        <p:nvSpPr>
          <p:cNvPr id="672" name="Google Shape;672;p50"/>
          <p:cNvSpPr txBox="1"/>
          <p:nvPr/>
        </p:nvSpPr>
        <p:spPr>
          <a:xfrm>
            <a:off x="2613963" y="2436060"/>
            <a:ext cx="6121261" cy="3882697"/>
          </a:xfrm>
          <a:prstGeom prst="rect">
            <a:avLst/>
          </a:prstGeom>
          <a:noFill/>
          <a:ln w="9525" cap="flat" cmpd="sng">
            <a:solidFill>
              <a:schemeClr val="accent1"/>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Consolas"/>
                <a:ea typeface="Consolas"/>
                <a:cs typeface="Consolas"/>
                <a:sym typeface="Consolas"/>
              </a:rPr>
              <a:t>exports.deleteBook = async (req, res) =&gt;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Consolas"/>
                <a:ea typeface="Consolas"/>
                <a:cs typeface="Consolas"/>
                <a:sym typeface="Consolas"/>
              </a:rPr>
              <a:t>  const isbnNo= req.body.isbn; //in the hidden field.</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Consolas"/>
                <a:ea typeface="Consolas"/>
                <a:cs typeface="Consolas"/>
                <a:sym typeface="Consolas"/>
              </a:rPr>
              <a:t>  try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Consolas"/>
                <a:ea typeface="Consolas"/>
                <a:cs typeface="Consolas"/>
                <a:sym typeface="Consolas"/>
              </a:rPr>
              <a:t>    let success= await Book.deleteBook(isbnNo);</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br>
              <a:rPr lang="en-US" sz="1400" b="0" i="0" u="none" strike="noStrike" cap="none">
                <a:solidFill>
                  <a:srgbClr val="000000"/>
                </a:solidFill>
                <a:latin typeface="Consolas"/>
                <a:ea typeface="Consolas"/>
                <a:cs typeface="Consolas"/>
                <a:sym typeface="Consolas"/>
              </a:rPr>
            </a:br>
            <a:r>
              <a:rPr lang="en-US" sz="1400" b="0" i="0" u="none" strike="noStrike" cap="none">
                <a:solidFill>
                  <a:srgbClr val="000000"/>
                </a:solidFill>
                <a:latin typeface="Consolas"/>
                <a:ea typeface="Consolas"/>
                <a:cs typeface="Consolas"/>
                <a:sym typeface="Consolas"/>
              </a:rPr>
              <a:t>    console.log(success); // check out the console.log</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Consolas"/>
                <a:ea typeface="Consolas"/>
                <a:cs typeface="Consolas"/>
                <a:sym typeface="Consolas"/>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Consolas"/>
                <a:ea typeface="Consolas"/>
                <a:cs typeface="Consolas"/>
                <a:sym typeface="Consolas"/>
              </a:rPr>
              <a:t>    if(success.deletedCount===1){</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Consolas"/>
                <a:ea typeface="Consolas"/>
                <a:cs typeface="Consolas"/>
                <a:sym typeface="Consolas"/>
              </a:rPr>
              <a:t>      res.send("Book has been successfully deleted.")</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Consolas"/>
                <a:ea typeface="Consolas"/>
                <a:cs typeface="Consolas"/>
                <a:sym typeface="Consolas"/>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Consolas"/>
                <a:ea typeface="Consolas"/>
                <a:cs typeface="Consolas"/>
                <a:sym typeface="Consolas"/>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Consolas"/>
                <a:ea typeface="Consolas"/>
                <a:cs typeface="Consolas"/>
                <a:sym typeface="Consolas"/>
              </a:rPr>
              <a:t>  } catch (error)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Consolas"/>
                <a:ea typeface="Consolas"/>
                <a:cs typeface="Consolas"/>
                <a:sym typeface="Consolas"/>
              </a:rPr>
              <a:t>    console.error(error);</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Consolas"/>
                <a:ea typeface="Consolas"/>
                <a:cs typeface="Consolas"/>
                <a:sym typeface="Consolas"/>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Consolas"/>
                <a:ea typeface="Consolas"/>
                <a:cs typeface="Consolas"/>
                <a:sym typeface="Consolas"/>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Consolas"/>
                <a:ea typeface="Consolas"/>
                <a:cs typeface="Consolas"/>
                <a:sym typeface="Consolas"/>
              </a:rPr>
              <a:t>};</a:t>
            </a:r>
            <a:endParaRPr sz="1400" b="0" i="0" u="none" strike="noStrike" cap="none">
              <a:solidFill>
                <a:srgbClr val="000000"/>
              </a:solidFill>
              <a:latin typeface="Arial"/>
              <a:ea typeface="Arial"/>
              <a:cs typeface="Arial"/>
              <a:sym typeface="Arial"/>
            </a:endParaRPr>
          </a:p>
          <a:p>
            <a:pPr marL="0" marR="0" lvl="0" indent="0" algn="l" rtl="0">
              <a:lnSpc>
                <a:spcPct val="150000"/>
              </a:lnSpc>
              <a:spcBef>
                <a:spcPts val="0"/>
              </a:spcBef>
              <a:spcAft>
                <a:spcPts val="0"/>
              </a:spcAft>
              <a:buClr>
                <a:srgbClr val="000000"/>
              </a:buClr>
              <a:buSzPts val="1400"/>
              <a:buFont typeface="Arial"/>
              <a:buNone/>
            </a:pPr>
            <a:endParaRPr sz="1400" b="0" i="0" u="none" strike="noStrike" cap="none">
              <a:solidFill>
                <a:srgbClr val="000000"/>
              </a:solidFill>
              <a:latin typeface="Consolas"/>
              <a:ea typeface="Consolas"/>
              <a:cs typeface="Consolas"/>
              <a:sym typeface="Consolas"/>
            </a:endParaRPr>
          </a:p>
        </p:txBody>
      </p:sp>
      <p:sp>
        <p:nvSpPr>
          <p:cNvPr id="673" name="Google Shape;673;p50"/>
          <p:cNvSpPr/>
          <p:nvPr/>
        </p:nvSpPr>
        <p:spPr>
          <a:xfrm>
            <a:off x="2851584" y="2748827"/>
            <a:ext cx="2846851" cy="265602"/>
          </a:xfrm>
          <a:prstGeom prst="flowChartAlternateProcess">
            <a:avLst/>
          </a:prstGeom>
          <a:noFill/>
          <a:ln w="19050" cap="flat" cmpd="sng">
            <a:solidFill>
              <a:srgbClr val="6AA84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674" name="Google Shape;674;p50"/>
          <p:cNvCxnSpPr>
            <a:stCxn id="675" idx="1"/>
            <a:endCxn id="673" idx="3"/>
          </p:cNvCxnSpPr>
          <p:nvPr/>
        </p:nvCxnSpPr>
        <p:spPr>
          <a:xfrm rot="10800000">
            <a:off x="5698547" y="2881727"/>
            <a:ext cx="3372300" cy="17100"/>
          </a:xfrm>
          <a:prstGeom prst="straightConnector1">
            <a:avLst/>
          </a:prstGeom>
          <a:noFill/>
          <a:ln w="19050" cap="flat" cmpd="sng">
            <a:solidFill>
              <a:srgbClr val="6AA84F"/>
            </a:solidFill>
            <a:prstDash val="solid"/>
            <a:round/>
            <a:headEnd type="none" w="sm" len="sm"/>
            <a:tailEnd type="triangle" w="med" len="med"/>
          </a:ln>
        </p:spPr>
      </p:cxnSp>
      <p:sp>
        <p:nvSpPr>
          <p:cNvPr id="675" name="Google Shape;675;p50"/>
          <p:cNvSpPr txBox="1"/>
          <p:nvPr/>
        </p:nvSpPr>
        <p:spPr>
          <a:xfrm>
            <a:off x="9070847" y="2314066"/>
            <a:ext cx="2787257" cy="1169521"/>
          </a:xfrm>
          <a:prstGeom prst="rect">
            <a:avLst/>
          </a:prstGeom>
          <a:solidFill>
            <a:srgbClr val="B6D7A8"/>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chemeClr val="dk1"/>
                </a:solidFill>
                <a:latin typeface="Arial"/>
                <a:ea typeface="Arial"/>
                <a:cs typeface="Arial"/>
                <a:sym typeface="Arial"/>
              </a:rPr>
              <a:t>Get the </a:t>
            </a:r>
            <a:r>
              <a:rPr lang="en-US" sz="1600" b="1" i="0" u="none" strike="noStrike" cap="none">
                <a:solidFill>
                  <a:schemeClr val="dk1"/>
                </a:solidFill>
                <a:latin typeface="Consolas"/>
                <a:ea typeface="Consolas"/>
                <a:cs typeface="Consolas"/>
                <a:sym typeface="Consolas"/>
              </a:rPr>
              <a:t>isbn</a:t>
            </a:r>
            <a:r>
              <a:rPr lang="en-US" sz="1600" b="0" i="0" u="none" strike="noStrike" cap="none">
                <a:solidFill>
                  <a:schemeClr val="dk1"/>
                </a:solidFill>
                <a:latin typeface="Arial"/>
                <a:ea typeface="Arial"/>
                <a:cs typeface="Arial"/>
                <a:sym typeface="Arial"/>
              </a:rPr>
              <a:t> number of the document to be deleted. In this case, it is from the hidden field in the form.</a:t>
            </a:r>
            <a:endParaRPr sz="1600" b="0" i="0" u="none" strike="noStrike" cap="none">
              <a:solidFill>
                <a:srgbClr val="000000"/>
              </a:solidFill>
              <a:latin typeface="Arial"/>
              <a:ea typeface="Arial"/>
              <a:cs typeface="Arial"/>
              <a:sym typeface="Arial"/>
            </a:endParaRPr>
          </a:p>
        </p:txBody>
      </p:sp>
      <p:sp>
        <p:nvSpPr>
          <p:cNvPr id="676" name="Google Shape;676;p50"/>
          <p:cNvSpPr/>
          <p:nvPr/>
        </p:nvSpPr>
        <p:spPr>
          <a:xfrm>
            <a:off x="3393195" y="4214880"/>
            <a:ext cx="2424510" cy="265602"/>
          </a:xfrm>
          <a:prstGeom prst="flowChartAlternateProcess">
            <a:avLst/>
          </a:prstGeom>
          <a:noFill/>
          <a:ln w="19050"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677" name="Google Shape;677;p50"/>
          <p:cNvCxnSpPr>
            <a:stCxn id="678" idx="1"/>
            <a:endCxn id="676" idx="3"/>
          </p:cNvCxnSpPr>
          <p:nvPr/>
        </p:nvCxnSpPr>
        <p:spPr>
          <a:xfrm rot="10800000">
            <a:off x="5817648" y="4347661"/>
            <a:ext cx="3253200" cy="113100"/>
          </a:xfrm>
          <a:prstGeom prst="straightConnector1">
            <a:avLst/>
          </a:prstGeom>
          <a:noFill/>
          <a:ln w="19050" cap="flat" cmpd="sng">
            <a:solidFill>
              <a:srgbClr val="0000FF"/>
            </a:solidFill>
            <a:prstDash val="solid"/>
            <a:round/>
            <a:headEnd type="none" w="sm" len="sm"/>
            <a:tailEnd type="triangle" w="med" len="med"/>
          </a:ln>
        </p:spPr>
      </p:cxnSp>
      <p:sp>
        <p:nvSpPr>
          <p:cNvPr id="678" name="Google Shape;678;p50"/>
          <p:cNvSpPr txBox="1"/>
          <p:nvPr/>
        </p:nvSpPr>
        <p:spPr>
          <a:xfrm>
            <a:off x="9070848" y="3629779"/>
            <a:ext cx="2787257" cy="1661963"/>
          </a:xfrm>
          <a:prstGeom prst="rect">
            <a:avLst/>
          </a:prstGeom>
          <a:solidFill>
            <a:srgbClr val="9FC5E8"/>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1" i="0" u="none" strike="noStrike" cap="none">
                <a:solidFill>
                  <a:schemeClr val="dk1"/>
                </a:solidFill>
                <a:latin typeface="Consolas"/>
                <a:ea typeface="Consolas"/>
                <a:cs typeface="Consolas"/>
                <a:sym typeface="Consolas"/>
              </a:rPr>
              <a:t>deleteBook()</a:t>
            </a:r>
            <a:r>
              <a:rPr lang="en-US" sz="1600" b="0" i="0" u="none" strike="noStrike" cap="none">
                <a:solidFill>
                  <a:schemeClr val="dk1"/>
                </a:solidFill>
                <a:latin typeface="Arial"/>
                <a:ea typeface="Arial"/>
                <a:cs typeface="Arial"/>
                <a:sym typeface="Arial"/>
              </a:rPr>
              <a:t> function will return attribute “</a:t>
            </a:r>
            <a:r>
              <a:rPr lang="en-US" sz="1600" b="1" i="0" u="none" strike="noStrike" cap="none">
                <a:solidFill>
                  <a:schemeClr val="dk1"/>
                </a:solidFill>
                <a:latin typeface="Consolas"/>
                <a:ea typeface="Consolas"/>
                <a:cs typeface="Consolas"/>
                <a:sym typeface="Consolas"/>
              </a:rPr>
              <a:t>acknowledge</a:t>
            </a:r>
            <a:r>
              <a:rPr lang="en-US" sz="1600" b="0" i="0" u="none" strike="noStrike" cap="none">
                <a:solidFill>
                  <a:schemeClr val="dk1"/>
                </a:solidFill>
                <a:latin typeface="Arial"/>
                <a:ea typeface="Arial"/>
                <a:cs typeface="Arial"/>
                <a:sym typeface="Arial"/>
              </a:rPr>
              <a:t>” and “</a:t>
            </a:r>
            <a:r>
              <a:rPr lang="en-US" sz="1600" b="1" i="0" u="none" strike="noStrike" cap="none">
                <a:solidFill>
                  <a:schemeClr val="dk1"/>
                </a:solidFill>
                <a:latin typeface="Consolas"/>
                <a:ea typeface="Consolas"/>
                <a:cs typeface="Consolas"/>
                <a:sym typeface="Consolas"/>
              </a:rPr>
              <a:t>deleteCount</a:t>
            </a:r>
            <a:r>
              <a:rPr lang="en-US" sz="1600" b="0" i="0" u="none" strike="noStrike" cap="none">
                <a:solidFill>
                  <a:schemeClr val="dk1"/>
                </a:solidFill>
                <a:latin typeface="Arial"/>
                <a:ea typeface="Arial"/>
                <a:cs typeface="Arial"/>
                <a:sym typeface="Arial"/>
              </a:rPr>
              <a:t>”. We can use it to check if the operation is successful.</a:t>
            </a:r>
            <a:endParaRPr sz="1600" b="0" i="0" u="none" strike="noStrike" cap="none">
              <a:solidFill>
                <a:srgbClr val="000000"/>
              </a:solidFill>
              <a:latin typeface="Arial"/>
              <a:ea typeface="Arial"/>
              <a:cs typeface="Arial"/>
              <a:sym typeface="Arial"/>
            </a:endParaRPr>
          </a:p>
        </p:txBody>
      </p:sp>
      <p:sp>
        <p:nvSpPr>
          <p:cNvPr id="679" name="Google Shape;679;p50"/>
          <p:cNvSpPr/>
          <p:nvPr/>
        </p:nvSpPr>
        <p:spPr>
          <a:xfrm>
            <a:off x="4368699" y="3345325"/>
            <a:ext cx="3007500" cy="265500"/>
          </a:xfrm>
          <a:prstGeom prst="flowChartAlternateProcess">
            <a:avLst/>
          </a:prstGeom>
          <a:noFill/>
          <a:ln w="1905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680" name="Google Shape;680;p50"/>
          <p:cNvCxnSpPr>
            <a:stCxn id="681" idx="3"/>
            <a:endCxn id="679" idx="1"/>
          </p:cNvCxnSpPr>
          <p:nvPr/>
        </p:nvCxnSpPr>
        <p:spPr>
          <a:xfrm rot="10800000" flipH="1">
            <a:off x="2318535" y="3477939"/>
            <a:ext cx="2050200" cy="124800"/>
          </a:xfrm>
          <a:prstGeom prst="straightConnector1">
            <a:avLst/>
          </a:prstGeom>
          <a:noFill/>
          <a:ln w="19050" cap="flat" cmpd="sng">
            <a:solidFill>
              <a:srgbClr val="FF9900"/>
            </a:solidFill>
            <a:prstDash val="solid"/>
            <a:round/>
            <a:headEnd type="none" w="sm" len="sm"/>
            <a:tailEnd type="triangle" w="med" len="med"/>
          </a:ln>
        </p:spPr>
      </p:cxnSp>
      <p:sp>
        <p:nvSpPr>
          <p:cNvPr id="681" name="Google Shape;681;p50"/>
          <p:cNvSpPr txBox="1"/>
          <p:nvPr/>
        </p:nvSpPr>
        <p:spPr>
          <a:xfrm>
            <a:off x="374535" y="3141090"/>
            <a:ext cx="1944000" cy="923299"/>
          </a:xfrm>
          <a:prstGeom prst="rect">
            <a:avLst/>
          </a:prstGeom>
          <a:solidFill>
            <a:srgbClr val="F9CB9C"/>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Taking </a:t>
            </a:r>
            <a:r>
              <a:rPr lang="en-US" sz="1600" b="1" i="0" u="none" strike="noStrike" cap="none">
                <a:solidFill>
                  <a:schemeClr val="dk1"/>
                </a:solidFill>
                <a:latin typeface="Consolas"/>
                <a:ea typeface="Consolas"/>
                <a:cs typeface="Consolas"/>
                <a:sym typeface="Consolas"/>
              </a:rPr>
              <a:t>isbn</a:t>
            </a:r>
            <a:r>
              <a:rPr lang="en-US" sz="1600" b="0" i="0" u="none" strike="noStrike" cap="none">
                <a:solidFill>
                  <a:srgbClr val="000000"/>
                </a:solidFill>
                <a:latin typeface="Arial"/>
                <a:ea typeface="Arial"/>
                <a:cs typeface="Arial"/>
                <a:sym typeface="Arial"/>
              </a:rPr>
              <a:t> as the unique index parameter</a:t>
            </a:r>
            <a:endParaRPr sz="1600" b="0" i="0" u="none" strike="noStrike" cap="none">
              <a:solidFill>
                <a:srgbClr val="000000"/>
              </a:solidFill>
              <a:latin typeface="Arial"/>
              <a:ea typeface="Arial"/>
              <a:cs typeface="Arial"/>
              <a:sym typeface="Arial"/>
            </a:endParaRPr>
          </a:p>
        </p:txBody>
      </p:sp>
      <p:sp>
        <p:nvSpPr>
          <p:cNvPr id="682" name="Google Shape;682;p50"/>
          <p:cNvSpPr txBox="1"/>
          <p:nvPr/>
        </p:nvSpPr>
        <p:spPr>
          <a:xfrm>
            <a:off x="4896996" y="6318757"/>
            <a:ext cx="1749000" cy="307800"/>
          </a:xfrm>
          <a:prstGeom prst="rect">
            <a:avLst/>
          </a:prstGeom>
          <a:noFill/>
          <a:ln>
            <a:noFill/>
          </a:ln>
        </p:spPr>
        <p:txBody>
          <a:bodyPr spcFirstLastPara="1" wrap="square" lIns="68575" tIns="68575" rIns="68575" bIns="68575"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sng" strike="noStrike" cap="none">
                <a:solidFill>
                  <a:srgbClr val="000000"/>
                </a:solidFill>
                <a:latin typeface="Consolas"/>
                <a:ea typeface="Consolas"/>
                <a:cs typeface="Consolas"/>
                <a:sym typeface="Consolas"/>
              </a:rPr>
              <a:t>book-controller.js</a:t>
            </a:r>
            <a:endParaRPr sz="1100" b="0" i="0" u="sng" strike="noStrike" cap="none">
              <a:solidFill>
                <a:srgbClr val="000000"/>
              </a:solidFill>
              <a:latin typeface="Consolas"/>
              <a:ea typeface="Consolas"/>
              <a:cs typeface="Consolas"/>
              <a:sym typeface="Consolas"/>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686"/>
        <p:cNvGrpSpPr/>
        <p:nvPr/>
      </p:nvGrpSpPr>
      <p:grpSpPr>
        <a:xfrm>
          <a:off x="0" y="0"/>
          <a:ext cx="0" cy="0"/>
          <a:chOff x="0" y="0"/>
          <a:chExt cx="0" cy="0"/>
        </a:xfrm>
      </p:grpSpPr>
      <p:sp>
        <p:nvSpPr>
          <p:cNvPr id="687" name="Google Shape;687;p51"/>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Clr>
                <a:srgbClr val="000000"/>
              </a:buClr>
              <a:buSzPts val="2400"/>
              <a:buFont typeface="Arial"/>
              <a:buNone/>
            </a:pPr>
            <a:r>
              <a:rPr lang="en-US" sz="2400" b="1" i="0" u="none" strike="noStrike" cap="none">
                <a:solidFill>
                  <a:srgbClr val="11175E"/>
                </a:solidFill>
                <a:latin typeface="Arial"/>
                <a:ea typeface="Arial"/>
                <a:cs typeface="Arial"/>
                <a:sym typeface="Arial"/>
              </a:rPr>
              <a:t>Exercise 4: </a:t>
            </a:r>
            <a:r>
              <a:rPr lang="en-US" sz="2400" b="1" i="0" u="none" strike="noStrike" cap="none">
                <a:solidFill>
                  <a:srgbClr val="11175E"/>
                </a:solidFill>
                <a:latin typeface="Consolas"/>
                <a:ea typeface="Consolas"/>
                <a:cs typeface="Consolas"/>
                <a:sym typeface="Consolas"/>
              </a:rPr>
              <a:t>deleteOne()</a:t>
            </a:r>
            <a:endParaRPr sz="2400" b="1" i="0" u="none" strike="noStrike" cap="none">
              <a:solidFill>
                <a:srgbClr val="11175E"/>
              </a:solidFill>
              <a:latin typeface="Consolas"/>
              <a:ea typeface="Consolas"/>
              <a:cs typeface="Consolas"/>
              <a:sym typeface="Consolas"/>
            </a:endParaRPr>
          </a:p>
        </p:txBody>
      </p:sp>
      <p:grpSp>
        <p:nvGrpSpPr>
          <p:cNvPr id="688" name="Google Shape;688;p51"/>
          <p:cNvGrpSpPr/>
          <p:nvPr/>
        </p:nvGrpSpPr>
        <p:grpSpPr>
          <a:xfrm>
            <a:off x="630935" y="2329063"/>
            <a:ext cx="10811257" cy="3562776"/>
            <a:chOff x="630935" y="2237623"/>
            <a:chExt cx="10811257" cy="3562776"/>
          </a:xfrm>
        </p:grpSpPr>
        <p:sp>
          <p:nvSpPr>
            <p:cNvPr id="689" name="Google Shape;689;p51"/>
            <p:cNvSpPr/>
            <p:nvPr/>
          </p:nvSpPr>
          <p:spPr>
            <a:xfrm>
              <a:off x="667512" y="2596362"/>
              <a:ext cx="2478024" cy="1152677"/>
            </a:xfrm>
            <a:prstGeom prst="rect">
              <a:avLst/>
            </a:prstGeom>
            <a:solidFill>
              <a:schemeClr val="lt1"/>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chemeClr val="dk1"/>
                  </a:solidFill>
                  <a:latin typeface="Arial"/>
                  <a:ea typeface="Arial"/>
                  <a:cs typeface="Arial"/>
                  <a:sym typeface="Arial"/>
                </a:rPr>
                <a:t>Display all the books with delete buttons on each book.</a:t>
              </a:r>
              <a:endParaRPr sz="1400" b="0" i="0" u="none" strike="noStrike" cap="none">
                <a:solidFill>
                  <a:schemeClr val="dk1"/>
                </a:solidFill>
                <a:latin typeface="Arial"/>
                <a:ea typeface="Arial"/>
                <a:cs typeface="Arial"/>
                <a:sym typeface="Arial"/>
              </a:endParaRPr>
            </a:p>
          </p:txBody>
        </p:sp>
        <p:sp>
          <p:nvSpPr>
            <p:cNvPr id="690" name="Google Shape;690;p51"/>
            <p:cNvSpPr txBox="1"/>
            <p:nvPr/>
          </p:nvSpPr>
          <p:spPr>
            <a:xfrm>
              <a:off x="859536" y="2237623"/>
              <a:ext cx="2093976" cy="30773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Arial"/>
                  <a:ea typeface="Arial"/>
                  <a:cs typeface="Arial"/>
                  <a:sym typeface="Arial"/>
                </a:rPr>
                <a:t>/</a:t>
              </a:r>
              <a:r>
                <a:rPr lang="en-US" sz="1400" b="1" i="0" u="none" strike="noStrike" cap="none">
                  <a:solidFill>
                    <a:schemeClr val="dk1"/>
                  </a:solidFill>
                  <a:latin typeface="Consolas"/>
                  <a:ea typeface="Consolas"/>
                  <a:cs typeface="Consolas"/>
                  <a:sym typeface="Consolas"/>
                </a:rPr>
                <a:t>edit-books</a:t>
              </a:r>
              <a:r>
                <a:rPr lang="en-US" sz="1400" b="1" i="0" u="none" strike="noStrike" cap="none">
                  <a:solidFill>
                    <a:srgbClr val="000000"/>
                  </a:solidFill>
                  <a:latin typeface="Arial"/>
                  <a:ea typeface="Arial"/>
                  <a:cs typeface="Arial"/>
                  <a:sym typeface="Arial"/>
                </a:rPr>
                <a:t> (Route)</a:t>
              </a:r>
              <a:endParaRPr sz="1400" b="1" i="0" u="none" strike="noStrike" cap="none">
                <a:solidFill>
                  <a:srgbClr val="000000"/>
                </a:solidFill>
                <a:latin typeface="Arial"/>
                <a:ea typeface="Arial"/>
                <a:cs typeface="Arial"/>
                <a:sym typeface="Arial"/>
              </a:endParaRPr>
            </a:p>
          </p:txBody>
        </p:sp>
        <p:sp>
          <p:nvSpPr>
            <p:cNvPr id="691" name="Google Shape;691;p51"/>
            <p:cNvSpPr/>
            <p:nvPr/>
          </p:nvSpPr>
          <p:spPr>
            <a:xfrm>
              <a:off x="4376928" y="2594097"/>
              <a:ext cx="3803904" cy="1152677"/>
            </a:xfrm>
            <a:prstGeom prst="rect">
              <a:avLst/>
            </a:prstGeom>
            <a:solidFill>
              <a:schemeClr val="lt1"/>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chemeClr val="dk1"/>
                  </a:solidFill>
                  <a:latin typeface="Arial"/>
                  <a:ea typeface="Arial"/>
                  <a:cs typeface="Arial"/>
                  <a:sym typeface="Arial"/>
                </a:rPr>
                <a:t>Retrieves and Display book(</a:t>
              </a:r>
              <a:r>
                <a:rPr lang="en-US" sz="1400" b="1" i="0" u="none" strike="noStrike" cap="none">
                  <a:solidFill>
                    <a:schemeClr val="dk1"/>
                  </a:solidFill>
                  <a:latin typeface="Consolas"/>
                  <a:ea typeface="Consolas"/>
                  <a:cs typeface="Consolas"/>
                  <a:sym typeface="Consolas"/>
                </a:rPr>
                <a:t>isbn=1234567</a:t>
              </a:r>
              <a:r>
                <a:rPr lang="en-US" sz="1400" b="0" i="0" u="none" strike="noStrike" cap="none">
                  <a:solidFill>
                    <a:schemeClr val="dk1"/>
                  </a:solidFill>
                  <a:latin typeface="Arial"/>
                  <a:ea typeface="Arial"/>
                  <a:cs typeface="Arial"/>
                  <a:sym typeface="Arial"/>
                </a:rPr>
                <a:t>) </a:t>
              </a:r>
              <a:br>
                <a:rPr lang="en-US" sz="1400" b="0" i="0" u="none" strike="noStrike" cap="none">
                  <a:solidFill>
                    <a:schemeClr val="dk1"/>
                  </a:solidFill>
                  <a:latin typeface="Arial"/>
                  <a:ea typeface="Arial"/>
                  <a:cs typeface="Arial"/>
                  <a:sym typeface="Arial"/>
                </a:rPr>
              </a:br>
              <a:r>
                <a:rPr lang="en-US" sz="1400" b="0" i="0" u="none" strike="noStrike" cap="none">
                  <a:solidFill>
                    <a:schemeClr val="dk1"/>
                  </a:solidFill>
                  <a:latin typeface="Arial"/>
                  <a:ea typeface="Arial"/>
                  <a:cs typeface="Arial"/>
                  <a:sym typeface="Arial"/>
                </a:rPr>
                <a:t>with a confirm button</a:t>
              </a:r>
              <a:endParaRPr sz="1400" b="0" i="0" u="none" strike="noStrike" cap="none">
                <a:solidFill>
                  <a:schemeClr val="dk1"/>
                </a:solidFill>
                <a:latin typeface="Arial"/>
                <a:ea typeface="Arial"/>
                <a:cs typeface="Arial"/>
                <a:sym typeface="Arial"/>
              </a:endParaRPr>
            </a:p>
          </p:txBody>
        </p:sp>
        <p:sp>
          <p:nvSpPr>
            <p:cNvPr id="692" name="Google Shape;692;p51"/>
            <p:cNvSpPr txBox="1"/>
            <p:nvPr/>
          </p:nvSpPr>
          <p:spPr>
            <a:xfrm>
              <a:off x="5327904" y="2251463"/>
              <a:ext cx="1901952" cy="30773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Consolas"/>
                  <a:ea typeface="Consolas"/>
                  <a:cs typeface="Consolas"/>
                  <a:sym typeface="Consolas"/>
                </a:rPr>
                <a:t>/delete-book</a:t>
              </a:r>
              <a:endParaRPr sz="1400" b="1" i="0" u="none" strike="noStrike" cap="none">
                <a:solidFill>
                  <a:schemeClr val="dk1"/>
                </a:solidFill>
                <a:latin typeface="Consolas"/>
                <a:ea typeface="Consolas"/>
                <a:cs typeface="Consolas"/>
                <a:sym typeface="Consolas"/>
              </a:endParaRPr>
            </a:p>
          </p:txBody>
        </p:sp>
        <p:sp>
          <p:nvSpPr>
            <p:cNvPr id="693" name="Google Shape;693;p51"/>
            <p:cNvSpPr txBox="1"/>
            <p:nvPr/>
          </p:nvSpPr>
          <p:spPr>
            <a:xfrm>
              <a:off x="630935" y="4085194"/>
              <a:ext cx="2682107" cy="73862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-User clicks on one of the book to delete. It goes to </a:t>
              </a:r>
              <a:endParaRPr/>
            </a:p>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Consolas"/>
                  <a:ea typeface="Consolas"/>
                  <a:cs typeface="Consolas"/>
                  <a:sym typeface="Consolas"/>
                </a:rPr>
                <a:t>/delete-book?isbn=1234567</a:t>
              </a:r>
              <a:endParaRPr sz="1400" b="1" i="0" u="none" strike="noStrike" cap="none">
                <a:solidFill>
                  <a:schemeClr val="dk1"/>
                </a:solidFill>
                <a:latin typeface="Consolas"/>
                <a:ea typeface="Consolas"/>
                <a:cs typeface="Consolas"/>
                <a:sym typeface="Consolas"/>
              </a:endParaRPr>
            </a:p>
          </p:txBody>
        </p:sp>
        <p:cxnSp>
          <p:nvCxnSpPr>
            <p:cNvPr id="694" name="Google Shape;694;p51"/>
            <p:cNvCxnSpPr>
              <a:stCxn id="689" idx="3"/>
              <a:endCxn id="691" idx="1"/>
            </p:cNvCxnSpPr>
            <p:nvPr/>
          </p:nvCxnSpPr>
          <p:spPr>
            <a:xfrm rot="10800000" flipH="1">
              <a:off x="3145536" y="3170301"/>
              <a:ext cx="1231500" cy="2400"/>
            </a:xfrm>
            <a:prstGeom prst="straightConnector1">
              <a:avLst/>
            </a:prstGeom>
            <a:noFill/>
            <a:ln w="38100" cap="flat" cmpd="sng">
              <a:solidFill>
                <a:srgbClr val="EB792A"/>
              </a:solidFill>
              <a:prstDash val="solid"/>
              <a:round/>
              <a:headEnd type="none" w="sm" len="sm"/>
              <a:tailEnd type="triangle" w="med" len="med"/>
            </a:ln>
          </p:spPr>
        </p:cxnSp>
        <p:sp>
          <p:nvSpPr>
            <p:cNvPr id="695" name="Google Shape;695;p51"/>
            <p:cNvSpPr txBox="1"/>
            <p:nvPr/>
          </p:nvSpPr>
          <p:spPr>
            <a:xfrm>
              <a:off x="3081528" y="2834146"/>
              <a:ext cx="1569720"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Consolas"/>
                  <a:ea typeface="Consolas"/>
                  <a:cs typeface="Consolas"/>
                  <a:sym typeface="Consolas"/>
                </a:rPr>
                <a:t>isbn=1234567</a:t>
              </a:r>
              <a:endParaRPr sz="1400" b="1" i="0" u="none" strike="noStrike" cap="none">
                <a:solidFill>
                  <a:schemeClr val="dk1"/>
                </a:solidFill>
                <a:latin typeface="Consolas"/>
                <a:ea typeface="Consolas"/>
                <a:cs typeface="Consolas"/>
                <a:sym typeface="Consolas"/>
              </a:endParaRPr>
            </a:p>
          </p:txBody>
        </p:sp>
        <p:sp>
          <p:nvSpPr>
            <p:cNvPr id="696" name="Google Shape;696;p51"/>
            <p:cNvSpPr txBox="1"/>
            <p:nvPr/>
          </p:nvSpPr>
          <p:spPr>
            <a:xfrm>
              <a:off x="4188349" y="3984558"/>
              <a:ext cx="4181061" cy="181584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 Retrieves the isbn number from the URL.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 Using </a:t>
              </a:r>
              <a:r>
                <a:rPr lang="en-US" sz="1400" b="1" i="0" u="none" strike="noStrike" cap="none">
                  <a:solidFill>
                    <a:schemeClr val="dk1"/>
                  </a:solidFill>
                  <a:latin typeface="Consolas"/>
                  <a:ea typeface="Consolas"/>
                  <a:cs typeface="Consolas"/>
                  <a:sym typeface="Consolas"/>
                </a:rPr>
                <a:t>findByIsbn()</a:t>
              </a:r>
              <a:r>
                <a:rPr lang="en-US" sz="1400" b="0" i="0" u="none" strike="noStrike" cap="none">
                  <a:solidFill>
                    <a:srgbClr val="000000"/>
                  </a:solidFill>
                  <a:latin typeface="Arial"/>
                  <a:ea typeface="Arial"/>
                  <a:cs typeface="Arial"/>
                  <a:sym typeface="Arial"/>
                </a:rPr>
                <a:t> it retrieves the book with </a:t>
              </a:r>
              <a:r>
                <a:rPr lang="en-US" sz="1400" b="1" i="0" u="none" strike="noStrike" cap="none">
                  <a:solidFill>
                    <a:schemeClr val="dk1"/>
                  </a:solidFill>
                  <a:latin typeface="Consolas"/>
                  <a:ea typeface="Consolas"/>
                  <a:cs typeface="Consolas"/>
                  <a:sym typeface="Consolas"/>
                </a:rPr>
                <a:t>isbn=1234567</a:t>
              </a:r>
              <a:endParaRPr sz="1400" b="1" i="0" u="none" strike="noStrike" cap="none">
                <a:solidFill>
                  <a:schemeClr val="dk1"/>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 Renders the form with the information of the book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 User can click on the </a:t>
              </a:r>
              <a:r>
                <a:rPr lang="en-US" sz="1400" b="1" i="0" u="none" strike="noStrike" cap="none">
                  <a:solidFill>
                    <a:srgbClr val="000000"/>
                  </a:solidFill>
                  <a:latin typeface="Arial"/>
                  <a:ea typeface="Arial"/>
                  <a:cs typeface="Arial"/>
                  <a:sym typeface="Arial"/>
                </a:rPr>
                <a:t>Confirm</a:t>
              </a:r>
              <a:r>
                <a:rPr lang="en-US" sz="1400" b="0" i="0" u="none" strike="noStrike" cap="none">
                  <a:solidFill>
                    <a:srgbClr val="000000"/>
                  </a:solidFill>
                  <a:latin typeface="Arial"/>
                  <a:ea typeface="Arial"/>
                  <a:cs typeface="Arial"/>
                  <a:sym typeface="Arial"/>
                </a:rPr>
                <a:t> button to delete the book.</a:t>
              </a:r>
              <a:br>
                <a:rPr lang="en-US" sz="1400" b="0" i="0" u="none" strike="noStrike" cap="none">
                  <a:solidFill>
                    <a:srgbClr val="000000"/>
                  </a:solidFill>
                  <a:latin typeface="Arial"/>
                  <a:ea typeface="Arial"/>
                  <a:cs typeface="Arial"/>
                  <a:sym typeface="Arial"/>
                </a:rPr>
              </a:br>
              <a:r>
                <a:rPr lang="en-US" sz="1400" b="0" i="0" u="none" strike="noStrike" cap="none">
                  <a:solidFill>
                    <a:srgbClr val="000000"/>
                  </a:solidFill>
                  <a:latin typeface="Arial"/>
                  <a:ea typeface="Arial"/>
                  <a:cs typeface="Arial"/>
                  <a:sym typeface="Arial"/>
                </a:rPr>
                <a:t>- The </a:t>
              </a:r>
              <a:r>
                <a:rPr lang="en-US" sz="1400" b="1" i="0" u="none" strike="noStrike" cap="none">
                  <a:solidFill>
                    <a:schemeClr val="dk1"/>
                  </a:solidFill>
                  <a:latin typeface="Consolas"/>
                  <a:ea typeface="Consolas"/>
                  <a:cs typeface="Consolas"/>
                  <a:sym typeface="Consolas"/>
                </a:rPr>
                <a:t>isbn</a:t>
              </a:r>
              <a:r>
                <a:rPr lang="en-US" sz="1400" b="0" i="0" u="none" strike="noStrike" cap="none">
                  <a:solidFill>
                    <a:srgbClr val="000000"/>
                  </a:solidFill>
                  <a:latin typeface="Arial"/>
                  <a:ea typeface="Arial"/>
                  <a:cs typeface="Arial"/>
                  <a:sym typeface="Arial"/>
                </a:rPr>
                <a:t> number is stored in a hidden field for usage of the delete function.</a:t>
              </a:r>
              <a:endParaRPr sz="1400" b="0" i="0" u="none" strike="noStrike" cap="none">
                <a:solidFill>
                  <a:srgbClr val="000000"/>
                </a:solidFill>
                <a:latin typeface="Arial"/>
                <a:ea typeface="Arial"/>
                <a:cs typeface="Arial"/>
                <a:sym typeface="Arial"/>
              </a:endParaRPr>
            </a:p>
          </p:txBody>
        </p:sp>
        <p:sp>
          <p:nvSpPr>
            <p:cNvPr id="697" name="Google Shape;697;p51"/>
            <p:cNvSpPr/>
            <p:nvPr/>
          </p:nvSpPr>
          <p:spPr>
            <a:xfrm>
              <a:off x="8927592" y="2596362"/>
              <a:ext cx="2478024" cy="1152677"/>
            </a:xfrm>
            <a:prstGeom prst="rect">
              <a:avLst/>
            </a:prstGeom>
            <a:solidFill>
              <a:schemeClr val="lt1"/>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chemeClr val="dk1"/>
                  </a:solidFill>
                  <a:latin typeface="Arial"/>
                  <a:ea typeface="Arial"/>
                  <a:cs typeface="Arial"/>
                  <a:sym typeface="Arial"/>
                </a:rPr>
                <a:t>Retrieves </a:t>
              </a:r>
              <a:r>
                <a:rPr lang="en-US" sz="1400" b="1" i="0" u="none" strike="noStrike" cap="none">
                  <a:solidFill>
                    <a:schemeClr val="dk1"/>
                  </a:solidFill>
                  <a:latin typeface="Consolas"/>
                  <a:ea typeface="Consolas"/>
                  <a:cs typeface="Consolas"/>
                  <a:sym typeface="Consolas"/>
                </a:rPr>
                <a:t>isbn</a:t>
              </a:r>
              <a:r>
                <a:rPr lang="en-US" sz="1400" b="0" i="0" u="none" strike="noStrike" cap="none">
                  <a:solidFill>
                    <a:schemeClr val="dk1"/>
                  </a:solidFill>
                  <a:latin typeface="Arial"/>
                  <a:ea typeface="Arial"/>
                  <a:cs typeface="Arial"/>
                  <a:sym typeface="Arial"/>
                </a:rPr>
                <a:t>, from the form and delete the book.</a:t>
              </a:r>
              <a:endParaRPr sz="1400" b="0" i="0" u="none" strike="noStrike" cap="none">
                <a:solidFill>
                  <a:schemeClr val="dk1"/>
                </a:solidFill>
                <a:latin typeface="Arial"/>
                <a:ea typeface="Arial"/>
                <a:cs typeface="Arial"/>
                <a:sym typeface="Arial"/>
              </a:endParaRPr>
            </a:p>
          </p:txBody>
        </p:sp>
        <p:sp>
          <p:nvSpPr>
            <p:cNvPr id="698" name="Google Shape;698;p51"/>
            <p:cNvSpPr txBox="1"/>
            <p:nvPr/>
          </p:nvSpPr>
          <p:spPr>
            <a:xfrm>
              <a:off x="9215628" y="2240997"/>
              <a:ext cx="1901952" cy="30773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Consolas"/>
                  <a:ea typeface="Consolas"/>
                  <a:cs typeface="Consolas"/>
                  <a:sym typeface="Consolas"/>
                </a:rPr>
                <a:t>/delete-book</a:t>
              </a:r>
              <a:endParaRPr sz="1400" b="1" i="0" u="none" strike="noStrike" cap="none">
                <a:solidFill>
                  <a:schemeClr val="dk1"/>
                </a:solidFill>
                <a:latin typeface="Consolas"/>
                <a:ea typeface="Consolas"/>
                <a:cs typeface="Consolas"/>
                <a:sym typeface="Consolas"/>
              </a:endParaRPr>
            </a:p>
          </p:txBody>
        </p:sp>
        <p:cxnSp>
          <p:nvCxnSpPr>
            <p:cNvPr id="699" name="Google Shape;699;p51"/>
            <p:cNvCxnSpPr>
              <a:stCxn id="691" idx="3"/>
              <a:endCxn id="697" idx="1"/>
            </p:cNvCxnSpPr>
            <p:nvPr/>
          </p:nvCxnSpPr>
          <p:spPr>
            <a:xfrm>
              <a:off x="8180832" y="3170436"/>
              <a:ext cx="746700" cy="2400"/>
            </a:xfrm>
            <a:prstGeom prst="straightConnector1">
              <a:avLst/>
            </a:prstGeom>
            <a:noFill/>
            <a:ln w="38100" cap="flat" cmpd="sng">
              <a:solidFill>
                <a:srgbClr val="EB792A"/>
              </a:solidFill>
              <a:prstDash val="solid"/>
              <a:round/>
              <a:headEnd type="none" w="sm" len="sm"/>
              <a:tailEnd type="triangle" w="med" len="med"/>
            </a:ln>
          </p:spPr>
        </p:cxnSp>
        <p:sp>
          <p:nvSpPr>
            <p:cNvPr id="700" name="Google Shape;700;p51"/>
            <p:cNvSpPr txBox="1"/>
            <p:nvPr/>
          </p:nvSpPr>
          <p:spPr>
            <a:xfrm>
              <a:off x="8891016" y="4050543"/>
              <a:ext cx="2551176" cy="95406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 </a:t>
              </a:r>
              <a:r>
                <a:rPr lang="en-US" sz="1400" b="1" i="0" u="none" strike="noStrike" cap="none">
                  <a:solidFill>
                    <a:schemeClr val="dk1"/>
                  </a:solidFill>
                  <a:latin typeface="Consolas"/>
                  <a:ea typeface="Consolas"/>
                  <a:cs typeface="Consolas"/>
                  <a:sym typeface="Consolas"/>
                </a:rPr>
                <a:t>book</a:t>
              </a:r>
              <a:r>
                <a:rPr lang="en-US" sz="1400" b="0" i="0" u="none" strike="noStrike" cap="none">
                  <a:solidFill>
                    <a:srgbClr val="000000"/>
                  </a:solidFill>
                  <a:latin typeface="Arial"/>
                  <a:ea typeface="Arial"/>
                  <a:cs typeface="Arial"/>
                  <a:sym typeface="Arial"/>
                </a:rPr>
                <a:t> is deleted using </a:t>
              </a:r>
              <a:r>
                <a:rPr lang="en-US" sz="1400" b="1" i="0" u="none" strike="noStrike" cap="none">
                  <a:solidFill>
                    <a:schemeClr val="dk1"/>
                  </a:solidFill>
                  <a:latin typeface="Consolas"/>
                  <a:ea typeface="Consolas"/>
                  <a:cs typeface="Consolas"/>
                  <a:sym typeface="Consolas"/>
                </a:rPr>
                <a:t>deleteBook().</a:t>
              </a:r>
              <a:r>
                <a:rPr lang="en-US" sz="1400" b="0" i="0" u="none" strike="noStrike" cap="none">
                  <a:solidFill>
                    <a:srgbClr val="000000"/>
                  </a:solidFill>
                  <a:latin typeface="Arial"/>
                  <a:ea typeface="Arial"/>
                  <a:cs typeface="Arial"/>
                  <a:sym typeface="Arial"/>
                </a:rPr>
                <a:t> User sees a message that the book has been deleted.</a:t>
              </a:r>
              <a:endParaRPr sz="1400" b="0" i="0" u="none" strike="noStrike" cap="none">
                <a:solidFill>
                  <a:srgbClr val="000000"/>
                </a:solidFill>
                <a:latin typeface="Arial"/>
                <a:ea typeface="Arial"/>
                <a:cs typeface="Arial"/>
                <a:sym typeface="Arial"/>
              </a:endParaRPr>
            </a:p>
          </p:txBody>
        </p:sp>
        <p:sp>
          <p:nvSpPr>
            <p:cNvPr id="701" name="Google Shape;701;p51"/>
            <p:cNvSpPr txBox="1"/>
            <p:nvPr/>
          </p:nvSpPr>
          <p:spPr>
            <a:xfrm>
              <a:off x="1243584" y="2576177"/>
              <a:ext cx="1325880" cy="30773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Consolas"/>
                  <a:ea typeface="Consolas"/>
                  <a:cs typeface="Consolas"/>
                  <a:sym typeface="Consolas"/>
                </a:rPr>
                <a:t>bookList()</a:t>
              </a:r>
              <a:endParaRPr sz="1400" b="1" i="0" u="none" strike="noStrike" cap="none">
                <a:solidFill>
                  <a:schemeClr val="dk1"/>
                </a:solidFill>
                <a:latin typeface="Consolas"/>
                <a:ea typeface="Consolas"/>
                <a:cs typeface="Consolas"/>
                <a:sym typeface="Consolas"/>
              </a:endParaRPr>
            </a:p>
          </p:txBody>
        </p:sp>
        <p:sp>
          <p:nvSpPr>
            <p:cNvPr id="702" name="Google Shape;702;p51"/>
            <p:cNvSpPr txBox="1"/>
            <p:nvPr/>
          </p:nvSpPr>
          <p:spPr>
            <a:xfrm>
              <a:off x="5442966" y="2538303"/>
              <a:ext cx="1671828" cy="30773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Consolas"/>
                  <a:ea typeface="Consolas"/>
                  <a:cs typeface="Consolas"/>
                  <a:sym typeface="Consolas"/>
                </a:rPr>
                <a:t>getMarkedBook()</a:t>
              </a:r>
              <a:endParaRPr sz="1400" b="1" i="0" u="none" strike="noStrike" cap="none">
                <a:solidFill>
                  <a:schemeClr val="dk1"/>
                </a:solidFill>
                <a:latin typeface="Consolas"/>
                <a:ea typeface="Consolas"/>
                <a:cs typeface="Consolas"/>
                <a:sym typeface="Consolas"/>
              </a:endParaRPr>
            </a:p>
          </p:txBody>
        </p:sp>
        <p:sp>
          <p:nvSpPr>
            <p:cNvPr id="703" name="Google Shape;703;p51"/>
            <p:cNvSpPr txBox="1"/>
            <p:nvPr/>
          </p:nvSpPr>
          <p:spPr>
            <a:xfrm>
              <a:off x="9345168" y="2561026"/>
              <a:ext cx="1642872" cy="30773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Consolas"/>
                  <a:ea typeface="Consolas"/>
                  <a:cs typeface="Consolas"/>
                  <a:sym typeface="Consolas"/>
                </a:rPr>
                <a:t>deleteBook()</a:t>
              </a:r>
              <a:endParaRPr sz="1400" b="1" i="0" u="none" strike="noStrike" cap="none">
                <a:solidFill>
                  <a:schemeClr val="dk1"/>
                </a:solidFill>
                <a:latin typeface="Consolas"/>
                <a:ea typeface="Consolas"/>
                <a:cs typeface="Consolas"/>
                <a:sym typeface="Consolas"/>
              </a:endParaRPr>
            </a:p>
          </p:txBody>
        </p:sp>
      </p:grpSp>
      <p:sp>
        <p:nvSpPr>
          <p:cNvPr id="704" name="Google Shape;704;p51"/>
          <p:cNvSpPr txBox="1"/>
          <p:nvPr/>
        </p:nvSpPr>
        <p:spPr>
          <a:xfrm>
            <a:off x="310177" y="1350157"/>
            <a:ext cx="10987964" cy="904667"/>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n-US" sz="1600" b="1" i="0" u="sng" strike="noStrike" cap="none">
                <a:solidFill>
                  <a:schemeClr val="dk1"/>
                </a:solidFill>
                <a:latin typeface="Arial"/>
                <a:ea typeface="Arial"/>
                <a:cs typeface="Arial"/>
                <a:sym typeface="Arial"/>
              </a:rPr>
              <a:t>Exercise 4: Deleting a book with ISBN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chemeClr val="dk1"/>
                </a:solidFill>
                <a:latin typeface="Arial"/>
                <a:ea typeface="Arial"/>
                <a:cs typeface="Arial"/>
                <a:sym typeface="Arial"/>
              </a:rPr>
              <a:t>You are tasked to create a delete function for the book-list page. We will be reusing the edit-books URL with an addition of a delete link. Look at the flow of Exercise 4</a:t>
            </a:r>
            <a:endParaRPr sz="1400" b="0" i="0" u="none" strike="noStrike" cap="none">
              <a:solidFill>
                <a:schemeClr val="dk1"/>
              </a:solidFill>
              <a:latin typeface="Arial"/>
              <a:ea typeface="Arial"/>
              <a:cs typeface="Arial"/>
              <a:sym typeface="Arial"/>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708"/>
        <p:cNvGrpSpPr/>
        <p:nvPr/>
      </p:nvGrpSpPr>
      <p:grpSpPr>
        <a:xfrm>
          <a:off x="0" y="0"/>
          <a:ext cx="0" cy="0"/>
          <a:chOff x="0" y="0"/>
          <a:chExt cx="0" cy="0"/>
        </a:xfrm>
      </p:grpSpPr>
      <p:sp>
        <p:nvSpPr>
          <p:cNvPr id="709" name="Google Shape;709;p52"/>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None/>
            </a:pPr>
            <a:r>
              <a:rPr lang="en-US" sz="2400" b="1" i="0" u="none" strike="noStrike" cap="none">
                <a:solidFill>
                  <a:srgbClr val="11175E"/>
                </a:solidFill>
                <a:latin typeface="Arial"/>
                <a:ea typeface="Arial"/>
                <a:cs typeface="Arial"/>
                <a:sym typeface="Arial"/>
              </a:rPr>
              <a:t>Exercise 4: </a:t>
            </a:r>
            <a:r>
              <a:rPr lang="en-US" sz="2400" b="1" i="0" u="none" strike="noStrike" cap="none">
                <a:solidFill>
                  <a:srgbClr val="11175E"/>
                </a:solidFill>
                <a:latin typeface="Consolas"/>
                <a:ea typeface="Consolas"/>
                <a:cs typeface="Consolas"/>
                <a:sym typeface="Consolas"/>
              </a:rPr>
              <a:t>deleteOne()</a:t>
            </a:r>
            <a:endParaRPr sz="2400" b="1" i="0" u="none" strike="noStrike" cap="none">
              <a:solidFill>
                <a:srgbClr val="11175E"/>
              </a:solidFill>
              <a:latin typeface="Arial"/>
              <a:ea typeface="Arial"/>
              <a:cs typeface="Arial"/>
              <a:sym typeface="Arial"/>
            </a:endParaRPr>
          </a:p>
        </p:txBody>
      </p:sp>
      <p:sp>
        <p:nvSpPr>
          <p:cNvPr id="710" name="Google Shape;710;p52"/>
          <p:cNvSpPr txBox="1"/>
          <p:nvPr/>
        </p:nvSpPr>
        <p:spPr>
          <a:xfrm>
            <a:off x="243917" y="1384882"/>
            <a:ext cx="10987964" cy="647181"/>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n-US" sz="1600" b="1" i="0" u="sng" strike="noStrike" cap="none">
                <a:solidFill>
                  <a:schemeClr val="dk1"/>
                </a:solidFill>
                <a:latin typeface="Arial"/>
                <a:ea typeface="Arial"/>
                <a:cs typeface="Arial"/>
                <a:sym typeface="Arial"/>
              </a:rPr>
              <a:t>Exercise 4: Deleting a book with ISBN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chemeClr val="dk1"/>
                </a:solidFill>
                <a:latin typeface="Arial"/>
                <a:ea typeface="Arial"/>
                <a:cs typeface="Arial"/>
                <a:sym typeface="Arial"/>
              </a:rPr>
              <a:t>Look at the expected output of exercise 4</a:t>
            </a:r>
            <a:endParaRPr sz="1600" b="0" i="0" u="none" strike="noStrike" cap="none">
              <a:solidFill>
                <a:schemeClr val="dk1"/>
              </a:solidFill>
              <a:latin typeface="Arial"/>
              <a:ea typeface="Arial"/>
              <a:cs typeface="Arial"/>
              <a:sym typeface="Arial"/>
            </a:endParaRPr>
          </a:p>
        </p:txBody>
      </p:sp>
      <p:grpSp>
        <p:nvGrpSpPr>
          <p:cNvPr id="711" name="Google Shape;711;p52"/>
          <p:cNvGrpSpPr/>
          <p:nvPr/>
        </p:nvGrpSpPr>
        <p:grpSpPr>
          <a:xfrm>
            <a:off x="334963" y="2116728"/>
            <a:ext cx="11951453" cy="4348040"/>
            <a:chOff x="334963" y="2509920"/>
            <a:chExt cx="11951453" cy="4348040"/>
          </a:xfrm>
        </p:grpSpPr>
        <p:grpSp>
          <p:nvGrpSpPr>
            <p:cNvPr id="712" name="Google Shape;712;p52"/>
            <p:cNvGrpSpPr/>
            <p:nvPr/>
          </p:nvGrpSpPr>
          <p:grpSpPr>
            <a:xfrm>
              <a:off x="334963" y="2509920"/>
              <a:ext cx="11951453" cy="4348040"/>
              <a:chOff x="351536" y="2515543"/>
              <a:chExt cx="11951453" cy="4348040"/>
            </a:xfrm>
          </p:grpSpPr>
          <p:sp>
            <p:nvSpPr>
              <p:cNvPr id="713" name="Google Shape;713;p52"/>
              <p:cNvSpPr txBox="1"/>
              <p:nvPr/>
            </p:nvSpPr>
            <p:spPr>
              <a:xfrm>
                <a:off x="1400260" y="2527136"/>
                <a:ext cx="1588599"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Consolas"/>
                    <a:ea typeface="Consolas"/>
                    <a:cs typeface="Consolas"/>
                    <a:sym typeface="Consolas"/>
                  </a:rPr>
                  <a:t>/edit-books</a:t>
                </a:r>
                <a:endParaRPr sz="1400" b="1" i="0" u="none" strike="noStrike" cap="none">
                  <a:solidFill>
                    <a:schemeClr val="dk1"/>
                  </a:solidFill>
                  <a:latin typeface="Consolas"/>
                  <a:ea typeface="Consolas"/>
                  <a:cs typeface="Consolas"/>
                  <a:sym typeface="Consolas"/>
                </a:endParaRPr>
              </a:p>
            </p:txBody>
          </p:sp>
          <p:sp>
            <p:nvSpPr>
              <p:cNvPr id="714" name="Google Shape;714;p52"/>
              <p:cNvSpPr/>
              <p:nvPr/>
            </p:nvSpPr>
            <p:spPr>
              <a:xfrm>
                <a:off x="392176" y="2866631"/>
                <a:ext cx="3899408" cy="2948953"/>
              </a:xfrm>
              <a:prstGeom prst="rect">
                <a:avLst/>
              </a:prstGeom>
              <a:no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715" name="Google Shape;715;p52"/>
              <p:cNvSpPr txBox="1"/>
              <p:nvPr/>
            </p:nvSpPr>
            <p:spPr>
              <a:xfrm>
                <a:off x="351536" y="5934456"/>
                <a:ext cx="4133088"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User goes to </a:t>
                </a:r>
                <a:r>
                  <a:rPr lang="en-US" sz="1400" b="1" i="0" u="none" strike="noStrike" cap="none">
                    <a:solidFill>
                      <a:schemeClr val="dk1"/>
                    </a:solidFill>
                    <a:latin typeface="Consolas"/>
                    <a:ea typeface="Consolas"/>
                    <a:cs typeface="Consolas"/>
                    <a:sym typeface="Consolas"/>
                  </a:rPr>
                  <a:t>localhost:8000/edit-books</a:t>
                </a:r>
                <a:r>
                  <a:rPr lang="en-US" sz="1400" b="0" i="0" u="none" strike="noStrike" cap="none">
                    <a:solidFill>
                      <a:srgbClr val="000000"/>
                    </a:solidFill>
                    <a:latin typeface="Arial"/>
                    <a:ea typeface="Arial"/>
                    <a:cs typeface="Arial"/>
                    <a:sym typeface="Arial"/>
                  </a:rPr>
                  <a:t> and click on book with ISBN:1234567 to delete</a:t>
                </a:r>
                <a:endParaRPr sz="1400" b="0" i="0" u="none" strike="noStrike" cap="none">
                  <a:solidFill>
                    <a:srgbClr val="000000"/>
                  </a:solidFill>
                  <a:latin typeface="Arial"/>
                  <a:ea typeface="Arial"/>
                  <a:cs typeface="Arial"/>
                  <a:sym typeface="Arial"/>
                </a:endParaRPr>
              </a:p>
            </p:txBody>
          </p:sp>
          <p:sp>
            <p:nvSpPr>
              <p:cNvPr id="716" name="Google Shape;716;p52"/>
              <p:cNvSpPr txBox="1"/>
              <p:nvPr/>
            </p:nvSpPr>
            <p:spPr>
              <a:xfrm>
                <a:off x="4720865" y="2530154"/>
                <a:ext cx="3563600"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Consolas"/>
                    <a:ea typeface="Consolas"/>
                    <a:cs typeface="Consolas"/>
                    <a:sym typeface="Consolas"/>
                  </a:rPr>
                  <a:t>/delete-book?isbn=1234567</a:t>
                </a:r>
                <a:endParaRPr sz="1400" b="1" i="0" u="none" strike="noStrike" cap="none">
                  <a:solidFill>
                    <a:schemeClr val="dk1"/>
                  </a:solidFill>
                  <a:latin typeface="Consolas"/>
                  <a:ea typeface="Consolas"/>
                  <a:cs typeface="Consolas"/>
                  <a:sym typeface="Consolas"/>
                </a:endParaRPr>
              </a:p>
            </p:txBody>
          </p:sp>
          <p:sp>
            <p:nvSpPr>
              <p:cNvPr id="717" name="Google Shape;717;p52"/>
              <p:cNvSpPr/>
              <p:nvPr/>
            </p:nvSpPr>
            <p:spPr>
              <a:xfrm>
                <a:off x="4519696" y="2869123"/>
                <a:ext cx="3899408" cy="2948953"/>
              </a:xfrm>
              <a:prstGeom prst="rect">
                <a:avLst/>
              </a:prstGeom>
              <a:no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718" name="Google Shape;718;p52"/>
              <p:cNvSpPr/>
              <p:nvPr/>
            </p:nvSpPr>
            <p:spPr>
              <a:xfrm rot="-5400000">
                <a:off x="3786236" y="2456407"/>
                <a:ext cx="348264" cy="489720"/>
              </a:xfrm>
              <a:prstGeom prst="downArrow">
                <a:avLst>
                  <a:gd name="adj1" fmla="val 50000"/>
                  <a:gd name="adj2" fmla="val 50000"/>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719" name="Google Shape;719;p52"/>
              <p:cNvSpPr txBox="1"/>
              <p:nvPr/>
            </p:nvSpPr>
            <p:spPr>
              <a:xfrm>
                <a:off x="4519696" y="5909516"/>
                <a:ext cx="4002512" cy="95406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It goes to </a:t>
                </a:r>
                <a:r>
                  <a:rPr lang="en-US" sz="1400" b="1" i="0" u="none" strike="noStrike" cap="none">
                    <a:solidFill>
                      <a:schemeClr val="dk1"/>
                    </a:solidFill>
                    <a:latin typeface="Consolas"/>
                    <a:ea typeface="Consolas"/>
                    <a:cs typeface="Consolas"/>
                    <a:sym typeface="Consolas"/>
                  </a:rPr>
                  <a:t>localhost:8000/delete-book?isbn=1234567</a:t>
                </a:r>
                <a:r>
                  <a:rPr lang="en-US" sz="1400" b="0" i="0" u="none" strike="noStrike" cap="none">
                    <a:solidFill>
                      <a:srgbClr val="000000"/>
                    </a:solidFill>
                    <a:latin typeface="Arial"/>
                    <a:ea typeface="Arial"/>
                    <a:cs typeface="Arial"/>
                    <a:sym typeface="Arial"/>
                  </a:rPr>
                  <a:t> and retrieves the book for deletion. User clicks on the Confirm button to delete</a:t>
                </a:r>
                <a:endParaRPr sz="1400" b="0" i="0" u="none" strike="noStrike" cap="none">
                  <a:solidFill>
                    <a:srgbClr val="000000"/>
                  </a:solidFill>
                  <a:latin typeface="Arial"/>
                  <a:ea typeface="Arial"/>
                  <a:cs typeface="Arial"/>
                  <a:sym typeface="Arial"/>
                </a:endParaRPr>
              </a:p>
            </p:txBody>
          </p:sp>
          <p:sp>
            <p:nvSpPr>
              <p:cNvPr id="720" name="Google Shape;720;p52"/>
              <p:cNvSpPr txBox="1"/>
              <p:nvPr/>
            </p:nvSpPr>
            <p:spPr>
              <a:xfrm>
                <a:off x="9493436" y="2515543"/>
                <a:ext cx="1809803"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Consolas"/>
                    <a:ea typeface="Consolas"/>
                    <a:cs typeface="Consolas"/>
                    <a:sym typeface="Consolas"/>
                  </a:rPr>
                  <a:t>/delete-book</a:t>
                </a:r>
                <a:endParaRPr sz="1400" b="1" i="0" u="none" strike="noStrike" cap="none">
                  <a:solidFill>
                    <a:schemeClr val="dk1"/>
                  </a:solidFill>
                  <a:latin typeface="Consolas"/>
                  <a:ea typeface="Consolas"/>
                  <a:cs typeface="Consolas"/>
                  <a:sym typeface="Consolas"/>
                </a:endParaRPr>
              </a:p>
            </p:txBody>
          </p:sp>
          <p:sp>
            <p:nvSpPr>
              <p:cNvPr id="721" name="Google Shape;721;p52"/>
              <p:cNvSpPr/>
              <p:nvPr/>
            </p:nvSpPr>
            <p:spPr>
              <a:xfrm>
                <a:off x="8625010" y="2866631"/>
                <a:ext cx="3338390" cy="2948953"/>
              </a:xfrm>
              <a:prstGeom prst="rect">
                <a:avLst/>
              </a:prstGeom>
              <a:no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722" name="Google Shape;722;p52"/>
              <p:cNvSpPr txBox="1"/>
              <p:nvPr/>
            </p:nvSpPr>
            <p:spPr>
              <a:xfrm>
                <a:off x="8789602" y="5888736"/>
                <a:ext cx="3513387"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Page shows a success message. </a:t>
                </a:r>
                <a:endParaRPr sz="1400" b="0" i="0" u="none" strike="noStrike" cap="none">
                  <a:solidFill>
                    <a:srgbClr val="000000"/>
                  </a:solidFill>
                  <a:latin typeface="Arial"/>
                  <a:ea typeface="Arial"/>
                  <a:cs typeface="Arial"/>
                  <a:sym typeface="Arial"/>
                </a:endParaRPr>
              </a:p>
            </p:txBody>
          </p:sp>
          <p:pic>
            <p:nvPicPr>
              <p:cNvPr id="723" name="Google Shape;723;p52"/>
              <p:cNvPicPr preferRelativeResize="0"/>
              <p:nvPr/>
            </p:nvPicPr>
            <p:blipFill rotWithShape="1">
              <a:blip r:embed="rId3">
                <a:alphaModFix/>
              </a:blip>
              <a:srcRect/>
              <a:stretch/>
            </p:blipFill>
            <p:spPr>
              <a:xfrm>
                <a:off x="643474" y="3007110"/>
                <a:ext cx="3436734" cy="2650801"/>
              </a:xfrm>
              <a:prstGeom prst="rect">
                <a:avLst/>
              </a:prstGeom>
              <a:noFill/>
              <a:ln>
                <a:noFill/>
              </a:ln>
            </p:spPr>
          </p:pic>
          <p:pic>
            <p:nvPicPr>
              <p:cNvPr id="724" name="Google Shape;724;p52"/>
              <p:cNvPicPr preferRelativeResize="0"/>
              <p:nvPr/>
            </p:nvPicPr>
            <p:blipFill rotWithShape="1">
              <a:blip r:embed="rId4">
                <a:alphaModFix/>
              </a:blip>
              <a:srcRect/>
              <a:stretch/>
            </p:blipFill>
            <p:spPr>
              <a:xfrm>
                <a:off x="4619173" y="3067180"/>
                <a:ext cx="3665292" cy="2184240"/>
              </a:xfrm>
              <a:prstGeom prst="rect">
                <a:avLst/>
              </a:prstGeom>
              <a:noFill/>
              <a:ln>
                <a:noFill/>
              </a:ln>
            </p:spPr>
          </p:pic>
          <p:pic>
            <p:nvPicPr>
              <p:cNvPr id="725" name="Google Shape;725;p52"/>
              <p:cNvPicPr preferRelativeResize="0"/>
              <p:nvPr/>
            </p:nvPicPr>
            <p:blipFill rotWithShape="1">
              <a:blip r:embed="rId5">
                <a:alphaModFix/>
              </a:blip>
              <a:srcRect/>
              <a:stretch/>
            </p:blipFill>
            <p:spPr>
              <a:xfrm>
                <a:off x="9055449" y="3214499"/>
                <a:ext cx="2795504" cy="278944"/>
              </a:xfrm>
              <a:prstGeom prst="rect">
                <a:avLst/>
              </a:prstGeom>
              <a:noFill/>
              <a:ln>
                <a:noFill/>
              </a:ln>
            </p:spPr>
          </p:pic>
        </p:grpSp>
        <p:sp>
          <p:nvSpPr>
            <p:cNvPr id="726" name="Google Shape;726;p52"/>
            <p:cNvSpPr/>
            <p:nvPr/>
          </p:nvSpPr>
          <p:spPr>
            <a:xfrm rot="-5400000">
              <a:off x="8826497" y="2466329"/>
              <a:ext cx="348264" cy="489720"/>
            </a:xfrm>
            <a:prstGeom prst="downArrow">
              <a:avLst>
                <a:gd name="adj1" fmla="val 50000"/>
                <a:gd name="adj2" fmla="val 50000"/>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730"/>
        <p:cNvGrpSpPr/>
        <p:nvPr/>
      </p:nvGrpSpPr>
      <p:grpSpPr>
        <a:xfrm>
          <a:off x="0" y="0"/>
          <a:ext cx="0" cy="0"/>
          <a:chOff x="0" y="0"/>
          <a:chExt cx="0" cy="0"/>
        </a:xfrm>
      </p:grpSpPr>
      <p:sp>
        <p:nvSpPr>
          <p:cNvPr id="731" name="Google Shape;731;p53"/>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None/>
            </a:pPr>
            <a:r>
              <a:rPr lang="en-US" sz="2400" b="1" i="0" u="none" strike="noStrike" cap="none">
                <a:solidFill>
                  <a:srgbClr val="11175E"/>
                </a:solidFill>
                <a:latin typeface="Arial"/>
                <a:ea typeface="Arial"/>
                <a:cs typeface="Arial"/>
                <a:sym typeface="Arial"/>
              </a:rPr>
              <a:t>Exercise 4: </a:t>
            </a:r>
            <a:r>
              <a:rPr lang="en-US" sz="2400" b="1" i="0" u="none" strike="noStrike" cap="none">
                <a:solidFill>
                  <a:srgbClr val="11175E"/>
                </a:solidFill>
                <a:latin typeface="Consolas"/>
                <a:ea typeface="Consolas"/>
                <a:cs typeface="Consolas"/>
                <a:sym typeface="Consolas"/>
              </a:rPr>
              <a:t>deleteOne()</a:t>
            </a:r>
            <a:endParaRPr sz="2400" b="1" i="0" u="none" strike="noStrike" cap="none">
              <a:solidFill>
                <a:srgbClr val="11175E"/>
              </a:solidFill>
              <a:latin typeface="Arial"/>
              <a:ea typeface="Arial"/>
              <a:cs typeface="Arial"/>
              <a:sym typeface="Arial"/>
            </a:endParaRPr>
          </a:p>
        </p:txBody>
      </p:sp>
      <p:sp>
        <p:nvSpPr>
          <p:cNvPr id="732" name="Google Shape;732;p53"/>
          <p:cNvSpPr txBox="1"/>
          <p:nvPr/>
        </p:nvSpPr>
        <p:spPr>
          <a:xfrm>
            <a:off x="240309" y="1422032"/>
            <a:ext cx="11608651" cy="403187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sng" strike="noStrike" cap="none">
                <a:solidFill>
                  <a:schemeClr val="dk1"/>
                </a:solidFill>
                <a:latin typeface="Arial"/>
                <a:ea typeface="Arial"/>
                <a:cs typeface="Arial"/>
                <a:sym typeface="Arial"/>
              </a:rPr>
              <a:t>Exercise 4: Deleting a book with ISBN</a:t>
            </a:r>
            <a:br>
              <a:rPr lang="en-US" sz="1600" b="1" i="0" u="sng" strike="noStrike" cap="none">
                <a:solidFill>
                  <a:schemeClr val="dk1"/>
                </a:solidFill>
                <a:latin typeface="Arial"/>
                <a:ea typeface="Arial"/>
                <a:cs typeface="Arial"/>
                <a:sym typeface="Arial"/>
              </a:rPr>
            </a:br>
            <a:endParaRPr sz="1600" b="1" i="0" u="sng"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chemeClr val="dk1"/>
                </a:solidFill>
                <a:latin typeface="Arial"/>
                <a:ea typeface="Arial"/>
                <a:cs typeface="Arial"/>
                <a:sym typeface="Arial"/>
              </a:rPr>
              <a:t>Review the requirements below and follow the task instructions step by step to complete the exercise.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US" sz="1600" b="1" i="0" u="sng" strike="noStrike" cap="none">
                <a:solidFill>
                  <a:schemeClr val="dk1"/>
                </a:solidFill>
                <a:latin typeface="Arial"/>
                <a:ea typeface="Arial"/>
                <a:cs typeface="Arial"/>
                <a:sym typeface="Arial"/>
              </a:rPr>
              <a:t>Requirements</a:t>
            </a:r>
            <a:br>
              <a:rPr lang="en-US" sz="1600" b="0" i="0" u="none" strike="noStrike" cap="none">
                <a:solidFill>
                  <a:schemeClr val="dk1"/>
                </a:solidFill>
                <a:latin typeface="Arial"/>
                <a:ea typeface="Arial"/>
                <a:cs typeface="Arial"/>
                <a:sym typeface="Arial"/>
              </a:rPr>
            </a:br>
            <a:endParaRPr sz="1600" b="0" i="0" u="none" strike="noStrike" cap="none">
              <a:solidFill>
                <a:schemeClr val="dk1"/>
              </a:solidFill>
              <a:latin typeface="Arial"/>
              <a:ea typeface="Arial"/>
              <a:cs typeface="Arial"/>
              <a:sym typeface="Arial"/>
            </a:endParaRPr>
          </a:p>
          <a:p>
            <a:pPr marL="342900" marR="0" lvl="0" indent="-241300" algn="l" rtl="0">
              <a:lnSpc>
                <a:spcPct val="100000"/>
              </a:lnSpc>
              <a:spcBef>
                <a:spcPts val="0"/>
              </a:spcBef>
              <a:spcAft>
                <a:spcPts val="0"/>
              </a:spcAft>
              <a:buClr>
                <a:schemeClr val="dk1"/>
              </a:buClr>
              <a:buSzPts val="1200"/>
              <a:buFont typeface="Arial"/>
              <a:buChar char="●"/>
            </a:pPr>
            <a:r>
              <a:rPr lang="en-US" sz="1600" b="0" i="0" u="none" strike="noStrike" cap="none">
                <a:solidFill>
                  <a:schemeClr val="dk1"/>
                </a:solidFill>
                <a:latin typeface="Arial"/>
                <a:ea typeface="Arial"/>
                <a:cs typeface="Arial"/>
                <a:sym typeface="Arial"/>
              </a:rPr>
              <a:t>Upon initial load of </a:t>
            </a:r>
            <a:r>
              <a:rPr lang="en-US" sz="1600" b="1" i="0" u="none" strike="noStrike" cap="none">
                <a:solidFill>
                  <a:schemeClr val="dk1"/>
                </a:solidFill>
                <a:latin typeface="Consolas"/>
                <a:ea typeface="Consolas"/>
                <a:cs typeface="Consolas"/>
                <a:sym typeface="Consolas"/>
              </a:rPr>
              <a:t>/delete-book </a:t>
            </a:r>
            <a:r>
              <a:rPr lang="en-US" sz="1600" b="0" i="0" u="none" strike="noStrike" cap="none">
                <a:solidFill>
                  <a:schemeClr val="dk1"/>
                </a:solidFill>
                <a:latin typeface="Arial"/>
                <a:ea typeface="Arial"/>
                <a:cs typeface="Arial"/>
                <a:sym typeface="Arial"/>
              </a:rPr>
              <a:t>URL, the application should render a </a:t>
            </a:r>
            <a:r>
              <a:rPr lang="en-US" sz="1600" b="1" i="0" u="none" strike="noStrike" cap="none">
                <a:solidFill>
                  <a:schemeClr val="dk1"/>
                </a:solidFill>
                <a:latin typeface="Consolas"/>
                <a:ea typeface="Consolas"/>
                <a:cs typeface="Consolas"/>
                <a:sym typeface="Consolas"/>
              </a:rPr>
              <a:t>view</a:t>
            </a:r>
            <a:r>
              <a:rPr lang="en-US" sz="1600" b="0" i="0" u="none" strike="noStrike" cap="none">
                <a:solidFill>
                  <a:schemeClr val="dk1"/>
                </a:solidFill>
                <a:latin typeface="Arial"/>
                <a:ea typeface="Arial"/>
                <a:cs typeface="Arial"/>
                <a:sym typeface="Arial"/>
              </a:rPr>
              <a:t> named </a:t>
            </a:r>
            <a:r>
              <a:rPr lang="en-US" sz="1600" b="1" i="0" u="none" strike="noStrike" cap="none">
                <a:solidFill>
                  <a:schemeClr val="dk1"/>
                </a:solidFill>
                <a:latin typeface="Consolas"/>
                <a:ea typeface="Consolas"/>
                <a:cs typeface="Consolas"/>
                <a:sym typeface="Consolas"/>
              </a:rPr>
              <a:t>edit-book.ejs</a:t>
            </a:r>
            <a:r>
              <a:rPr lang="en-US" sz="1600" b="1" i="0" u="none" strike="noStrike" cap="none">
                <a:solidFill>
                  <a:srgbClr val="0000FF"/>
                </a:solidFill>
                <a:latin typeface="Arial"/>
                <a:ea typeface="Arial"/>
                <a:cs typeface="Arial"/>
                <a:sym typeface="Arial"/>
              </a:rPr>
              <a:t> </a:t>
            </a:r>
            <a:r>
              <a:rPr lang="en-US" sz="1600" b="0" i="0" u="none" strike="noStrike" cap="none">
                <a:solidFill>
                  <a:schemeClr val="dk1"/>
                </a:solidFill>
                <a:latin typeface="Arial"/>
                <a:ea typeface="Arial"/>
                <a:cs typeface="Arial"/>
                <a:sym typeface="Arial"/>
              </a:rPr>
              <a:t>located in a folder called </a:t>
            </a:r>
            <a:r>
              <a:rPr lang="en-US" sz="1600" b="1" i="0" u="none" strike="noStrike" cap="none">
                <a:solidFill>
                  <a:schemeClr val="dk1"/>
                </a:solidFill>
                <a:latin typeface="Consolas"/>
                <a:ea typeface="Consolas"/>
                <a:cs typeface="Consolas"/>
                <a:sym typeface="Consolas"/>
              </a:rPr>
              <a:t>views</a:t>
            </a:r>
            <a:r>
              <a:rPr lang="en-US" sz="1600" b="0" i="0" u="none" strike="noStrike" cap="none">
                <a:solidFill>
                  <a:schemeClr val="dk1"/>
                </a:solidFill>
                <a:latin typeface="Arial"/>
                <a:ea typeface="Arial"/>
                <a:cs typeface="Arial"/>
                <a:sym typeface="Arial"/>
              </a:rPr>
              <a:t>. The </a:t>
            </a:r>
            <a:r>
              <a:rPr lang="en-US" sz="1600" b="1" i="0" u="none" strike="noStrike" cap="none">
                <a:solidFill>
                  <a:schemeClr val="dk1"/>
                </a:solidFill>
                <a:latin typeface="Consolas"/>
                <a:ea typeface="Consolas"/>
                <a:cs typeface="Consolas"/>
                <a:sym typeface="Consolas"/>
              </a:rPr>
              <a:t>edit-book.ejs</a:t>
            </a:r>
            <a:r>
              <a:rPr lang="en-US" sz="1600" b="1" i="0" u="none" strike="noStrike" cap="none">
                <a:solidFill>
                  <a:srgbClr val="0000FF"/>
                </a:solidFill>
                <a:latin typeface="Arial"/>
                <a:ea typeface="Arial"/>
                <a:cs typeface="Arial"/>
                <a:sym typeface="Arial"/>
              </a:rPr>
              <a:t> </a:t>
            </a:r>
            <a:r>
              <a:rPr lang="en-US" sz="1600" b="0" i="0" u="none" strike="noStrike" cap="none">
                <a:solidFill>
                  <a:schemeClr val="dk1"/>
                </a:solidFill>
                <a:latin typeface="Arial"/>
                <a:ea typeface="Arial"/>
                <a:cs typeface="Arial"/>
                <a:sym typeface="Arial"/>
              </a:rPr>
              <a:t>file is the same one from Exercise 3. </a:t>
            </a:r>
            <a:endParaRPr sz="1400" b="0" i="0" u="none" strike="noStrike" cap="none">
              <a:solidFill>
                <a:srgbClr val="000000"/>
              </a:solidFill>
              <a:latin typeface="Arial"/>
              <a:ea typeface="Arial"/>
              <a:cs typeface="Arial"/>
              <a:sym typeface="Arial"/>
            </a:endParaRPr>
          </a:p>
          <a:p>
            <a:pPr marL="685800" marR="0" lvl="1" indent="-241300" algn="l" rtl="0">
              <a:lnSpc>
                <a:spcPct val="100000"/>
              </a:lnSpc>
              <a:spcBef>
                <a:spcPts val="0"/>
              </a:spcBef>
              <a:spcAft>
                <a:spcPts val="0"/>
              </a:spcAft>
              <a:buClr>
                <a:schemeClr val="dk1"/>
              </a:buClr>
              <a:buSzPts val="1200"/>
              <a:buFont typeface="Arial"/>
              <a:buChar char="○"/>
            </a:pPr>
            <a:r>
              <a:rPr lang="en-US" sz="1600" b="0" i="0" u="none" strike="noStrike" cap="none">
                <a:solidFill>
                  <a:schemeClr val="dk1"/>
                </a:solidFill>
                <a:latin typeface="Arial"/>
                <a:ea typeface="Arial"/>
                <a:cs typeface="Arial"/>
                <a:sym typeface="Arial"/>
              </a:rPr>
              <a:t>Display a Delete</a:t>
            </a:r>
            <a:r>
              <a:rPr lang="en-US" sz="1600" b="1" i="0" u="none" strike="noStrike" cap="none">
                <a:solidFill>
                  <a:srgbClr val="0000FF"/>
                </a:solidFill>
                <a:latin typeface="Arial"/>
                <a:ea typeface="Arial"/>
                <a:cs typeface="Arial"/>
                <a:sym typeface="Arial"/>
              </a:rPr>
              <a:t> link </a:t>
            </a:r>
            <a:r>
              <a:rPr lang="en-US" sz="1600" b="0" i="0" u="none" strike="noStrike" cap="none">
                <a:solidFill>
                  <a:schemeClr val="dk1"/>
                </a:solidFill>
                <a:latin typeface="Arial"/>
                <a:ea typeface="Arial"/>
                <a:cs typeface="Arial"/>
                <a:sym typeface="Arial"/>
              </a:rPr>
              <a:t>that goes to </a:t>
            </a:r>
            <a:r>
              <a:rPr lang="en-US" sz="1600" b="1" i="0" u="none" strike="noStrike" cap="none">
                <a:solidFill>
                  <a:schemeClr val="dk1"/>
                </a:solidFill>
                <a:latin typeface="Consolas"/>
                <a:ea typeface="Consolas"/>
                <a:cs typeface="Consolas"/>
                <a:sym typeface="Consolas"/>
              </a:rPr>
              <a:t>delete-book</a:t>
            </a:r>
            <a:r>
              <a:rPr lang="en-US" sz="1600" b="0" i="0" u="none" strike="noStrike" cap="none">
                <a:solidFill>
                  <a:schemeClr val="dk1"/>
                </a:solidFill>
                <a:latin typeface="Arial"/>
                <a:ea typeface="Arial"/>
                <a:cs typeface="Arial"/>
                <a:sym typeface="Arial"/>
              </a:rPr>
              <a:t> URL with </a:t>
            </a:r>
            <a:r>
              <a:rPr lang="en-US" sz="1600" b="1" i="0" u="none" strike="noStrike" cap="none">
                <a:solidFill>
                  <a:schemeClr val="dk1"/>
                </a:solidFill>
                <a:latin typeface="Consolas"/>
                <a:ea typeface="Consolas"/>
                <a:cs typeface="Consolas"/>
                <a:sym typeface="Consolas"/>
              </a:rPr>
              <a:t>isbn</a:t>
            </a:r>
            <a:r>
              <a:rPr lang="en-US" sz="1600" b="0" i="0" u="none" strike="noStrike" cap="none">
                <a:solidFill>
                  <a:schemeClr val="dk1"/>
                </a:solidFill>
                <a:latin typeface="Arial"/>
                <a:ea typeface="Arial"/>
                <a:cs typeface="Arial"/>
                <a:sym typeface="Arial"/>
              </a:rPr>
              <a:t> number as the query string</a:t>
            </a:r>
            <a:endParaRPr sz="1400" b="0" i="0" u="none" strike="noStrike" cap="none">
              <a:solidFill>
                <a:srgbClr val="000000"/>
              </a:solidFill>
              <a:latin typeface="Arial"/>
              <a:ea typeface="Arial"/>
              <a:cs typeface="Arial"/>
              <a:sym typeface="Arial"/>
            </a:endParaRPr>
          </a:p>
          <a:p>
            <a:pPr marL="685800" marR="0" lvl="1" indent="-165100" algn="l" rtl="0">
              <a:lnSpc>
                <a:spcPct val="100000"/>
              </a:lnSpc>
              <a:spcBef>
                <a:spcPts val="0"/>
              </a:spcBef>
              <a:spcAft>
                <a:spcPts val="0"/>
              </a:spcAft>
              <a:buClr>
                <a:schemeClr val="dk1"/>
              </a:buClr>
              <a:buSzPts val="1200"/>
              <a:buFont typeface="Arial"/>
              <a:buNone/>
            </a:pPr>
            <a:endParaRPr sz="1600" b="0" i="0" u="none" strike="noStrike" cap="none">
              <a:solidFill>
                <a:schemeClr val="dk1"/>
              </a:solidFill>
              <a:latin typeface="Arial"/>
              <a:ea typeface="Arial"/>
              <a:cs typeface="Arial"/>
              <a:sym typeface="Arial"/>
            </a:endParaRPr>
          </a:p>
          <a:p>
            <a:pPr marL="342900" marR="0" lvl="0" indent="-241300" algn="l" rtl="0">
              <a:lnSpc>
                <a:spcPct val="100000"/>
              </a:lnSpc>
              <a:spcBef>
                <a:spcPts val="0"/>
              </a:spcBef>
              <a:spcAft>
                <a:spcPts val="0"/>
              </a:spcAft>
              <a:buClr>
                <a:schemeClr val="dk1"/>
              </a:buClr>
              <a:buSzPts val="1200"/>
              <a:buFont typeface="Arial"/>
              <a:buChar char="●"/>
            </a:pPr>
            <a:r>
              <a:rPr lang="en-US" sz="1600" b="0" i="0" u="none" strike="noStrike" cap="none">
                <a:solidFill>
                  <a:schemeClr val="dk1"/>
                </a:solidFill>
                <a:latin typeface="Arial"/>
                <a:ea typeface="Arial"/>
                <a:cs typeface="Arial"/>
                <a:sym typeface="Arial"/>
              </a:rPr>
              <a:t>In the </a:t>
            </a:r>
            <a:r>
              <a:rPr lang="en-US" sz="1600" b="1" i="0" u="none" strike="noStrike" cap="none">
                <a:solidFill>
                  <a:schemeClr val="dk1"/>
                </a:solidFill>
                <a:latin typeface="Arial"/>
                <a:ea typeface="Arial"/>
                <a:cs typeface="Arial"/>
                <a:sym typeface="Arial"/>
              </a:rPr>
              <a:t>/</a:t>
            </a:r>
            <a:r>
              <a:rPr lang="en-US" sz="1600" b="1" i="0" u="none" strike="noStrike" cap="none">
                <a:solidFill>
                  <a:schemeClr val="dk1"/>
                </a:solidFill>
                <a:latin typeface="Consolas"/>
                <a:ea typeface="Consolas"/>
                <a:cs typeface="Consolas"/>
                <a:sym typeface="Consolas"/>
              </a:rPr>
              <a:t>delete-book</a:t>
            </a:r>
            <a:r>
              <a:rPr lang="en-US" sz="1600" b="0" i="0" u="none" strike="noStrike" cap="none">
                <a:solidFill>
                  <a:schemeClr val="dk1"/>
                </a:solidFill>
                <a:latin typeface="Arial"/>
                <a:ea typeface="Arial"/>
                <a:cs typeface="Arial"/>
                <a:sym typeface="Arial"/>
              </a:rPr>
              <a:t> URL, the application will read the </a:t>
            </a:r>
            <a:r>
              <a:rPr lang="en-US" sz="1600" b="1" i="0" u="none" strike="noStrike" cap="none">
                <a:solidFill>
                  <a:schemeClr val="dk1"/>
                </a:solidFill>
                <a:latin typeface="Consolas"/>
                <a:ea typeface="Consolas"/>
                <a:cs typeface="Consolas"/>
                <a:sym typeface="Consolas"/>
              </a:rPr>
              <a:t>isbn</a:t>
            </a:r>
            <a:r>
              <a:rPr lang="en-US" sz="1600" b="0" i="0" u="none" strike="noStrike" cap="none">
                <a:solidFill>
                  <a:schemeClr val="dk1"/>
                </a:solidFill>
                <a:latin typeface="Arial"/>
                <a:ea typeface="Arial"/>
                <a:cs typeface="Arial"/>
                <a:sym typeface="Arial"/>
              </a:rPr>
              <a:t> number from the URL, renders a </a:t>
            </a:r>
            <a:r>
              <a:rPr lang="en-US" sz="1600" b="1" i="0" u="none" strike="noStrike" cap="none">
                <a:solidFill>
                  <a:schemeClr val="dk1"/>
                </a:solidFill>
                <a:latin typeface="Consolas"/>
                <a:ea typeface="Consolas"/>
                <a:cs typeface="Consolas"/>
                <a:sym typeface="Consolas"/>
              </a:rPr>
              <a:t>view</a:t>
            </a:r>
            <a:r>
              <a:rPr lang="en-US" sz="1600" b="0" i="0" u="none" strike="noStrike" cap="none">
                <a:solidFill>
                  <a:schemeClr val="dk1"/>
                </a:solidFill>
                <a:latin typeface="Arial"/>
                <a:ea typeface="Arial"/>
                <a:cs typeface="Arial"/>
                <a:sym typeface="Arial"/>
              </a:rPr>
              <a:t> named </a:t>
            </a:r>
            <a:r>
              <a:rPr lang="en-US" sz="1600" b="1" i="0" u="none" strike="noStrike" cap="none">
                <a:solidFill>
                  <a:schemeClr val="dk1"/>
                </a:solidFill>
                <a:latin typeface="Consolas"/>
                <a:ea typeface="Consolas"/>
                <a:cs typeface="Consolas"/>
                <a:sym typeface="Consolas"/>
              </a:rPr>
              <a:t>show-a-book.ejs</a:t>
            </a:r>
            <a:r>
              <a:rPr lang="en-US" sz="1600" b="1" i="0" u="none" strike="noStrike" cap="none">
                <a:solidFill>
                  <a:srgbClr val="0000FF"/>
                </a:solidFill>
                <a:latin typeface="Arial"/>
                <a:ea typeface="Arial"/>
                <a:cs typeface="Arial"/>
                <a:sym typeface="Arial"/>
              </a:rPr>
              <a:t> </a:t>
            </a:r>
            <a:r>
              <a:rPr lang="en-US" sz="1600" b="0" i="0" u="none" strike="noStrike" cap="none">
                <a:solidFill>
                  <a:schemeClr val="dk1"/>
                </a:solidFill>
                <a:latin typeface="Arial"/>
                <a:ea typeface="Arial"/>
                <a:cs typeface="Arial"/>
                <a:sym typeface="Arial"/>
              </a:rPr>
              <a:t>and display the book with the </a:t>
            </a:r>
            <a:r>
              <a:rPr lang="en-US" sz="1600" b="1" i="0" u="none" strike="noStrike" cap="none">
                <a:solidFill>
                  <a:schemeClr val="dk1"/>
                </a:solidFill>
                <a:latin typeface="Consolas"/>
                <a:ea typeface="Consolas"/>
                <a:cs typeface="Consolas"/>
                <a:sym typeface="Consolas"/>
              </a:rPr>
              <a:t>isbn</a:t>
            </a:r>
            <a:r>
              <a:rPr lang="en-US" sz="1600" b="0" i="0" u="none" strike="noStrike" cap="none">
                <a:solidFill>
                  <a:schemeClr val="dk1"/>
                </a:solidFill>
                <a:latin typeface="Arial"/>
                <a:ea typeface="Arial"/>
                <a:cs typeface="Arial"/>
                <a:sym typeface="Arial"/>
              </a:rPr>
              <a:t> number for deletion. </a:t>
            </a:r>
            <a:r>
              <a:rPr lang="en-US" sz="1600" b="1" i="0" u="none" strike="noStrike" cap="none">
                <a:solidFill>
                  <a:schemeClr val="dk1"/>
                </a:solidFill>
                <a:latin typeface="Consolas"/>
                <a:ea typeface="Consolas"/>
                <a:cs typeface="Consolas"/>
                <a:sym typeface="Consolas"/>
              </a:rPr>
              <a:t>show-a-book.ejs</a:t>
            </a:r>
            <a:r>
              <a:rPr lang="en-US" sz="1600" b="1" i="0" u="none" strike="noStrike" cap="none">
                <a:solidFill>
                  <a:srgbClr val="0000FF"/>
                </a:solidFill>
                <a:latin typeface="Arial"/>
                <a:ea typeface="Arial"/>
                <a:cs typeface="Arial"/>
                <a:sym typeface="Arial"/>
              </a:rPr>
              <a:t> </a:t>
            </a:r>
            <a:r>
              <a:rPr lang="en-US" sz="1600" b="0" i="0" u="none" strike="noStrike" cap="none">
                <a:solidFill>
                  <a:schemeClr val="dk1"/>
                </a:solidFill>
                <a:latin typeface="Arial"/>
                <a:ea typeface="Arial"/>
                <a:cs typeface="Arial"/>
                <a:sym typeface="Arial"/>
              </a:rPr>
              <a:t>is provided in the folder </a:t>
            </a:r>
            <a:r>
              <a:rPr lang="en-US" sz="1600" b="1" i="0" u="none" strike="noStrike" cap="none">
                <a:solidFill>
                  <a:schemeClr val="dk1"/>
                </a:solidFill>
                <a:latin typeface="Consolas"/>
                <a:ea typeface="Consolas"/>
                <a:cs typeface="Consolas"/>
                <a:sym typeface="Consolas"/>
              </a:rPr>
              <a:t>views</a:t>
            </a:r>
            <a:r>
              <a:rPr lang="en-US" sz="1600" b="0" i="0" u="none" strike="noStrike" cap="none">
                <a:solidFill>
                  <a:schemeClr val="dk1"/>
                </a:solidFill>
                <a:latin typeface="Arial"/>
                <a:ea typeface="Arial"/>
                <a:cs typeface="Arial"/>
                <a:sym typeface="Arial"/>
              </a:rPr>
              <a:t>. (See </a:t>
            </a:r>
            <a:r>
              <a:rPr lang="en-US" sz="1600" b="1" i="0" u="none" strike="noStrike" cap="none">
                <a:solidFill>
                  <a:schemeClr val="dk1"/>
                </a:solidFill>
                <a:latin typeface="Arial"/>
                <a:ea typeface="Arial"/>
                <a:cs typeface="Arial"/>
                <a:sym typeface="Arial"/>
              </a:rPr>
              <a:t>/</a:t>
            </a:r>
            <a:r>
              <a:rPr lang="en-US" sz="1600" b="1" i="0" u="none" strike="noStrike" cap="none">
                <a:solidFill>
                  <a:schemeClr val="dk1"/>
                </a:solidFill>
                <a:latin typeface="Consolas"/>
                <a:ea typeface="Consolas"/>
                <a:cs typeface="Consolas"/>
                <a:sym typeface="Consolas"/>
              </a:rPr>
              <a:t>delete-book?isbn=1234567</a:t>
            </a:r>
            <a:r>
              <a:rPr lang="en-US" sz="1600" b="0" i="0" u="none" strike="noStrike" cap="none">
                <a:solidFill>
                  <a:schemeClr val="dk1"/>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a:p>
            <a:pPr marL="342900" marR="0" lvl="0" indent="-165100" algn="l" rtl="0">
              <a:lnSpc>
                <a:spcPct val="100000"/>
              </a:lnSpc>
              <a:spcBef>
                <a:spcPts val="0"/>
              </a:spcBef>
              <a:spcAft>
                <a:spcPts val="0"/>
              </a:spcAft>
              <a:buClr>
                <a:schemeClr val="dk1"/>
              </a:buClr>
              <a:buSzPts val="1200"/>
              <a:buFont typeface="Arial"/>
              <a:buNone/>
            </a:pPr>
            <a:endParaRPr sz="1600" b="0" i="0" u="none" strike="noStrike" cap="none">
              <a:solidFill>
                <a:schemeClr val="dk1"/>
              </a:solidFill>
              <a:latin typeface="Arial"/>
              <a:ea typeface="Arial"/>
              <a:cs typeface="Arial"/>
              <a:sym typeface="Arial"/>
            </a:endParaRPr>
          </a:p>
          <a:p>
            <a:pPr marL="342900" marR="0" lvl="0" indent="-241300" algn="l" rtl="0">
              <a:lnSpc>
                <a:spcPct val="100000"/>
              </a:lnSpc>
              <a:spcBef>
                <a:spcPts val="0"/>
              </a:spcBef>
              <a:spcAft>
                <a:spcPts val="0"/>
              </a:spcAft>
              <a:buClr>
                <a:schemeClr val="dk1"/>
              </a:buClr>
              <a:buSzPts val="1200"/>
              <a:buFont typeface="Arial"/>
              <a:buChar char="●"/>
            </a:pPr>
            <a:r>
              <a:rPr lang="en-US" sz="1600" b="0" i="0" u="none" strike="noStrike" cap="none">
                <a:solidFill>
                  <a:schemeClr val="dk1"/>
                </a:solidFill>
                <a:latin typeface="Arial"/>
                <a:ea typeface="Arial"/>
                <a:cs typeface="Arial"/>
                <a:sym typeface="Arial"/>
              </a:rPr>
              <a:t>If the user presses the </a:t>
            </a:r>
            <a:r>
              <a:rPr lang="en-US" sz="1600" b="1" i="0" u="none" strike="noStrike" cap="none">
                <a:solidFill>
                  <a:schemeClr val="dk1"/>
                </a:solidFill>
                <a:latin typeface="Arial"/>
                <a:ea typeface="Arial"/>
                <a:cs typeface="Arial"/>
                <a:sym typeface="Arial"/>
              </a:rPr>
              <a:t>confirm</a:t>
            </a:r>
            <a:r>
              <a:rPr lang="en-US" sz="1600" b="0" i="0" u="none" strike="noStrike" cap="none">
                <a:solidFill>
                  <a:schemeClr val="dk1"/>
                </a:solidFill>
                <a:latin typeface="Arial"/>
                <a:ea typeface="Arial"/>
                <a:cs typeface="Arial"/>
                <a:sym typeface="Arial"/>
              </a:rPr>
              <a:t> button, the application will delete the document in the database and show a success message when done. </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736"/>
        <p:cNvGrpSpPr/>
        <p:nvPr/>
      </p:nvGrpSpPr>
      <p:grpSpPr>
        <a:xfrm>
          <a:off x="0" y="0"/>
          <a:ext cx="0" cy="0"/>
          <a:chOff x="0" y="0"/>
          <a:chExt cx="0" cy="0"/>
        </a:xfrm>
      </p:grpSpPr>
      <p:sp>
        <p:nvSpPr>
          <p:cNvPr id="737" name="Google Shape;737;p54"/>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None/>
            </a:pPr>
            <a:r>
              <a:rPr lang="en-US" sz="2400" b="1" i="0" u="none" strike="noStrike" cap="none">
                <a:solidFill>
                  <a:srgbClr val="11175E"/>
                </a:solidFill>
                <a:latin typeface="Arial"/>
                <a:ea typeface="Arial"/>
                <a:cs typeface="Arial"/>
                <a:sym typeface="Arial"/>
              </a:rPr>
              <a:t>Exercise 4: </a:t>
            </a:r>
            <a:r>
              <a:rPr lang="en-US" sz="2400" b="1" i="0" u="none" strike="noStrike" cap="none">
                <a:solidFill>
                  <a:srgbClr val="11175E"/>
                </a:solidFill>
                <a:latin typeface="Consolas"/>
                <a:ea typeface="Consolas"/>
                <a:cs typeface="Consolas"/>
                <a:sym typeface="Consolas"/>
              </a:rPr>
              <a:t>deleteOne()</a:t>
            </a:r>
            <a:endParaRPr sz="2400" b="1" i="0" u="none" strike="noStrike" cap="none">
              <a:solidFill>
                <a:srgbClr val="11175E"/>
              </a:solidFill>
              <a:latin typeface="Arial"/>
              <a:ea typeface="Arial"/>
              <a:cs typeface="Arial"/>
              <a:sym typeface="Arial"/>
            </a:endParaRPr>
          </a:p>
        </p:txBody>
      </p:sp>
      <p:sp>
        <p:nvSpPr>
          <p:cNvPr id="738" name="Google Shape;738;p54"/>
          <p:cNvSpPr txBox="1">
            <a:spLocks noGrp="1"/>
          </p:cNvSpPr>
          <p:nvPr>
            <p:ph type="subTitle" idx="1"/>
          </p:nvPr>
        </p:nvSpPr>
        <p:spPr>
          <a:xfrm>
            <a:off x="114413" y="2174953"/>
            <a:ext cx="6041221" cy="4700714"/>
          </a:xfrm>
          <a:prstGeom prst="rect">
            <a:avLst/>
          </a:prstGeom>
          <a:noFill/>
          <a:ln>
            <a:noFill/>
          </a:ln>
        </p:spPr>
        <p:txBody>
          <a:bodyPr spcFirstLastPara="1" wrap="square" lIns="91425" tIns="45700" rIns="91425" bIns="45700" anchor="t" anchorCtr="0">
            <a:noAutofit/>
          </a:bodyPr>
          <a:lstStyle/>
          <a:p>
            <a:pPr marL="457200" lvl="0" indent="-330200" algn="l" rtl="0">
              <a:lnSpc>
                <a:spcPct val="90000"/>
              </a:lnSpc>
              <a:spcBef>
                <a:spcPts val="1000"/>
              </a:spcBef>
              <a:spcAft>
                <a:spcPts val="0"/>
              </a:spcAft>
              <a:buSzPts val="1600"/>
              <a:buFont typeface="Arial"/>
              <a:buChar char="●"/>
            </a:pPr>
            <a:r>
              <a:rPr lang="en-US" sz="1400"/>
              <a:t>You can use </a:t>
            </a:r>
            <a:r>
              <a:rPr lang="en-US" sz="1400" b="1">
                <a:latin typeface="Consolas"/>
                <a:ea typeface="Consolas"/>
                <a:cs typeface="Consolas"/>
                <a:sym typeface="Consolas"/>
              </a:rPr>
              <a:t>week10 ⟶ exercises ⟶ exercise1</a:t>
            </a:r>
            <a:r>
              <a:rPr lang="en-US" sz="1400" b="1">
                <a:solidFill>
                  <a:srgbClr val="0000FF"/>
                </a:solidFill>
              </a:rPr>
              <a:t> </a:t>
            </a:r>
            <a:r>
              <a:rPr lang="en-US" sz="1400"/>
              <a:t>resource file to do this exercise or continue from your previous exercise</a:t>
            </a:r>
            <a:endParaRPr sz="1400"/>
          </a:p>
          <a:p>
            <a:pPr marL="457200" lvl="0" indent="-330200" algn="l" rtl="0">
              <a:lnSpc>
                <a:spcPct val="90000"/>
              </a:lnSpc>
              <a:spcBef>
                <a:spcPts val="1000"/>
              </a:spcBef>
              <a:spcAft>
                <a:spcPts val="0"/>
              </a:spcAft>
              <a:buSzPts val="1600"/>
              <a:buFont typeface="Arial"/>
              <a:buChar char="●"/>
            </a:pPr>
            <a:r>
              <a:rPr lang="en-US" sz="1400"/>
              <a:t>We will </a:t>
            </a:r>
            <a:r>
              <a:rPr lang="en-US" sz="1400" b="1"/>
              <a:t>reuse</a:t>
            </a:r>
            <a:r>
              <a:rPr lang="en-US" sz="1400"/>
              <a:t> the function </a:t>
            </a:r>
            <a:r>
              <a:rPr lang="en-US" sz="1400" b="1">
                <a:latin typeface="Consolas"/>
                <a:ea typeface="Consolas"/>
                <a:cs typeface="Consolas"/>
                <a:sym typeface="Consolas"/>
              </a:rPr>
              <a:t>showBookList()</a:t>
            </a:r>
            <a:r>
              <a:rPr lang="en-US" sz="1400"/>
              <a:t> and </a:t>
            </a:r>
            <a:r>
              <a:rPr lang="en-US" sz="1400" b="1">
                <a:latin typeface="Consolas"/>
                <a:ea typeface="Consolas"/>
                <a:cs typeface="Consolas"/>
                <a:sym typeface="Consolas"/>
              </a:rPr>
              <a:t>edit-book.ejs</a:t>
            </a:r>
            <a:r>
              <a:rPr lang="en-US" sz="1400"/>
              <a:t> from the previous exercise 3.</a:t>
            </a:r>
            <a:endParaRPr sz="1400"/>
          </a:p>
          <a:p>
            <a:pPr marL="457200" lvl="0" indent="-330200" algn="l" rtl="0">
              <a:lnSpc>
                <a:spcPct val="90000"/>
              </a:lnSpc>
              <a:spcBef>
                <a:spcPts val="1000"/>
              </a:spcBef>
              <a:spcAft>
                <a:spcPts val="0"/>
              </a:spcAft>
              <a:buSzPts val="1600"/>
              <a:buFont typeface="Arial"/>
              <a:buChar char="●"/>
            </a:pPr>
            <a:r>
              <a:rPr lang="en-US" sz="1400"/>
              <a:t>In </a:t>
            </a:r>
            <a:r>
              <a:rPr lang="en-US" sz="1400" b="1">
                <a:latin typeface="Consolas"/>
                <a:ea typeface="Consolas"/>
                <a:cs typeface="Consolas"/>
                <a:sym typeface="Consolas"/>
              </a:rPr>
              <a:t>books-routes</a:t>
            </a:r>
            <a:r>
              <a:rPr lang="en-US" sz="1400"/>
              <a:t>, create two more routes for the </a:t>
            </a:r>
            <a:r>
              <a:rPr lang="en-US" sz="1400" b="1"/>
              <a:t>get</a:t>
            </a:r>
            <a:r>
              <a:rPr lang="en-US" sz="1400"/>
              <a:t> and </a:t>
            </a:r>
            <a:r>
              <a:rPr lang="en-US" sz="1400" b="1"/>
              <a:t>post</a:t>
            </a:r>
            <a:r>
              <a:rPr lang="en-US" sz="1400"/>
              <a:t> functions</a:t>
            </a:r>
            <a:endParaRPr sz="1400"/>
          </a:p>
          <a:p>
            <a:pPr marL="914400" lvl="1" indent="-330200" algn="l" rtl="0">
              <a:lnSpc>
                <a:spcPct val="90000"/>
              </a:lnSpc>
              <a:spcBef>
                <a:spcPts val="500"/>
              </a:spcBef>
              <a:spcAft>
                <a:spcPts val="0"/>
              </a:spcAft>
              <a:buSzPts val="1600"/>
              <a:buFont typeface="Arial"/>
              <a:buChar char="●"/>
            </a:pPr>
            <a:r>
              <a:rPr lang="en-US" sz="1400"/>
              <a:t>One </a:t>
            </a:r>
            <a:r>
              <a:rPr lang="en-US" sz="1400" b="1"/>
              <a:t>get</a:t>
            </a:r>
            <a:r>
              <a:rPr lang="en-US" sz="1400"/>
              <a:t> route to display the form:</a:t>
            </a:r>
            <a:endParaRPr/>
          </a:p>
          <a:p>
            <a:pPr marL="584200" lvl="1" indent="0" algn="l" rtl="0">
              <a:lnSpc>
                <a:spcPct val="90000"/>
              </a:lnSpc>
              <a:spcBef>
                <a:spcPts val="500"/>
              </a:spcBef>
              <a:spcAft>
                <a:spcPts val="0"/>
              </a:spcAft>
              <a:buSzPts val="1600"/>
              <a:buNone/>
            </a:pPr>
            <a:r>
              <a:rPr lang="en-US" sz="1400"/>
              <a:t>	</a:t>
            </a:r>
            <a:r>
              <a:rPr lang="en-US" sz="1200" b="1">
                <a:latin typeface="Consolas"/>
                <a:ea typeface="Consolas"/>
                <a:cs typeface="Consolas"/>
                <a:sym typeface="Consolas"/>
              </a:rPr>
              <a:t>router.get("/delete-book", booksController.getMarkedBook);</a:t>
            </a:r>
            <a:endParaRPr/>
          </a:p>
          <a:p>
            <a:pPr marL="914400" lvl="1" indent="-330200" algn="l" rtl="0">
              <a:lnSpc>
                <a:spcPct val="90000"/>
              </a:lnSpc>
              <a:spcBef>
                <a:spcPts val="500"/>
              </a:spcBef>
              <a:spcAft>
                <a:spcPts val="0"/>
              </a:spcAft>
              <a:buSzPts val="1600"/>
              <a:buFont typeface="Arial"/>
              <a:buChar char="●"/>
            </a:pPr>
            <a:r>
              <a:rPr lang="en-US" sz="1400"/>
              <a:t>One </a:t>
            </a:r>
            <a:r>
              <a:rPr lang="en-US" sz="1400" b="1"/>
              <a:t>post</a:t>
            </a:r>
            <a:r>
              <a:rPr lang="en-US" sz="1400"/>
              <a:t> route to submit update form:</a:t>
            </a:r>
            <a:endParaRPr/>
          </a:p>
          <a:p>
            <a:pPr marL="584200" lvl="1" indent="0" algn="l" rtl="0">
              <a:lnSpc>
                <a:spcPct val="90000"/>
              </a:lnSpc>
              <a:spcBef>
                <a:spcPts val="500"/>
              </a:spcBef>
              <a:spcAft>
                <a:spcPts val="0"/>
              </a:spcAft>
              <a:buSzPts val="1600"/>
              <a:buNone/>
            </a:pPr>
            <a:r>
              <a:rPr lang="en-US" sz="1400">
                <a:latin typeface="Consolas"/>
                <a:ea typeface="Consolas"/>
                <a:cs typeface="Consolas"/>
                <a:sym typeface="Consolas"/>
              </a:rPr>
              <a:t>	</a:t>
            </a:r>
            <a:r>
              <a:rPr lang="en-US" sz="1200" b="1">
                <a:latin typeface="Consolas"/>
                <a:ea typeface="Consolas"/>
                <a:cs typeface="Consolas"/>
                <a:sym typeface="Consolas"/>
              </a:rPr>
              <a:t>router.post("/delete-book", booksController.deleteABook);</a:t>
            </a:r>
            <a:endParaRPr/>
          </a:p>
          <a:p>
            <a:pPr marL="457200" lvl="0" indent="-330200" algn="l" rtl="0">
              <a:lnSpc>
                <a:spcPct val="90000"/>
              </a:lnSpc>
              <a:spcBef>
                <a:spcPts val="1000"/>
              </a:spcBef>
              <a:spcAft>
                <a:spcPts val="0"/>
              </a:spcAft>
              <a:buSzPts val="1600"/>
              <a:buFont typeface="Arial"/>
              <a:buChar char="●"/>
            </a:pPr>
            <a:r>
              <a:rPr lang="en-US" sz="1400"/>
              <a:t>In </a:t>
            </a:r>
            <a:r>
              <a:rPr lang="en-US" sz="1400" b="1">
                <a:solidFill>
                  <a:srgbClr val="0000FF"/>
                </a:solidFill>
              </a:rPr>
              <a:t>books-controller</a:t>
            </a:r>
            <a:r>
              <a:rPr lang="en-US" sz="1400"/>
              <a:t>, create two functions :</a:t>
            </a:r>
            <a:endParaRPr sz="1400"/>
          </a:p>
          <a:p>
            <a:pPr marL="914400" lvl="1" indent="-330200" algn="l" rtl="0">
              <a:lnSpc>
                <a:spcPct val="90000"/>
              </a:lnSpc>
              <a:spcBef>
                <a:spcPts val="500"/>
              </a:spcBef>
              <a:spcAft>
                <a:spcPts val="0"/>
              </a:spcAft>
              <a:buSzPts val="1600"/>
              <a:buFont typeface="Arial"/>
              <a:buChar char="●"/>
            </a:pPr>
            <a:r>
              <a:rPr lang="en-US" sz="1400" b="1">
                <a:latin typeface="Consolas"/>
                <a:ea typeface="Consolas"/>
                <a:cs typeface="Consolas"/>
                <a:sym typeface="Consolas"/>
              </a:rPr>
              <a:t>getMarkedBook(),</a:t>
            </a:r>
            <a:r>
              <a:rPr lang="en-US" sz="1400"/>
              <a:t> </a:t>
            </a:r>
            <a:r>
              <a:rPr lang="en-US" sz="1400" b="1">
                <a:latin typeface="Consolas"/>
                <a:ea typeface="Consolas"/>
                <a:cs typeface="Consolas"/>
                <a:sym typeface="Consolas"/>
              </a:rPr>
              <a:t>deleteABook()</a:t>
            </a:r>
            <a:endParaRPr sz="1400" b="1">
              <a:latin typeface="Consolas"/>
              <a:ea typeface="Consolas"/>
              <a:cs typeface="Consolas"/>
              <a:sym typeface="Consolas"/>
            </a:endParaRPr>
          </a:p>
          <a:p>
            <a:pPr marL="914400" lvl="1" indent="-330200" algn="l" rtl="0">
              <a:lnSpc>
                <a:spcPct val="90000"/>
              </a:lnSpc>
              <a:spcBef>
                <a:spcPts val="500"/>
              </a:spcBef>
              <a:spcAft>
                <a:spcPts val="0"/>
              </a:spcAft>
              <a:buSzPts val="1600"/>
              <a:buFont typeface="Arial"/>
              <a:buChar char="●"/>
            </a:pPr>
            <a:r>
              <a:rPr lang="en-US" sz="1400" b="1">
                <a:latin typeface="Consolas"/>
                <a:ea typeface="Consolas"/>
                <a:cs typeface="Consolas"/>
                <a:sym typeface="Consolas"/>
              </a:rPr>
              <a:t>getMarkedBook()</a:t>
            </a:r>
            <a:r>
              <a:rPr lang="en-US" sz="1400"/>
              <a:t> is similar to </a:t>
            </a:r>
            <a:r>
              <a:rPr lang="en-US" sz="1400" b="1">
                <a:latin typeface="Consolas"/>
                <a:ea typeface="Consolas"/>
                <a:cs typeface="Consolas"/>
                <a:sym typeface="Consolas"/>
              </a:rPr>
              <a:t>getBook()</a:t>
            </a:r>
            <a:r>
              <a:rPr lang="en-US" sz="1400"/>
              <a:t> function in the previous exercise and </a:t>
            </a:r>
            <a:r>
              <a:rPr lang="en-US" sz="1400" b="1">
                <a:latin typeface="Consolas"/>
                <a:ea typeface="Consolas"/>
                <a:cs typeface="Consolas"/>
                <a:sym typeface="Consolas"/>
              </a:rPr>
              <a:t>deleteABook()</a:t>
            </a:r>
            <a:r>
              <a:rPr lang="en-US" sz="1400"/>
              <a:t> has been given to you in the slides.</a:t>
            </a:r>
            <a:endParaRPr sz="1400"/>
          </a:p>
          <a:p>
            <a:pPr marL="584200" lvl="1" indent="0" algn="l" rtl="0">
              <a:lnSpc>
                <a:spcPct val="90000"/>
              </a:lnSpc>
              <a:spcBef>
                <a:spcPts val="500"/>
              </a:spcBef>
              <a:spcAft>
                <a:spcPts val="0"/>
              </a:spcAft>
              <a:buSzPts val="1600"/>
              <a:buNone/>
            </a:pPr>
            <a:endParaRPr sz="1400"/>
          </a:p>
          <a:p>
            <a:pPr marL="127000" lvl="0" indent="0" algn="l" rtl="0">
              <a:lnSpc>
                <a:spcPct val="90000"/>
              </a:lnSpc>
              <a:spcBef>
                <a:spcPts val="1000"/>
              </a:spcBef>
              <a:spcAft>
                <a:spcPts val="0"/>
              </a:spcAft>
              <a:buSzPts val="1600"/>
              <a:buNone/>
            </a:pPr>
            <a:endParaRPr sz="1400" b="1"/>
          </a:p>
          <a:p>
            <a:pPr marL="457200" lvl="0" indent="-406400" algn="l" rtl="0">
              <a:lnSpc>
                <a:spcPct val="90000"/>
              </a:lnSpc>
              <a:spcBef>
                <a:spcPts val="1000"/>
              </a:spcBef>
              <a:spcAft>
                <a:spcPts val="0"/>
              </a:spcAft>
              <a:buSzPts val="2400"/>
              <a:buNone/>
            </a:pPr>
            <a:endParaRPr sz="1400"/>
          </a:p>
        </p:txBody>
      </p:sp>
      <p:sp>
        <p:nvSpPr>
          <p:cNvPr id="739" name="Google Shape;739;p54"/>
          <p:cNvSpPr txBox="1"/>
          <p:nvPr/>
        </p:nvSpPr>
        <p:spPr>
          <a:xfrm>
            <a:off x="6251448" y="2157286"/>
            <a:ext cx="5574716" cy="4700714"/>
          </a:xfrm>
          <a:prstGeom prst="rect">
            <a:avLst/>
          </a:prstGeom>
          <a:noFill/>
          <a:ln>
            <a:noFill/>
          </a:ln>
        </p:spPr>
        <p:txBody>
          <a:bodyPr spcFirstLastPara="1" wrap="square" lIns="91425" tIns="45700" rIns="91425" bIns="45700" anchor="t" anchorCtr="0">
            <a:noAutofit/>
          </a:bodyPr>
          <a:lstStyle/>
          <a:p>
            <a:pPr marL="457200" marR="0" lvl="0" indent="-330200" algn="l" rtl="0">
              <a:lnSpc>
                <a:spcPct val="90000"/>
              </a:lnSpc>
              <a:spcBef>
                <a:spcPts val="1000"/>
              </a:spcBef>
              <a:spcAft>
                <a:spcPts val="0"/>
              </a:spcAft>
              <a:buClr>
                <a:srgbClr val="000000"/>
              </a:buClr>
              <a:buSzPts val="1600"/>
              <a:buFont typeface="Arial"/>
              <a:buChar char="●"/>
            </a:pPr>
            <a:r>
              <a:rPr lang="en-US" sz="1400" b="0" i="0" u="none" strike="noStrike" cap="none">
                <a:solidFill>
                  <a:srgbClr val="000000"/>
                </a:solidFill>
                <a:latin typeface="Arial"/>
                <a:ea typeface="Arial"/>
                <a:cs typeface="Arial"/>
                <a:sym typeface="Arial"/>
              </a:rPr>
              <a:t>In </a:t>
            </a:r>
            <a:r>
              <a:rPr lang="en-US" sz="1400" b="1" i="0" u="none" strike="noStrike" cap="none">
                <a:solidFill>
                  <a:srgbClr val="000000"/>
                </a:solidFill>
                <a:latin typeface="Consolas"/>
                <a:ea typeface="Consolas"/>
                <a:cs typeface="Consolas"/>
                <a:sym typeface="Consolas"/>
              </a:rPr>
              <a:t>edit-book.ejs</a:t>
            </a:r>
            <a:endParaRPr sz="1400" b="1" i="0" u="none" strike="noStrike" cap="none">
              <a:solidFill>
                <a:srgbClr val="000000"/>
              </a:solidFill>
              <a:latin typeface="Consolas"/>
              <a:ea typeface="Consolas"/>
              <a:cs typeface="Consolas"/>
              <a:sym typeface="Consolas"/>
            </a:endParaRPr>
          </a:p>
          <a:p>
            <a:pPr marL="914400" marR="0" lvl="1" indent="-330200" algn="l" rtl="0">
              <a:lnSpc>
                <a:spcPct val="90000"/>
              </a:lnSpc>
              <a:spcBef>
                <a:spcPts val="500"/>
              </a:spcBef>
              <a:spcAft>
                <a:spcPts val="0"/>
              </a:spcAft>
              <a:buClr>
                <a:srgbClr val="000000"/>
              </a:buClr>
              <a:buSzPts val="1600"/>
              <a:buFont typeface="Arial"/>
              <a:buChar char="●"/>
            </a:pPr>
            <a:r>
              <a:rPr lang="en-US" sz="1400" b="0" i="0" u="none" strike="noStrike" cap="none">
                <a:solidFill>
                  <a:srgbClr val="000000"/>
                </a:solidFill>
                <a:latin typeface="Arial"/>
                <a:ea typeface="Arial"/>
                <a:cs typeface="Arial"/>
                <a:sym typeface="Arial"/>
              </a:rPr>
              <a:t>Create a delete link beside the edit button to jump to </a:t>
            </a:r>
            <a:r>
              <a:rPr lang="en-US" sz="1400" b="1" i="0" u="none" strike="noStrike" cap="none">
                <a:solidFill>
                  <a:srgbClr val="000000"/>
                </a:solidFill>
                <a:latin typeface="Consolas"/>
                <a:ea typeface="Consolas"/>
                <a:cs typeface="Consolas"/>
                <a:sym typeface="Consolas"/>
              </a:rPr>
              <a:t>/delete-book?isbn=&lt;books’s ISBN&gt;</a:t>
            </a:r>
            <a:endParaRPr/>
          </a:p>
          <a:p>
            <a:pPr marL="457200" marR="0" lvl="0" indent="-330200" algn="l" rtl="0">
              <a:lnSpc>
                <a:spcPct val="90000"/>
              </a:lnSpc>
              <a:spcBef>
                <a:spcPts val="1000"/>
              </a:spcBef>
              <a:spcAft>
                <a:spcPts val="0"/>
              </a:spcAft>
              <a:buClr>
                <a:schemeClr val="dk1"/>
              </a:buClr>
              <a:buSzPts val="1600"/>
              <a:buFont typeface="Arial"/>
              <a:buChar char="●"/>
            </a:pPr>
            <a:r>
              <a:rPr lang="en-US" sz="1400" b="0" i="0" u="none" strike="noStrike" cap="none">
                <a:solidFill>
                  <a:schemeClr val="dk1"/>
                </a:solidFill>
                <a:latin typeface="Arial"/>
                <a:ea typeface="Arial"/>
                <a:cs typeface="Arial"/>
                <a:sym typeface="Arial"/>
              </a:rPr>
              <a:t>In </a:t>
            </a:r>
            <a:r>
              <a:rPr lang="en-US" sz="1400" b="1" i="0" u="none" strike="noStrike" cap="none">
                <a:solidFill>
                  <a:schemeClr val="dk1"/>
                </a:solidFill>
                <a:latin typeface="Consolas"/>
                <a:ea typeface="Consolas"/>
                <a:cs typeface="Consolas"/>
                <a:sym typeface="Consolas"/>
              </a:rPr>
              <a:t>getMarkedBook(),</a:t>
            </a:r>
            <a:r>
              <a:rPr lang="en-US" sz="1400" b="0" i="0" u="none" strike="noStrike" cap="none">
                <a:solidFill>
                  <a:schemeClr val="dk1"/>
                </a:solidFill>
                <a:latin typeface="Arial"/>
                <a:ea typeface="Arial"/>
                <a:cs typeface="Arial"/>
                <a:sym typeface="Arial"/>
              </a:rPr>
              <a:t> (Similar to </a:t>
            </a:r>
            <a:r>
              <a:rPr lang="en-US" sz="1400" b="1" i="0" u="none" strike="noStrike" cap="none">
                <a:solidFill>
                  <a:schemeClr val="dk1"/>
                </a:solidFill>
                <a:latin typeface="Consolas"/>
                <a:ea typeface="Consolas"/>
                <a:cs typeface="Consolas"/>
                <a:sym typeface="Consolas"/>
              </a:rPr>
              <a:t>getBook())</a:t>
            </a:r>
            <a:endParaRPr sz="1400" b="1" i="0" u="none" strike="noStrike" cap="none">
              <a:solidFill>
                <a:schemeClr val="dk1"/>
              </a:solidFill>
              <a:latin typeface="Consolas"/>
              <a:ea typeface="Consolas"/>
              <a:cs typeface="Consolas"/>
              <a:sym typeface="Consolas"/>
            </a:endParaRPr>
          </a:p>
          <a:p>
            <a:pPr marL="914400" marR="0" lvl="1" indent="-330200" algn="l" rtl="0">
              <a:lnSpc>
                <a:spcPct val="90000"/>
              </a:lnSpc>
              <a:spcBef>
                <a:spcPts val="500"/>
              </a:spcBef>
              <a:spcAft>
                <a:spcPts val="0"/>
              </a:spcAft>
              <a:buClr>
                <a:schemeClr val="dk1"/>
              </a:buClr>
              <a:buSzPts val="1600"/>
              <a:buFont typeface="Arial"/>
              <a:buChar char="●"/>
            </a:pPr>
            <a:r>
              <a:rPr lang="en-US" sz="1400" b="0" i="0" u="none" strike="noStrike" cap="none">
                <a:solidFill>
                  <a:schemeClr val="dk1"/>
                </a:solidFill>
                <a:latin typeface="Arial"/>
                <a:ea typeface="Arial"/>
                <a:cs typeface="Arial"/>
                <a:sym typeface="Arial"/>
              </a:rPr>
              <a:t>Retrieves the </a:t>
            </a:r>
            <a:r>
              <a:rPr lang="en-US" sz="1400" b="1" i="0" u="none" strike="noStrike" cap="none">
                <a:solidFill>
                  <a:schemeClr val="dk1"/>
                </a:solidFill>
                <a:latin typeface="Consolas"/>
                <a:ea typeface="Consolas"/>
                <a:cs typeface="Consolas"/>
                <a:sym typeface="Consolas"/>
              </a:rPr>
              <a:t>isbn</a:t>
            </a:r>
            <a:r>
              <a:rPr lang="en-US" sz="1400" b="0" i="0" u="none" strike="noStrike" cap="none">
                <a:solidFill>
                  <a:schemeClr val="dk1"/>
                </a:solidFill>
                <a:latin typeface="Arial"/>
                <a:ea typeface="Arial"/>
                <a:cs typeface="Arial"/>
                <a:sym typeface="Arial"/>
              </a:rPr>
              <a:t> number from the url. </a:t>
            </a:r>
            <a:endParaRPr sz="1400" b="0" i="0" u="none" strike="noStrike" cap="none">
              <a:solidFill>
                <a:srgbClr val="000000"/>
              </a:solidFill>
              <a:latin typeface="Arial"/>
              <a:ea typeface="Arial"/>
              <a:cs typeface="Arial"/>
              <a:sym typeface="Arial"/>
            </a:endParaRPr>
          </a:p>
          <a:p>
            <a:pPr marL="914400" marR="0" lvl="1" indent="-330200" algn="l" rtl="0">
              <a:lnSpc>
                <a:spcPct val="90000"/>
              </a:lnSpc>
              <a:spcBef>
                <a:spcPts val="500"/>
              </a:spcBef>
              <a:spcAft>
                <a:spcPts val="0"/>
              </a:spcAft>
              <a:buClr>
                <a:schemeClr val="dk1"/>
              </a:buClr>
              <a:buSzPts val="1600"/>
              <a:buFont typeface="Arial"/>
              <a:buChar char="●"/>
            </a:pPr>
            <a:r>
              <a:rPr lang="en-US" sz="1400" b="0" i="0" u="none" strike="noStrike" cap="none">
                <a:solidFill>
                  <a:schemeClr val="dk1"/>
                </a:solidFill>
                <a:latin typeface="Arial"/>
                <a:ea typeface="Arial"/>
                <a:cs typeface="Arial"/>
                <a:sym typeface="Arial"/>
              </a:rPr>
              <a:t>Use </a:t>
            </a:r>
            <a:r>
              <a:rPr lang="en-US" sz="1400" b="1" i="0" u="none" strike="noStrike" cap="none">
                <a:solidFill>
                  <a:schemeClr val="dk1"/>
                </a:solidFill>
                <a:latin typeface="Consolas"/>
                <a:ea typeface="Consolas"/>
                <a:cs typeface="Consolas"/>
                <a:sym typeface="Consolas"/>
              </a:rPr>
              <a:t>Book.findByIsbn()</a:t>
            </a:r>
            <a:r>
              <a:rPr lang="en-US" sz="1400" b="0" i="0" u="none" strike="noStrike" cap="none">
                <a:solidFill>
                  <a:schemeClr val="dk1"/>
                </a:solidFill>
                <a:latin typeface="Arial"/>
                <a:ea typeface="Arial"/>
                <a:cs typeface="Arial"/>
                <a:sym typeface="Arial"/>
              </a:rPr>
              <a:t> function to find the book with the ISBN provided in the URL.</a:t>
            </a:r>
            <a:endParaRPr sz="1400" b="0" i="0" u="none" strike="noStrike" cap="none">
              <a:solidFill>
                <a:srgbClr val="000000"/>
              </a:solidFill>
              <a:latin typeface="Arial"/>
              <a:ea typeface="Arial"/>
              <a:cs typeface="Arial"/>
              <a:sym typeface="Arial"/>
            </a:endParaRPr>
          </a:p>
          <a:p>
            <a:pPr marL="914400" marR="0" lvl="1" indent="-330200" algn="l" rtl="0">
              <a:lnSpc>
                <a:spcPct val="90000"/>
              </a:lnSpc>
              <a:spcBef>
                <a:spcPts val="500"/>
              </a:spcBef>
              <a:spcAft>
                <a:spcPts val="0"/>
              </a:spcAft>
              <a:buClr>
                <a:schemeClr val="dk1"/>
              </a:buClr>
              <a:buSzPts val="1600"/>
              <a:buFont typeface="Arial"/>
              <a:buChar char="●"/>
            </a:pPr>
            <a:r>
              <a:rPr lang="en-US" sz="1400" b="0" i="0" u="none" strike="noStrike" cap="none">
                <a:solidFill>
                  <a:schemeClr val="dk1"/>
                </a:solidFill>
                <a:latin typeface="Arial"/>
                <a:ea typeface="Arial"/>
                <a:cs typeface="Arial"/>
                <a:sym typeface="Arial"/>
              </a:rPr>
              <a:t>Render </a:t>
            </a:r>
            <a:r>
              <a:rPr lang="en-US" b="1">
                <a:solidFill>
                  <a:schemeClr val="dk1"/>
                </a:solidFill>
                <a:latin typeface="Consolas"/>
                <a:ea typeface="Consolas"/>
                <a:cs typeface="Consolas"/>
                <a:sym typeface="Consolas"/>
              </a:rPr>
              <a:t>show</a:t>
            </a:r>
            <a:r>
              <a:rPr lang="en-US" sz="1400" b="1" i="0" u="none" strike="noStrike" cap="none">
                <a:solidFill>
                  <a:schemeClr val="dk1"/>
                </a:solidFill>
                <a:latin typeface="Consolas"/>
                <a:ea typeface="Consolas"/>
                <a:cs typeface="Consolas"/>
                <a:sym typeface="Consolas"/>
              </a:rPr>
              <a:t>-a-book.ejs </a:t>
            </a:r>
            <a:r>
              <a:rPr lang="en-US" sz="1400" b="0" i="0" u="none" strike="noStrike" cap="none">
                <a:solidFill>
                  <a:schemeClr val="dk1"/>
                </a:solidFill>
                <a:latin typeface="Arial"/>
                <a:ea typeface="Arial"/>
                <a:cs typeface="Arial"/>
                <a:sym typeface="Arial"/>
              </a:rPr>
              <a:t>(provided) with the result of </a:t>
            </a:r>
            <a:r>
              <a:rPr lang="en-US" sz="1400" b="1" i="0" u="none" strike="noStrike" cap="none">
                <a:solidFill>
                  <a:schemeClr val="dk1"/>
                </a:solidFill>
                <a:latin typeface="Consolas"/>
                <a:ea typeface="Consolas"/>
                <a:cs typeface="Consolas"/>
                <a:sym typeface="Consolas"/>
              </a:rPr>
              <a:t>Book</a:t>
            </a:r>
            <a:r>
              <a:rPr lang="en-US" sz="1400" b="0" i="0" u="none" strike="noStrike" cap="none">
                <a:solidFill>
                  <a:schemeClr val="dk1"/>
                </a:solidFill>
                <a:latin typeface="Arial"/>
                <a:ea typeface="Arial"/>
                <a:cs typeface="Arial"/>
                <a:sym typeface="Arial"/>
              </a:rPr>
              <a:t>.</a:t>
            </a:r>
            <a:r>
              <a:rPr lang="en-US" sz="1400" b="1" i="0" u="none" strike="noStrike" cap="none">
                <a:solidFill>
                  <a:schemeClr val="dk1"/>
                </a:solidFill>
                <a:latin typeface="Consolas"/>
                <a:ea typeface="Consolas"/>
                <a:cs typeface="Consolas"/>
                <a:sym typeface="Consolas"/>
              </a:rPr>
              <a:t>findByIsbn(). </a:t>
            </a:r>
            <a:endParaRPr sz="1400" b="1" i="0" u="none" strike="noStrike" cap="none">
              <a:solidFill>
                <a:schemeClr val="dk1"/>
              </a:solidFill>
              <a:latin typeface="Consolas"/>
              <a:ea typeface="Consolas"/>
              <a:cs typeface="Consolas"/>
              <a:sym typeface="Consolas"/>
            </a:endParaRPr>
          </a:p>
          <a:p>
            <a:pPr marL="457200" marR="0" lvl="0" indent="-330200" algn="l" rtl="0">
              <a:lnSpc>
                <a:spcPct val="90000"/>
              </a:lnSpc>
              <a:spcBef>
                <a:spcPts val="1000"/>
              </a:spcBef>
              <a:spcAft>
                <a:spcPts val="0"/>
              </a:spcAft>
              <a:buClr>
                <a:schemeClr val="dk1"/>
              </a:buClr>
              <a:buSzPts val="1600"/>
              <a:buFont typeface="Arial"/>
              <a:buChar char="●"/>
            </a:pPr>
            <a:r>
              <a:rPr lang="en-US" sz="1400" b="0" i="0" u="none" strike="noStrike" cap="none">
                <a:solidFill>
                  <a:schemeClr val="dk1"/>
                </a:solidFill>
                <a:latin typeface="Arial"/>
                <a:ea typeface="Arial"/>
                <a:cs typeface="Arial"/>
                <a:sym typeface="Arial"/>
              </a:rPr>
              <a:t>In </a:t>
            </a:r>
            <a:r>
              <a:rPr lang="en-US" sz="1400" b="1" i="0" u="none" strike="noStrike" cap="none">
                <a:solidFill>
                  <a:schemeClr val="dk1"/>
                </a:solidFill>
                <a:latin typeface="Consolas"/>
                <a:ea typeface="Consolas"/>
                <a:cs typeface="Consolas"/>
                <a:sym typeface="Consolas"/>
              </a:rPr>
              <a:t>deleteBook()</a:t>
            </a:r>
            <a:endParaRPr sz="1400" b="1" i="0" u="none" strike="noStrike" cap="none">
              <a:solidFill>
                <a:schemeClr val="dk1"/>
              </a:solidFill>
              <a:latin typeface="Consolas"/>
              <a:ea typeface="Consolas"/>
              <a:cs typeface="Consolas"/>
              <a:sym typeface="Consolas"/>
            </a:endParaRPr>
          </a:p>
          <a:p>
            <a:pPr marL="914400" marR="0" lvl="1" indent="-330200" algn="l" rtl="0">
              <a:lnSpc>
                <a:spcPct val="90000"/>
              </a:lnSpc>
              <a:spcBef>
                <a:spcPts val="500"/>
              </a:spcBef>
              <a:spcAft>
                <a:spcPts val="0"/>
              </a:spcAft>
              <a:buClr>
                <a:schemeClr val="dk1"/>
              </a:buClr>
              <a:buSzPts val="1600"/>
              <a:buFont typeface="Arial"/>
              <a:buChar char="●"/>
            </a:pPr>
            <a:r>
              <a:rPr lang="en-US" sz="1400" b="0" i="0" u="none" strike="noStrike" cap="none">
                <a:solidFill>
                  <a:schemeClr val="dk1"/>
                </a:solidFill>
                <a:latin typeface="Arial"/>
                <a:ea typeface="Arial"/>
                <a:cs typeface="Arial"/>
                <a:sym typeface="Arial"/>
              </a:rPr>
              <a:t>Get the data from the form using post and use </a:t>
            </a:r>
            <a:r>
              <a:rPr lang="en-US" sz="1400" b="1" i="0" u="none" strike="noStrike" cap="none">
                <a:solidFill>
                  <a:schemeClr val="dk1"/>
                </a:solidFill>
                <a:latin typeface="Consolas"/>
                <a:ea typeface="Consolas"/>
                <a:cs typeface="Consolas"/>
                <a:sym typeface="Consolas"/>
              </a:rPr>
              <a:t>Book</a:t>
            </a:r>
            <a:r>
              <a:rPr lang="en-US" sz="1400" b="0" i="0" u="none" strike="noStrike" cap="none">
                <a:solidFill>
                  <a:schemeClr val="dk1"/>
                </a:solidFill>
                <a:latin typeface="Arial"/>
                <a:ea typeface="Arial"/>
                <a:cs typeface="Arial"/>
                <a:sym typeface="Arial"/>
              </a:rPr>
              <a:t>.</a:t>
            </a:r>
            <a:r>
              <a:rPr lang="en-US" sz="1400" b="1" i="0" u="none" strike="noStrike" cap="none">
                <a:solidFill>
                  <a:schemeClr val="dk1"/>
                </a:solidFill>
                <a:latin typeface="Consolas"/>
                <a:ea typeface="Consolas"/>
                <a:cs typeface="Consolas"/>
                <a:sym typeface="Consolas"/>
              </a:rPr>
              <a:t>deleteBook()</a:t>
            </a:r>
            <a:r>
              <a:rPr lang="en-US" sz="1400" b="0" i="0" u="none" strike="noStrike" cap="none">
                <a:solidFill>
                  <a:schemeClr val="dk1"/>
                </a:solidFill>
                <a:latin typeface="Arial"/>
                <a:ea typeface="Arial"/>
                <a:cs typeface="Arial"/>
                <a:sym typeface="Arial"/>
              </a:rPr>
              <a:t> function to delete a book </a:t>
            </a:r>
            <a:endParaRPr sz="1400" b="0" i="0" u="none" strike="noStrike" cap="none">
              <a:solidFill>
                <a:srgbClr val="000000"/>
              </a:solidFill>
              <a:latin typeface="Arial"/>
              <a:ea typeface="Arial"/>
              <a:cs typeface="Arial"/>
              <a:sym typeface="Arial"/>
            </a:endParaRPr>
          </a:p>
          <a:p>
            <a:pPr marL="914400" marR="0" lvl="1" indent="-330200" algn="l" rtl="0">
              <a:lnSpc>
                <a:spcPct val="90000"/>
              </a:lnSpc>
              <a:spcBef>
                <a:spcPts val="500"/>
              </a:spcBef>
              <a:spcAft>
                <a:spcPts val="0"/>
              </a:spcAft>
              <a:buClr>
                <a:schemeClr val="dk1"/>
              </a:buClr>
              <a:buSzPts val="1600"/>
              <a:buFont typeface="Arial"/>
              <a:buChar char="●"/>
            </a:pPr>
            <a:r>
              <a:rPr lang="en-US" sz="1400" b="0" i="0" u="none" strike="noStrike" cap="none">
                <a:solidFill>
                  <a:schemeClr val="dk1"/>
                </a:solidFill>
                <a:latin typeface="Arial"/>
                <a:ea typeface="Arial"/>
                <a:cs typeface="Arial"/>
                <a:sym typeface="Arial"/>
              </a:rPr>
              <a:t>Use the result of </a:t>
            </a:r>
            <a:r>
              <a:rPr lang="en-US" sz="1400" b="1" i="0" u="none" strike="noStrike" cap="none">
                <a:solidFill>
                  <a:schemeClr val="dk1"/>
                </a:solidFill>
                <a:latin typeface="Consolas"/>
                <a:ea typeface="Consolas"/>
                <a:cs typeface="Consolas"/>
                <a:sym typeface="Consolas"/>
              </a:rPr>
              <a:t>Book</a:t>
            </a:r>
            <a:r>
              <a:rPr lang="en-US" sz="1400" b="0" i="0" u="none" strike="noStrike" cap="none">
                <a:solidFill>
                  <a:schemeClr val="dk1"/>
                </a:solidFill>
                <a:latin typeface="Arial"/>
                <a:ea typeface="Arial"/>
                <a:cs typeface="Arial"/>
                <a:sym typeface="Arial"/>
              </a:rPr>
              <a:t>.</a:t>
            </a:r>
            <a:r>
              <a:rPr lang="en-US" sz="1400" b="1" i="0" u="none" strike="noStrike" cap="none">
                <a:solidFill>
                  <a:schemeClr val="dk1"/>
                </a:solidFill>
                <a:latin typeface="Consolas"/>
                <a:ea typeface="Consolas"/>
                <a:cs typeface="Consolas"/>
                <a:sym typeface="Consolas"/>
              </a:rPr>
              <a:t>deleteBook()</a:t>
            </a:r>
            <a:r>
              <a:rPr lang="en-US" sz="1400" b="0" i="0" u="none" strike="noStrike" cap="none">
                <a:solidFill>
                  <a:schemeClr val="dk1"/>
                </a:solidFill>
                <a:latin typeface="Arial"/>
                <a:ea typeface="Arial"/>
                <a:cs typeface="Arial"/>
                <a:sym typeface="Arial"/>
              </a:rPr>
              <a:t> function “</a:t>
            </a:r>
            <a:r>
              <a:rPr lang="en-US" sz="1400" b="1" i="0" u="none" strike="noStrike" cap="none">
                <a:solidFill>
                  <a:schemeClr val="dk1"/>
                </a:solidFill>
                <a:latin typeface="Consolas"/>
                <a:ea typeface="Consolas"/>
                <a:cs typeface="Consolas"/>
                <a:sym typeface="Consolas"/>
              </a:rPr>
              <a:t>deleteCount</a:t>
            </a:r>
            <a:r>
              <a:rPr lang="en-US" sz="1400" b="0" i="0" u="none" strike="noStrike" cap="none">
                <a:solidFill>
                  <a:schemeClr val="dk1"/>
                </a:solidFill>
                <a:latin typeface="Arial"/>
                <a:ea typeface="Arial"/>
                <a:cs typeface="Arial"/>
                <a:sym typeface="Arial"/>
              </a:rPr>
              <a:t>” to check if deletion is successful.</a:t>
            </a:r>
            <a:endParaRPr sz="1400" b="0" i="0" u="none" strike="noStrike" cap="none">
              <a:solidFill>
                <a:srgbClr val="000000"/>
              </a:solidFill>
              <a:latin typeface="Arial"/>
              <a:ea typeface="Arial"/>
              <a:cs typeface="Arial"/>
              <a:sym typeface="Arial"/>
            </a:endParaRPr>
          </a:p>
          <a:p>
            <a:pPr marL="914400" marR="0" lvl="1" indent="-330200" algn="l" rtl="0">
              <a:lnSpc>
                <a:spcPct val="90000"/>
              </a:lnSpc>
              <a:spcBef>
                <a:spcPts val="500"/>
              </a:spcBef>
              <a:spcAft>
                <a:spcPts val="0"/>
              </a:spcAft>
              <a:buClr>
                <a:schemeClr val="dk1"/>
              </a:buClr>
              <a:buSzPts val="1600"/>
              <a:buFont typeface="Arial"/>
              <a:buChar char="●"/>
            </a:pPr>
            <a:r>
              <a:rPr lang="en-US" sz="1400" b="0" i="0" u="none" strike="noStrike" cap="none">
                <a:solidFill>
                  <a:schemeClr val="dk1"/>
                </a:solidFill>
                <a:latin typeface="Arial"/>
                <a:ea typeface="Arial"/>
                <a:cs typeface="Arial"/>
                <a:sym typeface="Arial"/>
              </a:rPr>
              <a:t>Send  a message when the update is successful.</a:t>
            </a:r>
            <a:endParaRPr sz="1400" b="0" i="0" u="none" strike="noStrike" cap="none">
              <a:solidFill>
                <a:srgbClr val="000000"/>
              </a:solidFill>
              <a:latin typeface="Arial"/>
              <a:ea typeface="Arial"/>
              <a:cs typeface="Arial"/>
              <a:sym typeface="Arial"/>
            </a:endParaRPr>
          </a:p>
        </p:txBody>
      </p:sp>
      <p:sp>
        <p:nvSpPr>
          <p:cNvPr id="740" name="Google Shape;740;p54"/>
          <p:cNvSpPr txBox="1"/>
          <p:nvPr/>
        </p:nvSpPr>
        <p:spPr>
          <a:xfrm>
            <a:off x="240868" y="1359587"/>
            <a:ext cx="10988100" cy="8076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n-US" sz="1600" b="1" i="0" u="sng" strike="noStrike" cap="none">
                <a:solidFill>
                  <a:schemeClr val="dk1"/>
                </a:solidFill>
                <a:latin typeface="Arial"/>
                <a:ea typeface="Arial"/>
                <a:cs typeface="Arial"/>
                <a:sym typeface="Arial"/>
              </a:rPr>
              <a:t>Exercise 4: Deleting a book with ISBN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endParaRPr sz="1600" b="1" i="0" u="sng"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1" i="0" u="sng" strike="noStrike" cap="none">
                <a:solidFill>
                  <a:srgbClr val="000000"/>
                </a:solidFill>
                <a:latin typeface="Arial"/>
                <a:ea typeface="Arial"/>
                <a:cs typeface="Arial"/>
                <a:sym typeface="Arial"/>
              </a:rPr>
              <a:t>TASKS</a:t>
            </a:r>
            <a:endParaRPr sz="1600" b="1" i="0" u="none" strike="noStrike" cap="none">
              <a:solidFill>
                <a:schemeClr val="dk1"/>
              </a:solidFill>
              <a:latin typeface="Arial"/>
              <a:ea typeface="Arial"/>
              <a:cs typeface="Arial"/>
              <a:sym typeface="Arial"/>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744"/>
        <p:cNvGrpSpPr/>
        <p:nvPr/>
      </p:nvGrpSpPr>
      <p:grpSpPr>
        <a:xfrm>
          <a:off x="0" y="0"/>
          <a:ext cx="0" cy="0"/>
          <a:chOff x="0" y="0"/>
          <a:chExt cx="0" cy="0"/>
        </a:xfrm>
      </p:grpSpPr>
      <p:pic>
        <p:nvPicPr>
          <p:cNvPr id="745" name="Google Shape;745;p55" descr="Text&#10;&#10;Description automatically generated"/>
          <p:cNvPicPr preferRelativeResize="0"/>
          <p:nvPr/>
        </p:nvPicPr>
        <p:blipFill rotWithShape="1">
          <a:blip r:embed="rId3">
            <a:alphaModFix/>
          </a:blip>
          <a:srcRect/>
          <a:stretch/>
        </p:blipFill>
        <p:spPr>
          <a:xfrm>
            <a:off x="9144" y="1079881"/>
            <a:ext cx="12192000" cy="5540375"/>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749"/>
        <p:cNvGrpSpPr/>
        <p:nvPr/>
      </p:nvGrpSpPr>
      <p:grpSpPr>
        <a:xfrm>
          <a:off x="0" y="0"/>
          <a:ext cx="0" cy="0"/>
          <a:chOff x="0" y="0"/>
          <a:chExt cx="0" cy="0"/>
        </a:xfrm>
      </p:grpSpPr>
      <p:sp>
        <p:nvSpPr>
          <p:cNvPr id="750" name="Google Shape;750;g36a222053df_0_0"/>
          <p:cNvSpPr/>
          <p:nvPr/>
        </p:nvSpPr>
        <p:spPr>
          <a:xfrm>
            <a:off x="319075" y="2259075"/>
            <a:ext cx="11516700" cy="1253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ctr" rtl="0">
              <a:lnSpc>
                <a:spcPct val="90000"/>
              </a:lnSpc>
              <a:spcBef>
                <a:spcPts val="0"/>
              </a:spcBef>
              <a:spcAft>
                <a:spcPts val="0"/>
              </a:spcAft>
              <a:buClr>
                <a:srgbClr val="000000"/>
              </a:buClr>
              <a:buSzPts val="4200"/>
              <a:buFont typeface="Arial"/>
              <a:buNone/>
            </a:pPr>
            <a:r>
              <a:rPr lang="en-US" sz="4200" b="1" i="0" u="none" strike="noStrike" cap="none">
                <a:solidFill>
                  <a:srgbClr val="11175E"/>
                </a:solidFill>
                <a:latin typeface="Arial"/>
                <a:ea typeface="Arial"/>
                <a:cs typeface="Arial"/>
                <a:sym typeface="Arial"/>
              </a:rPr>
              <a:t>IS113</a:t>
            </a:r>
            <a:endParaRPr sz="4200" b="1" i="0" u="none" strike="noStrike" cap="none">
              <a:solidFill>
                <a:srgbClr val="11175E"/>
              </a:solidFill>
              <a:latin typeface="Arial"/>
              <a:ea typeface="Arial"/>
              <a:cs typeface="Arial"/>
              <a:sym typeface="Arial"/>
            </a:endParaRPr>
          </a:p>
          <a:p>
            <a:pPr marL="0" marR="0" lvl="0" indent="0" algn="ctr" rtl="0">
              <a:lnSpc>
                <a:spcPct val="90000"/>
              </a:lnSpc>
              <a:spcBef>
                <a:spcPts val="0"/>
              </a:spcBef>
              <a:spcAft>
                <a:spcPts val="0"/>
              </a:spcAft>
              <a:buClr>
                <a:srgbClr val="000000"/>
              </a:buClr>
              <a:buSzPts val="4200"/>
              <a:buFont typeface="Arial"/>
              <a:buNone/>
            </a:pPr>
            <a:r>
              <a:rPr lang="en-US" sz="4200" b="1" i="0" u="none" strike="noStrike" cap="none">
                <a:solidFill>
                  <a:srgbClr val="11175E"/>
                </a:solidFill>
                <a:latin typeface="Arial"/>
                <a:ea typeface="Arial"/>
                <a:cs typeface="Arial"/>
                <a:sym typeface="Arial"/>
              </a:rPr>
              <a:t>Web Application Development I</a:t>
            </a:r>
            <a:endParaRPr sz="4200" b="1" i="0" u="none" strike="noStrike" cap="none">
              <a:solidFill>
                <a:srgbClr val="11175E"/>
              </a:solidFill>
              <a:latin typeface="Arial"/>
              <a:ea typeface="Arial"/>
              <a:cs typeface="Arial"/>
              <a:sym typeface="Arial"/>
            </a:endParaRPr>
          </a:p>
        </p:txBody>
      </p:sp>
      <p:sp>
        <p:nvSpPr>
          <p:cNvPr id="751" name="Google Shape;751;g36a222053df_0_0"/>
          <p:cNvSpPr txBox="1"/>
          <p:nvPr/>
        </p:nvSpPr>
        <p:spPr>
          <a:xfrm>
            <a:off x="369450" y="4119775"/>
            <a:ext cx="11453100" cy="1715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800"/>
              <a:buFont typeface="Arial"/>
              <a:buNone/>
            </a:pPr>
            <a:r>
              <a:rPr lang="en-US" sz="2800" b="1" i="0" u="none" strike="noStrike" cap="none">
                <a:solidFill>
                  <a:srgbClr val="000000"/>
                </a:solidFill>
                <a:latin typeface="Arial"/>
                <a:ea typeface="Arial"/>
                <a:cs typeface="Arial"/>
                <a:sym typeface="Arial"/>
              </a:rPr>
              <a:t>Week 10</a:t>
            </a:r>
            <a:endParaRPr sz="2800" b="1"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800"/>
              <a:buFont typeface="Arial"/>
              <a:buNone/>
            </a:pPr>
            <a:endParaRPr sz="2800" b="1"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dk1"/>
              </a:buClr>
              <a:buSzPts val="2200"/>
              <a:buFont typeface="Arial"/>
              <a:buNone/>
            </a:pPr>
            <a:r>
              <a:rPr lang="en-US" sz="2200" b="0" i="0" u="none" strike="noStrike" cap="none">
                <a:solidFill>
                  <a:schemeClr val="dk1"/>
                </a:solidFill>
                <a:latin typeface="Arial"/>
                <a:ea typeface="Arial"/>
                <a:cs typeface="Arial"/>
                <a:sym typeface="Arial"/>
              </a:rPr>
              <a:t>Thank you for your attention!</a:t>
            </a:r>
            <a:endParaRPr sz="2200" b="0" i="0" u="none" strike="noStrike" cap="non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6951d41b-6b8e-4636-984f-012bff14ba18}" enabled="1" method="Standard" siteId="{c98a79ca-5a9a-4791-a243-f06afd67464d}" removed="0"/>
</clbl:labelList>
</file>

<file path=docProps/app.xml><?xml version="1.0" encoding="utf-8"?>
<Properties xmlns="http://schemas.openxmlformats.org/officeDocument/2006/extended-properties" xmlns:vt="http://schemas.openxmlformats.org/officeDocument/2006/docPropsVTypes">
  <TotalTime>3145</TotalTime>
  <Words>8655</Words>
  <Application>Microsoft Macintosh PowerPoint</Application>
  <PresentationFormat>Widescreen</PresentationFormat>
  <Paragraphs>923</Paragraphs>
  <Slides>66</Slides>
  <Notes>65</Notes>
  <HiddenSlides>1</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66</vt:i4>
      </vt:variant>
    </vt:vector>
  </HeadingPairs>
  <TitlesOfParts>
    <vt:vector size="73" baseType="lpstr">
      <vt:lpstr>Aptos</vt:lpstr>
      <vt:lpstr>Arial</vt:lpstr>
      <vt:lpstr>Calibri</vt:lpstr>
      <vt:lpstr>Cambria</vt:lpstr>
      <vt:lpstr>Consolas</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Elvin NG Pei Xiong</dc:creator>
  <cp:lastModifiedBy>SHAR Lwin Khin</cp:lastModifiedBy>
  <cp:revision>1</cp:revision>
  <dcterms:created xsi:type="dcterms:W3CDTF">2018-11-21T01:52:47Z</dcterms:created>
  <dcterms:modified xsi:type="dcterms:W3CDTF">2026-03-14T03:29:54Z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0x01010090F32C23BA0D1F46B52AAC7AA48FC3E3</vt:lpwstr>
  </property>
  <property fmtid="{D5CDD505-2E9C-101B-9397-08002B2CF9AE}" pid="3" name="ClassificationContentMarkingHeaderLocations">
    <vt:lpwstr>Office Theme:3</vt:lpwstr>
  </property>
  <property fmtid="{D5CDD505-2E9C-101B-9397-08002B2CF9AE}" pid="4" name="ClassificationContentMarkingHeaderText">
    <vt:lpwstr>SMU Classification: Restricted</vt:lpwstr>
  </property>
</Properties>
</file>